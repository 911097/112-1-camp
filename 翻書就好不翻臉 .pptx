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Yusei Magic"/>
      <p:regular r:id="rId21"/>
    </p:embeddedFont>
    <p:embeddedFont>
      <p:font typeface="Mochiy Pop On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MochiyPopOne-regular.fntdata"/><Relationship Id="rId10" Type="http://schemas.openxmlformats.org/officeDocument/2006/relationships/slide" Target="slides/slide5.xml"/><Relationship Id="rId21" Type="http://schemas.openxmlformats.org/officeDocument/2006/relationships/font" Target="fonts/YuseiMagic-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zh-C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5f4a2c349_0_7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g265f4a2c349_0_7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65f4a2c349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265f4a2c349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65f4a2c349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265f4a2c349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65f4a2c349_0_5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265f4a2c349_0_5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6607cdc53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26607cdc53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65f4a2c349_0_5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265f4a2c349_0_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65f4a2c349_0_5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265f4a2c349_0_5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65f4a2c349_0_5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265f4a2c349_0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65f4a2c349_0_5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g265f4a2c349_0_5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65f4a2c349_0_6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265f4a2c349_0_6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p:cSld name="标题幻灯片">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0" r="0" t="0"/>
          <a:stretch/>
        </p:blipFill>
        <p:spPr>
          <a:xfrm>
            <a:off x="2441" y="0"/>
            <a:ext cx="12187117"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空白" type="blank">
  <p:cSld name="BLANK">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9" name="Google Shape;19;p3"/>
          <p:cNvPicPr preferRelativeResize="0"/>
          <p:nvPr/>
        </p:nvPicPr>
        <p:blipFill rotWithShape="1">
          <a:blip r:embed="rId3">
            <a:alphaModFix/>
          </a:blip>
          <a:srcRect b="0" l="0" r="0" t="0"/>
          <a:stretch/>
        </p:blipFill>
        <p:spPr>
          <a:xfrm>
            <a:off x="508819" y="476117"/>
            <a:ext cx="10972604" cy="62122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20" name="Shape 20"/>
        <p:cNvGrpSpPr/>
        <p:nvPr/>
      </p:nvGrpSpPr>
      <p:grpSpPr>
        <a:xfrm>
          <a:off x="0" y="0"/>
          <a:ext cx="0" cy="0"/>
          <a:chOff x="0" y="0"/>
          <a:chExt cx="0" cy="0"/>
        </a:xfrm>
      </p:grpSpPr>
      <p:sp>
        <p:nvSpPr>
          <p:cNvPr id="21" name="Google Shape;21;p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icrosoft Yahe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3" name="Google Shape;23;p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内容与标题">
  <p:cSld name="1_内容与标题">
    <p:spTree>
      <p:nvGrpSpPr>
        <p:cNvPr id="27" name="Shape 27"/>
        <p:cNvGrpSpPr/>
        <p:nvPr/>
      </p:nvGrpSpPr>
      <p:grpSpPr>
        <a:xfrm>
          <a:off x="0" y="0"/>
          <a:ext cx="0" cy="0"/>
          <a:chOff x="0" y="0"/>
          <a:chExt cx="0" cy="0"/>
        </a:xfrm>
      </p:grpSpPr>
      <p:sp>
        <p:nvSpPr>
          <p:cNvPr id="28" name="Google Shape;28;p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icrosoft Yahe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0" name="Google Shape;30;p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1" name="Google Shape;31;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34" name="Shape 34"/>
        <p:cNvGrpSpPr/>
        <p:nvPr/>
      </p:nvGrpSpPr>
      <p:grpSpPr>
        <a:xfrm>
          <a:off x="0" y="0"/>
          <a:ext cx="0" cy="0"/>
          <a:chOff x="0" y="0"/>
          <a:chExt cx="0" cy="0"/>
        </a:xfrm>
      </p:grpSpPr>
      <p:sp>
        <p:nvSpPr>
          <p:cNvPr id="35" name="Google Shape;35;p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icrosoft Yahe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p:nvPr>
            <p:ph idx="2" type="pic"/>
          </p:nvPr>
        </p:nvSpPr>
        <p:spPr>
          <a:xfrm>
            <a:off x="5183188" y="987425"/>
            <a:ext cx="6172200" cy="4873625"/>
          </a:xfrm>
          <a:prstGeom prst="rect">
            <a:avLst/>
          </a:prstGeom>
          <a:noFill/>
          <a:ln>
            <a:noFill/>
          </a:ln>
        </p:spPr>
      </p:sp>
      <p:sp>
        <p:nvSpPr>
          <p:cNvPr id="37" name="Google Shape;37;p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47" name="Shape 47"/>
        <p:cNvGrpSpPr/>
        <p:nvPr/>
      </p:nvGrpSpPr>
      <p:grpSpPr>
        <a:xfrm>
          <a:off x="0" y="0"/>
          <a:ext cx="0" cy="0"/>
          <a:chOff x="0" y="0"/>
          <a:chExt cx="0" cy="0"/>
        </a:xfrm>
      </p:grpSpPr>
      <p:sp>
        <p:nvSpPr>
          <p:cNvPr id="48" name="Google Shape;48;p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icrosoft Yahei"/>
              <a:buNone/>
              <a:defRPr b="0" i="0" sz="4400" u="none" cap="none" strike="noStrike">
                <a:solidFill>
                  <a:schemeClr val="dk1"/>
                </a:solidFill>
                <a:latin typeface="Microsoft Yahei"/>
                <a:ea typeface="Microsoft Yahei"/>
                <a:cs typeface="Microsoft Yahei"/>
                <a:sym typeface="Microsoft Ya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icrosoft Yahei"/>
                <a:ea typeface="Microsoft Yahei"/>
                <a:cs typeface="Microsoft Yahei"/>
                <a:sym typeface="Microsoft Yahe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icrosoft Yahei"/>
                <a:ea typeface="Microsoft Yahei"/>
                <a:cs typeface="Microsoft Yahei"/>
                <a:sym typeface="Microsoft Yahe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icrosoft Yahei"/>
                <a:ea typeface="Microsoft Yahei"/>
                <a:cs typeface="Microsoft Yahei"/>
                <a:sym typeface="Microsoft Yahe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icrosoft Yahei"/>
                <a:ea typeface="Microsoft Yahei"/>
                <a:cs typeface="Microsoft Yahei"/>
                <a:sym typeface="Microsoft Yahe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icrosoft Yahei"/>
                <a:ea typeface="Microsoft Yahei"/>
                <a:cs typeface="Microsoft Yahei"/>
                <a:sym typeface="Microsoft Yahe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icrosoft Yahei"/>
                <a:ea typeface="Microsoft Yahei"/>
                <a:cs typeface="Microsoft Yahei"/>
                <a:sym typeface="Microsoft Yahe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icrosoft Yahei"/>
                <a:ea typeface="Microsoft Yahei"/>
                <a:cs typeface="Microsoft Yahei"/>
                <a:sym typeface="Microsoft Yahe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icrosoft Yahei"/>
                <a:ea typeface="Microsoft Yahei"/>
                <a:cs typeface="Microsoft Yahei"/>
                <a:sym typeface="Microsoft Yahe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icrosoft Yahei"/>
                <a:ea typeface="Microsoft Yahei"/>
                <a:cs typeface="Microsoft Yahei"/>
                <a:sym typeface="Microsoft Yahe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Microsoft Yahei"/>
                <a:ea typeface="Microsoft Yahei"/>
                <a:cs typeface="Microsoft Yahei"/>
                <a:sym typeface="Microsoft Yahei"/>
              </a:defRPr>
            </a:lvl1pPr>
            <a:lvl2pPr lvl="1"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2pPr>
            <a:lvl3pPr lvl="2"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3pPr>
            <a:lvl4pPr lvl="3"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4pPr>
            <a:lvl5pPr lvl="4"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5pPr>
            <a:lvl6pPr lvl="5"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6pPr>
            <a:lvl7pPr lvl="6"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7pPr>
            <a:lvl8pPr lvl="7"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8pPr>
            <a:lvl9pPr lvl="8"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Microsoft Yahei"/>
                <a:ea typeface="Microsoft Yahei"/>
                <a:cs typeface="Microsoft Yahei"/>
                <a:sym typeface="Microsoft Yahei"/>
              </a:defRPr>
            </a:lvl1pPr>
            <a:lvl2pPr lvl="1"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2pPr>
            <a:lvl3pPr lvl="2"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3pPr>
            <a:lvl4pPr lvl="3"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4pPr>
            <a:lvl5pPr lvl="4"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5pPr>
            <a:lvl6pPr lvl="5"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6pPr>
            <a:lvl7pPr lvl="6"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7pPr>
            <a:lvl8pPr lvl="7"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8pPr>
            <a:lvl9pPr lvl="8" marR="0" rtl="0" algn="l">
              <a:spcBef>
                <a:spcPts val="0"/>
              </a:spcBef>
              <a:spcAft>
                <a:spcPts val="0"/>
              </a:spcAft>
              <a:buSzPts val="1400"/>
              <a:buNone/>
              <a:defRPr b="0" i="0" sz="1800" u="none" cap="none" strike="noStrike">
                <a:solidFill>
                  <a:schemeClr val="dk1"/>
                </a:solidFill>
                <a:latin typeface="Microsoft Yahei"/>
                <a:ea typeface="Microsoft Yahei"/>
                <a:cs typeface="Microsoft Yahei"/>
                <a:sym typeface="Microsoft Yahe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1pPr>
            <a:lvl2pPr indent="0" lvl="1"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2pPr>
            <a:lvl3pPr indent="0" lvl="2"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3pPr>
            <a:lvl4pPr indent="0" lvl="3"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4pPr>
            <a:lvl5pPr indent="0" lvl="4"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5pPr>
            <a:lvl6pPr indent="0" lvl="5"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6pPr>
            <a:lvl7pPr indent="0" lvl="6"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7pPr>
            <a:lvl8pPr indent="0" lvl="7"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8pPr>
            <a:lvl9pPr indent="0" lvl="8" marL="0" marR="0" rtl="0" algn="r">
              <a:spcBef>
                <a:spcPts val="0"/>
              </a:spcBef>
              <a:buNone/>
              <a:defRPr b="0" i="0" sz="1200" u="none" cap="none" strike="noStrike">
                <a:solidFill>
                  <a:srgbClr val="888888"/>
                </a:solidFill>
                <a:latin typeface="Microsoft Yahei"/>
                <a:ea typeface="Microsoft Yahei"/>
                <a:cs typeface="Microsoft Yahei"/>
                <a:sym typeface="Microsoft Yahei"/>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youtube.com/watch?v=Khr6h7XTdYQ" TargetMode="External"/><Relationship Id="rId4"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youtube.com/watch?v=Pr6ZbooQNhw" TargetMode="External"/><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LguKiUMG6OQ" TargetMode="Externa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9.jpg"/><Relationship Id="rId4" Type="http://schemas.openxmlformats.org/officeDocument/2006/relationships/image" Target="../media/image30.jp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7.jpg"/><Relationship Id="rId4" Type="http://schemas.openxmlformats.org/officeDocument/2006/relationships/image" Target="../media/image31.jpg"/><Relationship Id="rId5" Type="http://schemas.openxmlformats.org/officeDocument/2006/relationships/image" Target="../media/image23.jpg"/><Relationship Id="rId6" Type="http://schemas.openxmlformats.org/officeDocument/2006/relationships/image" Target="../media/image20.png"/><Relationship Id="rId7"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9"/>
          <p:cNvSpPr/>
          <p:nvPr/>
        </p:nvSpPr>
        <p:spPr>
          <a:xfrm>
            <a:off x="5072834" y="4145788"/>
            <a:ext cx="3612389"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2400">
                <a:solidFill>
                  <a:srgbClr val="666666"/>
                </a:solidFill>
                <a:latin typeface="Mochiy Pop One"/>
                <a:ea typeface="Mochiy Pop One"/>
                <a:cs typeface="Mochiy Pop One"/>
                <a:sym typeface="Mochiy Pop One"/>
              </a:rPr>
              <a:t>教</a:t>
            </a:r>
            <a:r>
              <a:rPr i="0" lang="zh-CN" sz="2400" u="none" cap="none" strike="noStrike">
                <a:solidFill>
                  <a:srgbClr val="666666"/>
                </a:solidFill>
                <a:latin typeface="Mochiy Pop One"/>
                <a:ea typeface="Mochiy Pop One"/>
                <a:cs typeface="Mochiy Pop One"/>
                <a:sym typeface="Mochiy Pop One"/>
              </a:rPr>
              <a:t>課老師：</a:t>
            </a:r>
            <a:r>
              <a:rPr lang="zh-CN" sz="2400">
                <a:solidFill>
                  <a:srgbClr val="666666"/>
                </a:solidFill>
                <a:latin typeface="Mochiy Pop One"/>
                <a:ea typeface="Mochiy Pop One"/>
                <a:cs typeface="Mochiy Pop One"/>
                <a:sym typeface="Mochiy Pop One"/>
              </a:rPr>
              <a:t>妮妮</a:t>
            </a:r>
            <a:r>
              <a:rPr i="0" lang="zh-CN" sz="2400" u="none" cap="none" strike="noStrike">
                <a:solidFill>
                  <a:srgbClr val="666666"/>
                </a:solidFill>
                <a:latin typeface="Mochiy Pop One"/>
                <a:ea typeface="Mochiy Pop One"/>
                <a:cs typeface="Mochiy Pop One"/>
                <a:sym typeface="Mochiy Pop One"/>
              </a:rPr>
              <a:t> 姐姐</a:t>
            </a:r>
            <a:endParaRPr sz="2400">
              <a:solidFill>
                <a:srgbClr val="666666"/>
              </a:solidFill>
              <a:latin typeface="Mochiy Pop One"/>
              <a:ea typeface="Mochiy Pop One"/>
              <a:cs typeface="Mochiy Pop One"/>
              <a:sym typeface="Mochiy Pop One"/>
            </a:endParaRPr>
          </a:p>
        </p:txBody>
      </p:sp>
      <p:pic>
        <p:nvPicPr>
          <p:cNvPr id="58" name="Google Shape;58;p9"/>
          <p:cNvPicPr preferRelativeResize="0"/>
          <p:nvPr/>
        </p:nvPicPr>
        <p:blipFill rotWithShape="1">
          <a:blip r:embed="rId3">
            <a:alphaModFix/>
          </a:blip>
          <a:srcRect b="0" l="0" r="0" t="0"/>
          <a:stretch/>
        </p:blipFill>
        <p:spPr>
          <a:xfrm>
            <a:off x="4326074" y="4038856"/>
            <a:ext cx="670807" cy="675531"/>
          </a:xfrm>
          <a:prstGeom prst="rect">
            <a:avLst/>
          </a:prstGeom>
          <a:noFill/>
          <a:ln>
            <a:noFill/>
          </a:ln>
        </p:spPr>
      </p:pic>
      <p:grpSp>
        <p:nvGrpSpPr>
          <p:cNvPr id="59" name="Google Shape;59;p9"/>
          <p:cNvGrpSpPr/>
          <p:nvPr/>
        </p:nvGrpSpPr>
        <p:grpSpPr>
          <a:xfrm>
            <a:off x="8685151" y="1603573"/>
            <a:ext cx="882954" cy="884104"/>
            <a:chOff x="9407171" y="3074670"/>
            <a:chExt cx="769526" cy="731450"/>
          </a:xfrm>
        </p:grpSpPr>
        <p:pic>
          <p:nvPicPr>
            <p:cNvPr id="60" name="Google Shape;60;p9"/>
            <p:cNvPicPr preferRelativeResize="0"/>
            <p:nvPr/>
          </p:nvPicPr>
          <p:blipFill rotWithShape="1">
            <a:blip r:embed="rId4">
              <a:alphaModFix/>
            </a:blip>
            <a:srcRect b="0" l="0" r="0" t="0"/>
            <a:stretch/>
          </p:blipFill>
          <p:spPr>
            <a:xfrm flipH="1">
              <a:off x="9407171" y="3078626"/>
              <a:ext cx="769526" cy="727494"/>
            </a:xfrm>
            <a:prstGeom prst="rect">
              <a:avLst/>
            </a:prstGeom>
            <a:noFill/>
            <a:ln>
              <a:noFill/>
            </a:ln>
          </p:spPr>
        </p:pic>
        <p:pic>
          <p:nvPicPr>
            <p:cNvPr id="61" name="Google Shape;61;p9"/>
            <p:cNvPicPr preferRelativeResize="0"/>
            <p:nvPr/>
          </p:nvPicPr>
          <p:blipFill rotWithShape="1">
            <a:blip r:embed="rId4">
              <a:alphaModFix/>
            </a:blip>
            <a:srcRect b="0" l="0" r="0" t="0"/>
            <a:stretch/>
          </p:blipFill>
          <p:spPr>
            <a:xfrm flipH="1">
              <a:off x="9407171" y="3074670"/>
              <a:ext cx="769526" cy="727494"/>
            </a:xfrm>
            <a:prstGeom prst="rect">
              <a:avLst/>
            </a:prstGeom>
            <a:noFill/>
            <a:ln>
              <a:noFill/>
            </a:ln>
          </p:spPr>
        </p:pic>
      </p:grpSp>
      <p:sp>
        <p:nvSpPr>
          <p:cNvPr id="62" name="Google Shape;62;p9"/>
          <p:cNvSpPr txBox="1"/>
          <p:nvPr/>
        </p:nvSpPr>
        <p:spPr>
          <a:xfrm>
            <a:off x="2049150" y="2442225"/>
            <a:ext cx="8643600" cy="1477500"/>
          </a:xfrm>
          <a:prstGeom prst="rect">
            <a:avLst/>
          </a:prstGeom>
          <a:noFill/>
          <a:ln>
            <a:noFill/>
          </a:ln>
          <a:effectLst>
            <a:outerShdw blurRad="114300" rotWithShape="0" algn="bl" dir="5580000" dist="76200">
              <a:srgbClr val="000000"/>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i="0" lang="zh-CN" sz="9000" u="none" cap="none" strike="noStrike">
                <a:solidFill>
                  <a:srgbClr val="FFC000"/>
                </a:solidFill>
                <a:latin typeface="Yusei Magic"/>
                <a:ea typeface="Yusei Magic"/>
                <a:cs typeface="Yusei Magic"/>
                <a:sym typeface="Yusei Magic"/>
              </a:rPr>
              <a:t>翻書就好不翻臉</a:t>
            </a:r>
            <a:endParaRPr i="0" sz="9000" u="none" cap="none" strike="noStrike">
              <a:solidFill>
                <a:srgbClr val="FFC000"/>
              </a:solidFill>
              <a:latin typeface="Yusei Magic"/>
              <a:ea typeface="Yusei Magic"/>
              <a:cs typeface="Yusei Magic"/>
              <a:sym typeface="Yusei Mag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0"/>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小默契</a:t>
            </a:r>
            <a:endParaRPr>
              <a:latin typeface="Yusei Magic"/>
              <a:ea typeface="Yusei Magic"/>
              <a:cs typeface="Yusei Magic"/>
              <a:sym typeface="Yusei Magic"/>
            </a:endParaRPr>
          </a:p>
        </p:txBody>
      </p:sp>
      <p:sp>
        <p:nvSpPr>
          <p:cNvPr id="68" name="Google Shape;68;p10"/>
          <p:cNvSpPr/>
          <p:nvPr/>
        </p:nvSpPr>
        <p:spPr>
          <a:xfrm>
            <a:off x="4793997" y="2388181"/>
            <a:ext cx="5301036" cy="2659427"/>
          </a:xfrm>
          <a:custGeom>
            <a:rect b="b" l="l" r="r" t="t"/>
            <a:pathLst>
              <a:path extrusionOk="0" h="3030686" w="6445028">
                <a:moveTo>
                  <a:pt x="6202752" y="666309"/>
                </a:moveTo>
                <a:cubicBezTo>
                  <a:pt x="5769501" y="126378"/>
                  <a:pt x="4286865" y="-4250"/>
                  <a:pt x="3250545" y="104"/>
                </a:cubicBezTo>
                <a:cubicBezTo>
                  <a:pt x="2214225" y="4458"/>
                  <a:pt x="365830" y="169922"/>
                  <a:pt x="63208" y="1005944"/>
                </a:cubicBezTo>
                <a:cubicBezTo>
                  <a:pt x="-239414" y="1841966"/>
                  <a:pt x="637974" y="2244738"/>
                  <a:pt x="729414" y="2508172"/>
                </a:cubicBezTo>
                <a:lnTo>
                  <a:pt x="533471" y="3030686"/>
                </a:lnTo>
                <a:lnTo>
                  <a:pt x="1500123" y="2664926"/>
                </a:lnTo>
                <a:cubicBezTo>
                  <a:pt x="2242529" y="2749835"/>
                  <a:pt x="4713586" y="2919652"/>
                  <a:pt x="5614923" y="2691052"/>
                </a:cubicBezTo>
                <a:cubicBezTo>
                  <a:pt x="6516260" y="2462452"/>
                  <a:pt x="6636003" y="1206240"/>
                  <a:pt x="6202752" y="666309"/>
                </a:cubicBezTo>
                <a:close/>
              </a:path>
            </a:pathLst>
          </a:custGeom>
          <a:noFill/>
          <a:ln cap="rnd"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grpSp>
        <p:nvGrpSpPr>
          <p:cNvPr id="69" name="Google Shape;69;p10"/>
          <p:cNvGrpSpPr/>
          <p:nvPr/>
        </p:nvGrpSpPr>
        <p:grpSpPr>
          <a:xfrm>
            <a:off x="1607174" y="2390614"/>
            <a:ext cx="2773680" cy="3230976"/>
            <a:chOff x="4427538" y="929668"/>
            <a:chExt cx="3333750" cy="3753457"/>
          </a:xfrm>
        </p:grpSpPr>
        <p:sp>
          <p:nvSpPr>
            <p:cNvPr id="70" name="Google Shape;70;p10"/>
            <p:cNvSpPr/>
            <p:nvPr/>
          </p:nvSpPr>
          <p:spPr>
            <a:xfrm>
              <a:off x="5026026" y="1547813"/>
              <a:ext cx="2144713" cy="2363788"/>
            </a:xfrm>
            <a:custGeom>
              <a:rect b="b" l="l" r="r" t="t"/>
              <a:pathLst>
                <a:path extrusionOk="0" h="629" w="570">
                  <a:moveTo>
                    <a:pt x="558" y="231"/>
                  </a:moveTo>
                  <a:cubicBezTo>
                    <a:pt x="547" y="219"/>
                    <a:pt x="530" y="221"/>
                    <a:pt x="518" y="231"/>
                  </a:cubicBezTo>
                  <a:cubicBezTo>
                    <a:pt x="477" y="265"/>
                    <a:pt x="437" y="300"/>
                    <a:pt x="395" y="332"/>
                  </a:cubicBezTo>
                  <a:cubicBezTo>
                    <a:pt x="415" y="313"/>
                    <a:pt x="434" y="292"/>
                    <a:pt x="454" y="271"/>
                  </a:cubicBezTo>
                  <a:cubicBezTo>
                    <a:pt x="482" y="243"/>
                    <a:pt x="510" y="213"/>
                    <a:pt x="528" y="177"/>
                  </a:cubicBezTo>
                  <a:cubicBezTo>
                    <a:pt x="539" y="156"/>
                    <a:pt x="521" y="127"/>
                    <a:pt x="496" y="135"/>
                  </a:cubicBezTo>
                  <a:cubicBezTo>
                    <a:pt x="475" y="142"/>
                    <a:pt x="458" y="154"/>
                    <a:pt x="441" y="168"/>
                  </a:cubicBezTo>
                  <a:cubicBezTo>
                    <a:pt x="425" y="180"/>
                    <a:pt x="408" y="191"/>
                    <a:pt x="393" y="205"/>
                  </a:cubicBezTo>
                  <a:cubicBezTo>
                    <a:pt x="377" y="218"/>
                    <a:pt x="364" y="234"/>
                    <a:pt x="349" y="247"/>
                  </a:cubicBezTo>
                  <a:cubicBezTo>
                    <a:pt x="342" y="253"/>
                    <a:pt x="334" y="259"/>
                    <a:pt x="326" y="264"/>
                  </a:cubicBezTo>
                  <a:cubicBezTo>
                    <a:pt x="353" y="239"/>
                    <a:pt x="378" y="210"/>
                    <a:pt x="407" y="186"/>
                  </a:cubicBezTo>
                  <a:cubicBezTo>
                    <a:pt x="437" y="160"/>
                    <a:pt x="471" y="131"/>
                    <a:pt x="474" y="89"/>
                  </a:cubicBezTo>
                  <a:cubicBezTo>
                    <a:pt x="475" y="66"/>
                    <a:pt x="448" y="54"/>
                    <a:pt x="430" y="64"/>
                  </a:cubicBezTo>
                  <a:cubicBezTo>
                    <a:pt x="413" y="73"/>
                    <a:pt x="399" y="87"/>
                    <a:pt x="385" y="100"/>
                  </a:cubicBezTo>
                  <a:cubicBezTo>
                    <a:pt x="369" y="115"/>
                    <a:pt x="353" y="130"/>
                    <a:pt x="336" y="144"/>
                  </a:cubicBezTo>
                  <a:cubicBezTo>
                    <a:pt x="331" y="148"/>
                    <a:pt x="326" y="152"/>
                    <a:pt x="322" y="156"/>
                  </a:cubicBezTo>
                  <a:cubicBezTo>
                    <a:pt x="323" y="155"/>
                    <a:pt x="323" y="154"/>
                    <a:pt x="324" y="153"/>
                  </a:cubicBezTo>
                  <a:cubicBezTo>
                    <a:pt x="351" y="125"/>
                    <a:pt x="374" y="93"/>
                    <a:pt x="401" y="66"/>
                  </a:cubicBezTo>
                  <a:cubicBezTo>
                    <a:pt x="423" y="43"/>
                    <a:pt x="393" y="1"/>
                    <a:pt x="366" y="21"/>
                  </a:cubicBezTo>
                  <a:cubicBezTo>
                    <a:pt x="337" y="41"/>
                    <a:pt x="309" y="62"/>
                    <a:pt x="279" y="80"/>
                  </a:cubicBezTo>
                  <a:cubicBezTo>
                    <a:pt x="256" y="95"/>
                    <a:pt x="232" y="107"/>
                    <a:pt x="208" y="119"/>
                  </a:cubicBezTo>
                  <a:cubicBezTo>
                    <a:pt x="213" y="113"/>
                    <a:pt x="218" y="108"/>
                    <a:pt x="223" y="103"/>
                  </a:cubicBezTo>
                  <a:cubicBezTo>
                    <a:pt x="229" y="96"/>
                    <a:pt x="236" y="88"/>
                    <a:pt x="244" y="81"/>
                  </a:cubicBezTo>
                  <a:cubicBezTo>
                    <a:pt x="256" y="75"/>
                    <a:pt x="268" y="69"/>
                    <a:pt x="280" y="61"/>
                  </a:cubicBezTo>
                  <a:cubicBezTo>
                    <a:pt x="306" y="42"/>
                    <a:pt x="291" y="0"/>
                    <a:pt x="257" y="8"/>
                  </a:cubicBezTo>
                  <a:cubicBezTo>
                    <a:pt x="240" y="12"/>
                    <a:pt x="225" y="22"/>
                    <a:pt x="212" y="33"/>
                  </a:cubicBezTo>
                  <a:cubicBezTo>
                    <a:pt x="187" y="45"/>
                    <a:pt x="161" y="54"/>
                    <a:pt x="138" y="68"/>
                  </a:cubicBezTo>
                  <a:cubicBezTo>
                    <a:pt x="116" y="79"/>
                    <a:pt x="97" y="94"/>
                    <a:pt x="78" y="109"/>
                  </a:cubicBezTo>
                  <a:cubicBezTo>
                    <a:pt x="59" y="123"/>
                    <a:pt x="47" y="142"/>
                    <a:pt x="29" y="157"/>
                  </a:cubicBezTo>
                  <a:cubicBezTo>
                    <a:pt x="17" y="167"/>
                    <a:pt x="19" y="187"/>
                    <a:pt x="29" y="198"/>
                  </a:cubicBezTo>
                  <a:cubicBezTo>
                    <a:pt x="36" y="205"/>
                    <a:pt x="45" y="207"/>
                    <a:pt x="54" y="205"/>
                  </a:cubicBezTo>
                  <a:cubicBezTo>
                    <a:pt x="48" y="215"/>
                    <a:pt x="42" y="224"/>
                    <a:pt x="35" y="232"/>
                  </a:cubicBezTo>
                  <a:cubicBezTo>
                    <a:pt x="23" y="245"/>
                    <a:pt x="11" y="258"/>
                    <a:pt x="7" y="275"/>
                  </a:cubicBezTo>
                  <a:cubicBezTo>
                    <a:pt x="0" y="298"/>
                    <a:pt x="21" y="314"/>
                    <a:pt x="42" y="311"/>
                  </a:cubicBezTo>
                  <a:cubicBezTo>
                    <a:pt x="46" y="310"/>
                    <a:pt x="49" y="309"/>
                    <a:pt x="52" y="308"/>
                  </a:cubicBezTo>
                  <a:cubicBezTo>
                    <a:pt x="39" y="326"/>
                    <a:pt x="28" y="345"/>
                    <a:pt x="20" y="366"/>
                  </a:cubicBezTo>
                  <a:cubicBezTo>
                    <a:pt x="15" y="378"/>
                    <a:pt x="23" y="392"/>
                    <a:pt x="33" y="398"/>
                  </a:cubicBezTo>
                  <a:cubicBezTo>
                    <a:pt x="47" y="407"/>
                    <a:pt x="64" y="401"/>
                    <a:pt x="73" y="388"/>
                  </a:cubicBezTo>
                  <a:cubicBezTo>
                    <a:pt x="93" y="358"/>
                    <a:pt x="122" y="337"/>
                    <a:pt x="155" y="321"/>
                  </a:cubicBezTo>
                  <a:cubicBezTo>
                    <a:pt x="162" y="317"/>
                    <a:pt x="170" y="314"/>
                    <a:pt x="178" y="311"/>
                  </a:cubicBezTo>
                  <a:cubicBezTo>
                    <a:pt x="167" y="323"/>
                    <a:pt x="157" y="337"/>
                    <a:pt x="146" y="349"/>
                  </a:cubicBezTo>
                  <a:cubicBezTo>
                    <a:pt x="134" y="364"/>
                    <a:pt x="118" y="379"/>
                    <a:pt x="102" y="390"/>
                  </a:cubicBezTo>
                  <a:cubicBezTo>
                    <a:pt x="87" y="400"/>
                    <a:pt x="68" y="410"/>
                    <a:pt x="59" y="427"/>
                  </a:cubicBezTo>
                  <a:cubicBezTo>
                    <a:pt x="48" y="450"/>
                    <a:pt x="67" y="476"/>
                    <a:pt x="92" y="469"/>
                  </a:cubicBezTo>
                  <a:cubicBezTo>
                    <a:pt x="112" y="465"/>
                    <a:pt x="127" y="451"/>
                    <a:pt x="142" y="438"/>
                  </a:cubicBezTo>
                  <a:cubicBezTo>
                    <a:pt x="158" y="426"/>
                    <a:pt x="178" y="417"/>
                    <a:pt x="196" y="407"/>
                  </a:cubicBezTo>
                  <a:cubicBezTo>
                    <a:pt x="216" y="397"/>
                    <a:pt x="237" y="388"/>
                    <a:pt x="258" y="377"/>
                  </a:cubicBezTo>
                  <a:cubicBezTo>
                    <a:pt x="260" y="376"/>
                    <a:pt x="263" y="375"/>
                    <a:pt x="265" y="373"/>
                  </a:cubicBezTo>
                  <a:cubicBezTo>
                    <a:pt x="255" y="384"/>
                    <a:pt x="245" y="394"/>
                    <a:pt x="236" y="405"/>
                  </a:cubicBezTo>
                  <a:cubicBezTo>
                    <a:pt x="223" y="421"/>
                    <a:pt x="210" y="436"/>
                    <a:pt x="196" y="450"/>
                  </a:cubicBezTo>
                  <a:cubicBezTo>
                    <a:pt x="180" y="465"/>
                    <a:pt x="164" y="477"/>
                    <a:pt x="150" y="493"/>
                  </a:cubicBezTo>
                  <a:cubicBezTo>
                    <a:pt x="131" y="516"/>
                    <a:pt x="150" y="546"/>
                    <a:pt x="179" y="542"/>
                  </a:cubicBezTo>
                  <a:cubicBezTo>
                    <a:pt x="193" y="539"/>
                    <a:pt x="204" y="525"/>
                    <a:pt x="211" y="519"/>
                  </a:cubicBezTo>
                  <a:cubicBezTo>
                    <a:pt x="227" y="508"/>
                    <a:pt x="244" y="498"/>
                    <a:pt x="261" y="489"/>
                  </a:cubicBezTo>
                  <a:cubicBezTo>
                    <a:pt x="279" y="479"/>
                    <a:pt x="298" y="468"/>
                    <a:pt x="316" y="457"/>
                  </a:cubicBezTo>
                  <a:cubicBezTo>
                    <a:pt x="300" y="473"/>
                    <a:pt x="286" y="490"/>
                    <a:pt x="270" y="506"/>
                  </a:cubicBezTo>
                  <a:cubicBezTo>
                    <a:pt x="258" y="517"/>
                    <a:pt x="247" y="531"/>
                    <a:pt x="236" y="543"/>
                  </a:cubicBezTo>
                  <a:cubicBezTo>
                    <a:pt x="225" y="557"/>
                    <a:pt x="214" y="571"/>
                    <a:pt x="208" y="588"/>
                  </a:cubicBezTo>
                  <a:cubicBezTo>
                    <a:pt x="204" y="602"/>
                    <a:pt x="214" y="620"/>
                    <a:pt x="229" y="623"/>
                  </a:cubicBezTo>
                  <a:cubicBezTo>
                    <a:pt x="256" y="629"/>
                    <a:pt x="281" y="611"/>
                    <a:pt x="303" y="597"/>
                  </a:cubicBezTo>
                  <a:cubicBezTo>
                    <a:pt x="310" y="592"/>
                    <a:pt x="317" y="588"/>
                    <a:pt x="324" y="583"/>
                  </a:cubicBezTo>
                  <a:cubicBezTo>
                    <a:pt x="324" y="590"/>
                    <a:pt x="326" y="597"/>
                    <a:pt x="332" y="603"/>
                  </a:cubicBezTo>
                  <a:cubicBezTo>
                    <a:pt x="343" y="614"/>
                    <a:pt x="363" y="615"/>
                    <a:pt x="373" y="603"/>
                  </a:cubicBezTo>
                  <a:cubicBezTo>
                    <a:pt x="386" y="588"/>
                    <a:pt x="401" y="574"/>
                    <a:pt x="406" y="554"/>
                  </a:cubicBezTo>
                  <a:cubicBezTo>
                    <a:pt x="407" y="550"/>
                    <a:pt x="407" y="547"/>
                    <a:pt x="407" y="543"/>
                  </a:cubicBezTo>
                  <a:cubicBezTo>
                    <a:pt x="415" y="544"/>
                    <a:pt x="423" y="541"/>
                    <a:pt x="430" y="535"/>
                  </a:cubicBezTo>
                  <a:cubicBezTo>
                    <a:pt x="444" y="523"/>
                    <a:pt x="457" y="511"/>
                    <a:pt x="469" y="497"/>
                  </a:cubicBezTo>
                  <a:cubicBezTo>
                    <a:pt x="483" y="481"/>
                    <a:pt x="494" y="462"/>
                    <a:pt x="504" y="444"/>
                  </a:cubicBezTo>
                  <a:cubicBezTo>
                    <a:pt x="514" y="427"/>
                    <a:pt x="523" y="413"/>
                    <a:pt x="536" y="400"/>
                  </a:cubicBezTo>
                  <a:cubicBezTo>
                    <a:pt x="553" y="383"/>
                    <a:pt x="558" y="364"/>
                    <a:pt x="549" y="342"/>
                  </a:cubicBezTo>
                  <a:cubicBezTo>
                    <a:pt x="544" y="332"/>
                    <a:pt x="527" y="325"/>
                    <a:pt x="516" y="329"/>
                  </a:cubicBezTo>
                  <a:cubicBezTo>
                    <a:pt x="533" y="309"/>
                    <a:pt x="549" y="288"/>
                    <a:pt x="563" y="266"/>
                  </a:cubicBezTo>
                  <a:cubicBezTo>
                    <a:pt x="570" y="255"/>
                    <a:pt x="567" y="240"/>
                    <a:pt x="558" y="231"/>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1" name="Google Shape;71;p10"/>
            <p:cNvSpPr/>
            <p:nvPr/>
          </p:nvSpPr>
          <p:spPr>
            <a:xfrm>
              <a:off x="5462588" y="2581276"/>
              <a:ext cx="1274763" cy="1308100"/>
            </a:xfrm>
            <a:custGeom>
              <a:rect b="b" l="l" r="r" t="t"/>
              <a:pathLst>
                <a:path extrusionOk="0" h="348" w="339">
                  <a:moveTo>
                    <a:pt x="323" y="92"/>
                  </a:moveTo>
                  <a:cubicBezTo>
                    <a:pt x="308" y="65"/>
                    <a:pt x="286" y="83"/>
                    <a:pt x="275" y="103"/>
                  </a:cubicBezTo>
                  <a:cubicBezTo>
                    <a:pt x="272" y="109"/>
                    <a:pt x="269" y="115"/>
                    <a:pt x="266" y="121"/>
                  </a:cubicBezTo>
                  <a:cubicBezTo>
                    <a:pt x="264" y="121"/>
                    <a:pt x="263" y="120"/>
                    <a:pt x="261" y="119"/>
                  </a:cubicBezTo>
                  <a:cubicBezTo>
                    <a:pt x="249" y="111"/>
                    <a:pt x="242" y="94"/>
                    <a:pt x="238" y="76"/>
                  </a:cubicBezTo>
                  <a:cubicBezTo>
                    <a:pt x="246" y="71"/>
                    <a:pt x="253" y="65"/>
                    <a:pt x="256" y="55"/>
                  </a:cubicBezTo>
                  <a:cubicBezTo>
                    <a:pt x="259" y="45"/>
                    <a:pt x="260" y="25"/>
                    <a:pt x="248" y="20"/>
                  </a:cubicBezTo>
                  <a:cubicBezTo>
                    <a:pt x="236" y="15"/>
                    <a:pt x="220" y="19"/>
                    <a:pt x="214" y="32"/>
                  </a:cubicBezTo>
                  <a:cubicBezTo>
                    <a:pt x="210" y="41"/>
                    <a:pt x="210" y="52"/>
                    <a:pt x="211" y="64"/>
                  </a:cubicBezTo>
                  <a:cubicBezTo>
                    <a:pt x="193" y="73"/>
                    <a:pt x="171" y="78"/>
                    <a:pt x="151" y="73"/>
                  </a:cubicBezTo>
                  <a:cubicBezTo>
                    <a:pt x="151" y="73"/>
                    <a:pt x="150" y="73"/>
                    <a:pt x="149" y="72"/>
                  </a:cubicBezTo>
                  <a:cubicBezTo>
                    <a:pt x="154" y="67"/>
                    <a:pt x="158" y="62"/>
                    <a:pt x="161" y="56"/>
                  </a:cubicBezTo>
                  <a:cubicBezTo>
                    <a:pt x="167" y="46"/>
                    <a:pt x="169" y="27"/>
                    <a:pt x="160" y="18"/>
                  </a:cubicBezTo>
                  <a:cubicBezTo>
                    <a:pt x="141" y="0"/>
                    <a:pt x="114" y="25"/>
                    <a:pt x="111" y="46"/>
                  </a:cubicBezTo>
                  <a:cubicBezTo>
                    <a:pt x="110" y="55"/>
                    <a:pt x="113" y="64"/>
                    <a:pt x="117" y="72"/>
                  </a:cubicBezTo>
                  <a:cubicBezTo>
                    <a:pt x="107" y="82"/>
                    <a:pt x="97" y="92"/>
                    <a:pt x="86" y="100"/>
                  </a:cubicBezTo>
                  <a:cubicBezTo>
                    <a:pt x="82" y="103"/>
                    <a:pt x="79" y="105"/>
                    <a:pt x="75" y="106"/>
                  </a:cubicBezTo>
                  <a:cubicBezTo>
                    <a:pt x="75" y="105"/>
                    <a:pt x="75" y="104"/>
                    <a:pt x="74" y="103"/>
                  </a:cubicBezTo>
                  <a:cubicBezTo>
                    <a:pt x="64" y="84"/>
                    <a:pt x="32" y="62"/>
                    <a:pt x="14" y="86"/>
                  </a:cubicBezTo>
                  <a:cubicBezTo>
                    <a:pt x="0" y="105"/>
                    <a:pt x="36" y="127"/>
                    <a:pt x="49" y="132"/>
                  </a:cubicBezTo>
                  <a:cubicBezTo>
                    <a:pt x="53" y="133"/>
                    <a:pt x="57" y="134"/>
                    <a:pt x="61" y="134"/>
                  </a:cubicBezTo>
                  <a:cubicBezTo>
                    <a:pt x="63" y="141"/>
                    <a:pt x="65" y="148"/>
                    <a:pt x="67" y="154"/>
                  </a:cubicBezTo>
                  <a:cubicBezTo>
                    <a:pt x="71" y="168"/>
                    <a:pt x="79" y="180"/>
                    <a:pt x="86" y="193"/>
                  </a:cubicBezTo>
                  <a:cubicBezTo>
                    <a:pt x="94" y="207"/>
                    <a:pt x="98" y="223"/>
                    <a:pt x="102" y="239"/>
                  </a:cubicBezTo>
                  <a:cubicBezTo>
                    <a:pt x="106" y="253"/>
                    <a:pt x="112" y="267"/>
                    <a:pt x="117" y="281"/>
                  </a:cubicBezTo>
                  <a:cubicBezTo>
                    <a:pt x="123" y="298"/>
                    <a:pt x="126" y="316"/>
                    <a:pt x="131" y="333"/>
                  </a:cubicBezTo>
                  <a:cubicBezTo>
                    <a:pt x="135" y="347"/>
                    <a:pt x="157" y="341"/>
                    <a:pt x="153" y="326"/>
                  </a:cubicBezTo>
                  <a:cubicBezTo>
                    <a:pt x="141" y="286"/>
                    <a:pt x="129" y="246"/>
                    <a:pt x="117" y="205"/>
                  </a:cubicBezTo>
                  <a:cubicBezTo>
                    <a:pt x="110" y="186"/>
                    <a:pt x="98" y="171"/>
                    <a:pt x="91" y="153"/>
                  </a:cubicBezTo>
                  <a:cubicBezTo>
                    <a:pt x="88" y="145"/>
                    <a:pt x="86" y="137"/>
                    <a:pt x="83" y="129"/>
                  </a:cubicBezTo>
                  <a:cubicBezTo>
                    <a:pt x="101" y="120"/>
                    <a:pt x="118" y="103"/>
                    <a:pt x="130" y="91"/>
                  </a:cubicBezTo>
                  <a:cubicBezTo>
                    <a:pt x="131" y="90"/>
                    <a:pt x="132" y="90"/>
                    <a:pt x="132" y="89"/>
                  </a:cubicBezTo>
                  <a:cubicBezTo>
                    <a:pt x="145" y="97"/>
                    <a:pt x="160" y="98"/>
                    <a:pt x="175" y="97"/>
                  </a:cubicBezTo>
                  <a:cubicBezTo>
                    <a:pt x="190" y="97"/>
                    <a:pt x="204" y="92"/>
                    <a:pt x="217" y="87"/>
                  </a:cubicBezTo>
                  <a:cubicBezTo>
                    <a:pt x="220" y="95"/>
                    <a:pt x="223" y="102"/>
                    <a:pt x="225" y="108"/>
                  </a:cubicBezTo>
                  <a:cubicBezTo>
                    <a:pt x="232" y="123"/>
                    <a:pt x="243" y="136"/>
                    <a:pt x="257" y="143"/>
                  </a:cubicBezTo>
                  <a:cubicBezTo>
                    <a:pt x="248" y="165"/>
                    <a:pt x="241" y="187"/>
                    <a:pt x="232" y="209"/>
                  </a:cubicBezTo>
                  <a:cubicBezTo>
                    <a:pt x="225" y="230"/>
                    <a:pt x="216" y="251"/>
                    <a:pt x="208" y="272"/>
                  </a:cubicBezTo>
                  <a:cubicBezTo>
                    <a:pt x="200" y="289"/>
                    <a:pt x="191" y="305"/>
                    <a:pt x="187" y="323"/>
                  </a:cubicBezTo>
                  <a:cubicBezTo>
                    <a:pt x="186" y="326"/>
                    <a:pt x="186" y="330"/>
                    <a:pt x="186" y="333"/>
                  </a:cubicBezTo>
                  <a:cubicBezTo>
                    <a:pt x="185" y="348"/>
                    <a:pt x="208" y="348"/>
                    <a:pt x="209" y="333"/>
                  </a:cubicBezTo>
                  <a:cubicBezTo>
                    <a:pt x="210" y="316"/>
                    <a:pt x="220" y="299"/>
                    <a:pt x="228" y="283"/>
                  </a:cubicBezTo>
                  <a:cubicBezTo>
                    <a:pt x="237" y="263"/>
                    <a:pt x="245" y="242"/>
                    <a:pt x="253" y="221"/>
                  </a:cubicBezTo>
                  <a:cubicBezTo>
                    <a:pt x="262" y="196"/>
                    <a:pt x="270" y="171"/>
                    <a:pt x="280" y="147"/>
                  </a:cubicBezTo>
                  <a:cubicBezTo>
                    <a:pt x="282" y="147"/>
                    <a:pt x="283" y="146"/>
                    <a:pt x="285" y="146"/>
                  </a:cubicBezTo>
                  <a:cubicBezTo>
                    <a:pt x="309" y="141"/>
                    <a:pt x="339" y="120"/>
                    <a:pt x="323" y="92"/>
                  </a:cubicBezTo>
                  <a:close/>
                  <a:moveTo>
                    <a:pt x="39" y="99"/>
                  </a:moveTo>
                  <a:cubicBezTo>
                    <a:pt x="39" y="99"/>
                    <a:pt x="39" y="99"/>
                    <a:pt x="40" y="99"/>
                  </a:cubicBezTo>
                  <a:cubicBezTo>
                    <a:pt x="43" y="100"/>
                    <a:pt x="46" y="103"/>
                    <a:pt x="48" y="106"/>
                  </a:cubicBezTo>
                  <a:cubicBezTo>
                    <a:pt x="46" y="105"/>
                    <a:pt x="45" y="104"/>
                    <a:pt x="43" y="103"/>
                  </a:cubicBezTo>
                  <a:cubicBezTo>
                    <a:pt x="42" y="102"/>
                    <a:pt x="40" y="101"/>
                    <a:pt x="39" y="99"/>
                  </a:cubicBezTo>
                  <a:close/>
                  <a:moveTo>
                    <a:pt x="142" y="37"/>
                  </a:moveTo>
                  <a:cubicBezTo>
                    <a:pt x="142" y="36"/>
                    <a:pt x="143" y="36"/>
                    <a:pt x="143" y="36"/>
                  </a:cubicBezTo>
                  <a:cubicBezTo>
                    <a:pt x="143" y="39"/>
                    <a:pt x="142" y="42"/>
                    <a:pt x="141" y="44"/>
                  </a:cubicBezTo>
                  <a:cubicBezTo>
                    <a:pt x="139" y="48"/>
                    <a:pt x="137" y="51"/>
                    <a:pt x="135" y="54"/>
                  </a:cubicBezTo>
                  <a:cubicBezTo>
                    <a:pt x="134" y="48"/>
                    <a:pt x="136" y="41"/>
                    <a:pt x="142" y="37"/>
                  </a:cubicBezTo>
                  <a:close/>
                  <a:moveTo>
                    <a:pt x="234" y="43"/>
                  </a:moveTo>
                  <a:cubicBezTo>
                    <a:pt x="235" y="43"/>
                    <a:pt x="235" y="43"/>
                    <a:pt x="235" y="43"/>
                  </a:cubicBezTo>
                  <a:cubicBezTo>
                    <a:pt x="235" y="45"/>
                    <a:pt x="234" y="46"/>
                    <a:pt x="234" y="48"/>
                  </a:cubicBezTo>
                  <a:cubicBezTo>
                    <a:pt x="234" y="47"/>
                    <a:pt x="234" y="47"/>
                    <a:pt x="234" y="46"/>
                  </a:cubicBezTo>
                  <a:cubicBezTo>
                    <a:pt x="234" y="45"/>
                    <a:pt x="234" y="44"/>
                    <a:pt x="234" y="43"/>
                  </a:cubicBezTo>
                  <a:close/>
                  <a:moveTo>
                    <a:pt x="300" y="115"/>
                  </a:moveTo>
                  <a:cubicBezTo>
                    <a:pt x="298" y="117"/>
                    <a:pt x="295" y="119"/>
                    <a:pt x="292" y="120"/>
                  </a:cubicBezTo>
                  <a:cubicBezTo>
                    <a:pt x="294" y="118"/>
                    <a:pt x="295" y="115"/>
                    <a:pt x="296" y="112"/>
                  </a:cubicBezTo>
                  <a:cubicBezTo>
                    <a:pt x="298" y="109"/>
                    <a:pt x="300" y="105"/>
                    <a:pt x="303" y="103"/>
                  </a:cubicBezTo>
                  <a:cubicBezTo>
                    <a:pt x="304" y="104"/>
                    <a:pt x="304" y="106"/>
                    <a:pt x="304" y="108"/>
                  </a:cubicBezTo>
                  <a:cubicBezTo>
                    <a:pt x="305" y="111"/>
                    <a:pt x="302" y="114"/>
                    <a:pt x="300" y="115"/>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2" name="Google Shape;72;p10"/>
            <p:cNvSpPr/>
            <p:nvPr/>
          </p:nvSpPr>
          <p:spPr>
            <a:xfrm>
              <a:off x="5011670" y="1248813"/>
              <a:ext cx="285750" cy="315913"/>
            </a:xfrm>
            <a:custGeom>
              <a:rect b="b" l="l" r="r" t="t"/>
              <a:pathLst>
                <a:path extrusionOk="0" h="84" w="76">
                  <a:moveTo>
                    <a:pt x="72" y="66"/>
                  </a:moveTo>
                  <a:cubicBezTo>
                    <a:pt x="65" y="50"/>
                    <a:pt x="59" y="33"/>
                    <a:pt x="54" y="15"/>
                  </a:cubicBezTo>
                  <a:cubicBezTo>
                    <a:pt x="51" y="1"/>
                    <a:pt x="28" y="7"/>
                    <a:pt x="32" y="21"/>
                  </a:cubicBezTo>
                  <a:cubicBezTo>
                    <a:pt x="33" y="23"/>
                    <a:pt x="33" y="25"/>
                    <a:pt x="34" y="27"/>
                  </a:cubicBezTo>
                  <a:cubicBezTo>
                    <a:pt x="31" y="23"/>
                    <a:pt x="29" y="18"/>
                    <a:pt x="27" y="14"/>
                  </a:cubicBezTo>
                  <a:cubicBezTo>
                    <a:pt x="22" y="0"/>
                    <a:pt x="0" y="6"/>
                    <a:pt x="5" y="20"/>
                  </a:cubicBezTo>
                  <a:cubicBezTo>
                    <a:pt x="15" y="44"/>
                    <a:pt x="33" y="82"/>
                    <a:pt x="63" y="83"/>
                  </a:cubicBezTo>
                  <a:cubicBezTo>
                    <a:pt x="72" y="84"/>
                    <a:pt x="76" y="73"/>
                    <a:pt x="72" y="66"/>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3" name="Google Shape;73;p10"/>
            <p:cNvSpPr/>
            <p:nvPr/>
          </p:nvSpPr>
          <p:spPr>
            <a:xfrm>
              <a:off x="5988051" y="968820"/>
              <a:ext cx="188912" cy="354013"/>
            </a:xfrm>
            <a:custGeom>
              <a:rect b="b" l="l" r="r" t="t"/>
              <a:pathLst>
                <a:path extrusionOk="0" h="94" w="50">
                  <a:moveTo>
                    <a:pt x="49" y="26"/>
                  </a:moveTo>
                  <a:cubicBezTo>
                    <a:pt x="49" y="23"/>
                    <a:pt x="48" y="21"/>
                    <a:pt x="47" y="19"/>
                  </a:cubicBezTo>
                  <a:cubicBezTo>
                    <a:pt x="47" y="16"/>
                    <a:pt x="47" y="13"/>
                    <a:pt x="46" y="10"/>
                  </a:cubicBezTo>
                  <a:cubicBezTo>
                    <a:pt x="45" y="4"/>
                    <a:pt x="38" y="0"/>
                    <a:pt x="32" y="2"/>
                  </a:cubicBezTo>
                  <a:cubicBezTo>
                    <a:pt x="26" y="3"/>
                    <a:pt x="21" y="5"/>
                    <a:pt x="15" y="5"/>
                  </a:cubicBezTo>
                  <a:cubicBezTo>
                    <a:pt x="0" y="6"/>
                    <a:pt x="0" y="29"/>
                    <a:pt x="15" y="28"/>
                  </a:cubicBezTo>
                  <a:cubicBezTo>
                    <a:pt x="17" y="28"/>
                    <a:pt x="20" y="28"/>
                    <a:pt x="22" y="28"/>
                  </a:cubicBezTo>
                  <a:cubicBezTo>
                    <a:pt x="19" y="34"/>
                    <a:pt x="16" y="41"/>
                    <a:pt x="15" y="46"/>
                  </a:cubicBezTo>
                  <a:cubicBezTo>
                    <a:pt x="12" y="58"/>
                    <a:pt x="10" y="70"/>
                    <a:pt x="13" y="82"/>
                  </a:cubicBezTo>
                  <a:cubicBezTo>
                    <a:pt x="15" y="90"/>
                    <a:pt x="27" y="94"/>
                    <a:pt x="33" y="87"/>
                  </a:cubicBezTo>
                  <a:cubicBezTo>
                    <a:pt x="45" y="71"/>
                    <a:pt x="50" y="46"/>
                    <a:pt x="49" y="26"/>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4" name="Google Shape;74;p10"/>
            <p:cNvSpPr/>
            <p:nvPr/>
          </p:nvSpPr>
          <p:spPr>
            <a:xfrm>
              <a:off x="6869113" y="1319213"/>
              <a:ext cx="320675" cy="352425"/>
            </a:xfrm>
            <a:custGeom>
              <a:rect b="b" l="l" r="r" t="t"/>
              <a:pathLst>
                <a:path extrusionOk="0" h="94" w="85">
                  <a:moveTo>
                    <a:pt x="61" y="15"/>
                  </a:moveTo>
                  <a:cubicBezTo>
                    <a:pt x="61" y="14"/>
                    <a:pt x="61" y="12"/>
                    <a:pt x="60" y="10"/>
                  </a:cubicBezTo>
                  <a:cubicBezTo>
                    <a:pt x="58" y="5"/>
                    <a:pt x="52" y="0"/>
                    <a:pt x="46" y="2"/>
                  </a:cubicBezTo>
                  <a:cubicBezTo>
                    <a:pt x="33" y="7"/>
                    <a:pt x="26" y="15"/>
                    <a:pt x="20" y="27"/>
                  </a:cubicBezTo>
                  <a:cubicBezTo>
                    <a:pt x="16" y="38"/>
                    <a:pt x="17" y="51"/>
                    <a:pt x="8" y="59"/>
                  </a:cubicBezTo>
                  <a:cubicBezTo>
                    <a:pt x="0" y="66"/>
                    <a:pt x="6" y="77"/>
                    <a:pt x="15" y="78"/>
                  </a:cubicBezTo>
                  <a:cubicBezTo>
                    <a:pt x="15" y="78"/>
                    <a:pt x="15" y="78"/>
                    <a:pt x="15" y="79"/>
                  </a:cubicBezTo>
                  <a:cubicBezTo>
                    <a:pt x="13" y="88"/>
                    <a:pt x="20" y="94"/>
                    <a:pt x="29" y="93"/>
                  </a:cubicBezTo>
                  <a:cubicBezTo>
                    <a:pt x="43" y="91"/>
                    <a:pt x="52" y="77"/>
                    <a:pt x="60" y="66"/>
                  </a:cubicBezTo>
                  <a:cubicBezTo>
                    <a:pt x="68" y="54"/>
                    <a:pt x="75" y="40"/>
                    <a:pt x="80" y="26"/>
                  </a:cubicBezTo>
                  <a:cubicBezTo>
                    <a:pt x="85" y="14"/>
                    <a:pt x="69" y="8"/>
                    <a:pt x="61" y="15"/>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5" name="Google Shape;75;p10"/>
            <p:cNvSpPr/>
            <p:nvPr/>
          </p:nvSpPr>
          <p:spPr>
            <a:xfrm>
              <a:off x="7351713" y="2228851"/>
              <a:ext cx="349250" cy="179388"/>
            </a:xfrm>
            <a:custGeom>
              <a:rect b="b" l="l" r="r" t="t"/>
              <a:pathLst>
                <a:path extrusionOk="0" h="48" w="93">
                  <a:moveTo>
                    <a:pt x="90" y="33"/>
                  </a:moveTo>
                  <a:cubicBezTo>
                    <a:pt x="87" y="25"/>
                    <a:pt x="86" y="18"/>
                    <a:pt x="84" y="11"/>
                  </a:cubicBezTo>
                  <a:cubicBezTo>
                    <a:pt x="83" y="5"/>
                    <a:pt x="76" y="0"/>
                    <a:pt x="70" y="2"/>
                  </a:cubicBezTo>
                  <a:cubicBezTo>
                    <a:pt x="57" y="8"/>
                    <a:pt x="44" y="15"/>
                    <a:pt x="31" y="19"/>
                  </a:cubicBezTo>
                  <a:cubicBezTo>
                    <a:pt x="31" y="19"/>
                    <a:pt x="31" y="19"/>
                    <a:pt x="30" y="19"/>
                  </a:cubicBezTo>
                  <a:cubicBezTo>
                    <a:pt x="30" y="18"/>
                    <a:pt x="29" y="18"/>
                    <a:pt x="29" y="18"/>
                  </a:cubicBezTo>
                  <a:cubicBezTo>
                    <a:pt x="24" y="9"/>
                    <a:pt x="8" y="13"/>
                    <a:pt x="8" y="23"/>
                  </a:cubicBezTo>
                  <a:cubicBezTo>
                    <a:pt x="0" y="29"/>
                    <a:pt x="2" y="44"/>
                    <a:pt x="14" y="44"/>
                  </a:cubicBezTo>
                  <a:cubicBezTo>
                    <a:pt x="19" y="44"/>
                    <a:pt x="24" y="44"/>
                    <a:pt x="28" y="43"/>
                  </a:cubicBezTo>
                  <a:cubicBezTo>
                    <a:pt x="44" y="47"/>
                    <a:pt x="65" y="45"/>
                    <a:pt x="76" y="47"/>
                  </a:cubicBezTo>
                  <a:cubicBezTo>
                    <a:pt x="83" y="48"/>
                    <a:pt x="93" y="42"/>
                    <a:pt x="90" y="33"/>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6" name="Google Shape;76;p10"/>
            <p:cNvSpPr/>
            <p:nvPr/>
          </p:nvSpPr>
          <p:spPr>
            <a:xfrm>
              <a:off x="7234238" y="3190876"/>
              <a:ext cx="368300" cy="247650"/>
            </a:xfrm>
            <a:custGeom>
              <a:rect b="b" l="l" r="r" t="t"/>
              <a:pathLst>
                <a:path extrusionOk="0" h="66" w="98">
                  <a:moveTo>
                    <a:pt x="97" y="50"/>
                  </a:moveTo>
                  <a:cubicBezTo>
                    <a:pt x="95" y="39"/>
                    <a:pt x="91" y="29"/>
                    <a:pt x="80" y="27"/>
                  </a:cubicBezTo>
                  <a:cubicBezTo>
                    <a:pt x="76" y="26"/>
                    <a:pt x="72" y="26"/>
                    <a:pt x="68" y="28"/>
                  </a:cubicBezTo>
                  <a:cubicBezTo>
                    <a:pt x="61" y="19"/>
                    <a:pt x="54" y="9"/>
                    <a:pt x="45" y="3"/>
                  </a:cubicBezTo>
                  <a:cubicBezTo>
                    <a:pt x="40" y="0"/>
                    <a:pt x="35" y="1"/>
                    <a:pt x="32" y="4"/>
                  </a:cubicBezTo>
                  <a:cubicBezTo>
                    <a:pt x="26" y="4"/>
                    <a:pt x="20" y="5"/>
                    <a:pt x="15" y="6"/>
                  </a:cubicBezTo>
                  <a:cubicBezTo>
                    <a:pt x="0" y="6"/>
                    <a:pt x="0" y="29"/>
                    <a:pt x="15" y="29"/>
                  </a:cubicBezTo>
                  <a:cubicBezTo>
                    <a:pt x="19" y="28"/>
                    <a:pt x="24" y="28"/>
                    <a:pt x="28" y="28"/>
                  </a:cubicBezTo>
                  <a:cubicBezTo>
                    <a:pt x="29" y="28"/>
                    <a:pt x="30" y="28"/>
                    <a:pt x="30" y="28"/>
                  </a:cubicBezTo>
                  <a:cubicBezTo>
                    <a:pt x="30" y="31"/>
                    <a:pt x="29" y="33"/>
                    <a:pt x="29" y="36"/>
                  </a:cubicBezTo>
                  <a:cubicBezTo>
                    <a:pt x="28" y="45"/>
                    <a:pt x="34" y="54"/>
                    <a:pt x="42" y="57"/>
                  </a:cubicBezTo>
                  <a:cubicBezTo>
                    <a:pt x="50" y="60"/>
                    <a:pt x="57" y="58"/>
                    <a:pt x="64" y="55"/>
                  </a:cubicBezTo>
                  <a:cubicBezTo>
                    <a:pt x="64" y="55"/>
                    <a:pt x="64" y="55"/>
                    <a:pt x="65" y="55"/>
                  </a:cubicBezTo>
                  <a:cubicBezTo>
                    <a:pt x="70" y="59"/>
                    <a:pt x="75" y="62"/>
                    <a:pt x="83" y="64"/>
                  </a:cubicBezTo>
                  <a:cubicBezTo>
                    <a:pt x="92" y="66"/>
                    <a:pt x="98" y="58"/>
                    <a:pt x="97" y="50"/>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7" name="Google Shape;77;p10"/>
            <p:cNvSpPr/>
            <p:nvPr/>
          </p:nvSpPr>
          <p:spPr>
            <a:xfrm>
              <a:off x="4600576" y="3221038"/>
              <a:ext cx="349250" cy="209550"/>
            </a:xfrm>
            <a:custGeom>
              <a:rect b="b" l="l" r="r" t="t"/>
              <a:pathLst>
                <a:path extrusionOk="0" h="56" w="93">
                  <a:moveTo>
                    <a:pt x="87" y="6"/>
                  </a:moveTo>
                  <a:cubicBezTo>
                    <a:pt x="81" y="0"/>
                    <a:pt x="74" y="1"/>
                    <a:pt x="67" y="2"/>
                  </a:cubicBezTo>
                  <a:cubicBezTo>
                    <a:pt x="62" y="3"/>
                    <a:pt x="56" y="5"/>
                    <a:pt x="51" y="8"/>
                  </a:cubicBezTo>
                  <a:cubicBezTo>
                    <a:pt x="49" y="7"/>
                    <a:pt x="47" y="6"/>
                    <a:pt x="46" y="5"/>
                  </a:cubicBezTo>
                  <a:cubicBezTo>
                    <a:pt x="41" y="2"/>
                    <a:pt x="37" y="3"/>
                    <a:pt x="34" y="5"/>
                  </a:cubicBezTo>
                  <a:cubicBezTo>
                    <a:pt x="31" y="4"/>
                    <a:pt x="28" y="4"/>
                    <a:pt x="24" y="4"/>
                  </a:cubicBezTo>
                  <a:cubicBezTo>
                    <a:pt x="4" y="6"/>
                    <a:pt x="0" y="24"/>
                    <a:pt x="2" y="41"/>
                  </a:cubicBezTo>
                  <a:cubicBezTo>
                    <a:pt x="4" y="55"/>
                    <a:pt x="27" y="56"/>
                    <a:pt x="25" y="41"/>
                  </a:cubicBezTo>
                  <a:cubicBezTo>
                    <a:pt x="25" y="40"/>
                    <a:pt x="25" y="40"/>
                    <a:pt x="25" y="39"/>
                  </a:cubicBezTo>
                  <a:cubicBezTo>
                    <a:pt x="27" y="47"/>
                    <a:pt x="34" y="52"/>
                    <a:pt x="42" y="47"/>
                  </a:cubicBezTo>
                  <a:cubicBezTo>
                    <a:pt x="47" y="43"/>
                    <a:pt x="49" y="39"/>
                    <a:pt x="50" y="33"/>
                  </a:cubicBezTo>
                  <a:cubicBezTo>
                    <a:pt x="50" y="33"/>
                    <a:pt x="51" y="33"/>
                    <a:pt x="52" y="33"/>
                  </a:cubicBezTo>
                  <a:cubicBezTo>
                    <a:pt x="63" y="36"/>
                    <a:pt x="76" y="36"/>
                    <a:pt x="85" y="27"/>
                  </a:cubicBezTo>
                  <a:cubicBezTo>
                    <a:pt x="90" y="21"/>
                    <a:pt x="93" y="12"/>
                    <a:pt x="87" y="6"/>
                  </a:cubicBezTo>
                  <a:close/>
                  <a:moveTo>
                    <a:pt x="25" y="36"/>
                  </a:moveTo>
                  <a:cubicBezTo>
                    <a:pt x="25" y="34"/>
                    <a:pt x="25" y="32"/>
                    <a:pt x="25" y="30"/>
                  </a:cubicBezTo>
                  <a:cubicBezTo>
                    <a:pt x="25" y="29"/>
                    <a:pt x="25" y="28"/>
                    <a:pt x="25" y="28"/>
                  </a:cubicBezTo>
                  <a:cubicBezTo>
                    <a:pt x="25" y="27"/>
                    <a:pt x="25" y="27"/>
                    <a:pt x="25" y="27"/>
                  </a:cubicBezTo>
                  <a:cubicBezTo>
                    <a:pt x="26" y="27"/>
                    <a:pt x="26" y="27"/>
                    <a:pt x="27" y="27"/>
                  </a:cubicBezTo>
                  <a:cubicBezTo>
                    <a:pt x="27" y="29"/>
                    <a:pt x="27" y="29"/>
                    <a:pt x="30" y="27"/>
                  </a:cubicBezTo>
                  <a:cubicBezTo>
                    <a:pt x="30" y="27"/>
                    <a:pt x="30" y="27"/>
                    <a:pt x="30" y="27"/>
                  </a:cubicBezTo>
                  <a:cubicBezTo>
                    <a:pt x="26" y="30"/>
                    <a:pt x="25" y="33"/>
                    <a:pt x="25" y="36"/>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8" name="Google Shape;78;p10"/>
            <p:cNvSpPr/>
            <p:nvPr/>
          </p:nvSpPr>
          <p:spPr>
            <a:xfrm>
              <a:off x="4441826" y="2228851"/>
              <a:ext cx="381000" cy="195263"/>
            </a:xfrm>
            <a:custGeom>
              <a:rect b="b" l="l" r="r" t="t"/>
              <a:pathLst>
                <a:path extrusionOk="0" h="52" w="101">
                  <a:moveTo>
                    <a:pt x="77" y="14"/>
                  </a:moveTo>
                  <a:cubicBezTo>
                    <a:pt x="62" y="7"/>
                    <a:pt x="48" y="0"/>
                    <a:pt x="31" y="0"/>
                  </a:cubicBezTo>
                  <a:cubicBezTo>
                    <a:pt x="23" y="0"/>
                    <a:pt x="19" y="7"/>
                    <a:pt x="20" y="14"/>
                  </a:cubicBezTo>
                  <a:cubicBezTo>
                    <a:pt x="18" y="14"/>
                    <a:pt x="17" y="14"/>
                    <a:pt x="15" y="14"/>
                  </a:cubicBezTo>
                  <a:cubicBezTo>
                    <a:pt x="0" y="13"/>
                    <a:pt x="0" y="36"/>
                    <a:pt x="15" y="37"/>
                  </a:cubicBezTo>
                  <a:cubicBezTo>
                    <a:pt x="34" y="37"/>
                    <a:pt x="50" y="40"/>
                    <a:pt x="67" y="48"/>
                  </a:cubicBezTo>
                  <a:cubicBezTo>
                    <a:pt x="77" y="52"/>
                    <a:pt x="94" y="51"/>
                    <a:pt x="98" y="38"/>
                  </a:cubicBezTo>
                  <a:cubicBezTo>
                    <a:pt x="101" y="26"/>
                    <a:pt x="86" y="18"/>
                    <a:pt x="77" y="14"/>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79" name="Google Shape;79;p10"/>
            <p:cNvSpPr/>
            <p:nvPr/>
          </p:nvSpPr>
          <p:spPr>
            <a:xfrm>
              <a:off x="5619751" y="3903663"/>
              <a:ext cx="971550" cy="142875"/>
            </a:xfrm>
            <a:custGeom>
              <a:rect b="b" l="l" r="r" t="t"/>
              <a:pathLst>
                <a:path extrusionOk="0" h="38" w="258">
                  <a:moveTo>
                    <a:pt x="243" y="1"/>
                  </a:moveTo>
                  <a:cubicBezTo>
                    <a:pt x="205" y="1"/>
                    <a:pt x="167" y="0"/>
                    <a:pt x="129" y="1"/>
                  </a:cubicBezTo>
                  <a:cubicBezTo>
                    <a:pt x="90" y="2"/>
                    <a:pt x="53" y="6"/>
                    <a:pt x="15" y="9"/>
                  </a:cubicBezTo>
                  <a:cubicBezTo>
                    <a:pt x="0" y="10"/>
                    <a:pt x="0" y="34"/>
                    <a:pt x="15" y="32"/>
                  </a:cubicBezTo>
                  <a:cubicBezTo>
                    <a:pt x="41" y="30"/>
                    <a:pt x="67" y="28"/>
                    <a:pt x="93" y="26"/>
                  </a:cubicBezTo>
                  <a:cubicBezTo>
                    <a:pt x="94" y="32"/>
                    <a:pt x="99" y="38"/>
                    <a:pt x="107" y="35"/>
                  </a:cubicBezTo>
                  <a:cubicBezTo>
                    <a:pt x="126" y="27"/>
                    <a:pt x="149" y="32"/>
                    <a:pt x="169" y="32"/>
                  </a:cubicBezTo>
                  <a:cubicBezTo>
                    <a:pt x="181" y="32"/>
                    <a:pt x="192" y="33"/>
                    <a:pt x="204" y="32"/>
                  </a:cubicBezTo>
                  <a:cubicBezTo>
                    <a:pt x="217" y="30"/>
                    <a:pt x="230" y="25"/>
                    <a:pt x="243" y="24"/>
                  </a:cubicBezTo>
                  <a:cubicBezTo>
                    <a:pt x="258" y="22"/>
                    <a:pt x="258" y="1"/>
                    <a:pt x="243" y="1"/>
                  </a:cubicBezTo>
                  <a:close/>
                </a:path>
              </a:pathLst>
            </a:custGeom>
            <a:solidFill>
              <a:srgbClr val="3C34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0" name="Google Shape;80;p10"/>
            <p:cNvSpPr/>
            <p:nvPr/>
          </p:nvSpPr>
          <p:spPr>
            <a:xfrm>
              <a:off x="5605463" y="4081463"/>
              <a:ext cx="974725" cy="153988"/>
            </a:xfrm>
            <a:custGeom>
              <a:rect b="b" l="l" r="r" t="t"/>
              <a:pathLst>
                <a:path extrusionOk="0" h="41" w="259">
                  <a:moveTo>
                    <a:pt x="248" y="5"/>
                  </a:moveTo>
                  <a:cubicBezTo>
                    <a:pt x="227" y="1"/>
                    <a:pt x="206" y="2"/>
                    <a:pt x="186" y="2"/>
                  </a:cubicBezTo>
                  <a:cubicBezTo>
                    <a:pt x="163" y="3"/>
                    <a:pt x="140" y="3"/>
                    <a:pt x="117" y="3"/>
                  </a:cubicBezTo>
                  <a:cubicBezTo>
                    <a:pt x="98" y="3"/>
                    <a:pt x="79" y="2"/>
                    <a:pt x="60" y="1"/>
                  </a:cubicBezTo>
                  <a:cubicBezTo>
                    <a:pt x="44" y="0"/>
                    <a:pt x="26" y="1"/>
                    <a:pt x="12" y="11"/>
                  </a:cubicBezTo>
                  <a:cubicBezTo>
                    <a:pt x="0" y="19"/>
                    <a:pt x="12" y="39"/>
                    <a:pt x="24" y="31"/>
                  </a:cubicBezTo>
                  <a:cubicBezTo>
                    <a:pt x="35" y="22"/>
                    <a:pt x="50" y="24"/>
                    <a:pt x="64" y="25"/>
                  </a:cubicBezTo>
                  <a:cubicBezTo>
                    <a:pt x="76" y="25"/>
                    <a:pt x="88" y="26"/>
                    <a:pt x="100" y="26"/>
                  </a:cubicBezTo>
                  <a:cubicBezTo>
                    <a:pt x="98" y="32"/>
                    <a:pt x="102" y="40"/>
                    <a:pt x="110" y="40"/>
                  </a:cubicBezTo>
                  <a:cubicBezTo>
                    <a:pt x="137" y="40"/>
                    <a:pt x="164" y="41"/>
                    <a:pt x="191" y="40"/>
                  </a:cubicBezTo>
                  <a:cubicBezTo>
                    <a:pt x="210" y="40"/>
                    <a:pt x="235" y="38"/>
                    <a:pt x="250" y="26"/>
                  </a:cubicBezTo>
                  <a:cubicBezTo>
                    <a:pt x="257" y="21"/>
                    <a:pt x="259" y="7"/>
                    <a:pt x="248" y="5"/>
                  </a:cubicBezTo>
                  <a:close/>
                </a:path>
              </a:pathLst>
            </a:custGeom>
            <a:solidFill>
              <a:srgbClr val="3C34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1" name="Google Shape;81;p10"/>
            <p:cNvSpPr/>
            <p:nvPr/>
          </p:nvSpPr>
          <p:spPr>
            <a:xfrm>
              <a:off x="5619751" y="4230688"/>
              <a:ext cx="925513" cy="403225"/>
            </a:xfrm>
            <a:custGeom>
              <a:rect b="b" l="l" r="r" t="t"/>
              <a:pathLst>
                <a:path extrusionOk="0" h="107" w="246">
                  <a:moveTo>
                    <a:pt x="239" y="18"/>
                  </a:moveTo>
                  <a:cubicBezTo>
                    <a:pt x="221" y="0"/>
                    <a:pt x="182" y="9"/>
                    <a:pt x="159" y="9"/>
                  </a:cubicBezTo>
                  <a:cubicBezTo>
                    <a:pt x="110" y="9"/>
                    <a:pt x="62" y="10"/>
                    <a:pt x="15" y="23"/>
                  </a:cubicBezTo>
                  <a:cubicBezTo>
                    <a:pt x="0" y="27"/>
                    <a:pt x="6" y="49"/>
                    <a:pt x="21" y="45"/>
                  </a:cubicBezTo>
                  <a:cubicBezTo>
                    <a:pt x="29" y="43"/>
                    <a:pt x="37" y="41"/>
                    <a:pt x="45" y="40"/>
                  </a:cubicBezTo>
                  <a:cubicBezTo>
                    <a:pt x="42" y="44"/>
                    <a:pt x="43" y="51"/>
                    <a:pt x="46" y="54"/>
                  </a:cubicBezTo>
                  <a:cubicBezTo>
                    <a:pt x="51" y="59"/>
                    <a:pt x="57" y="62"/>
                    <a:pt x="64" y="63"/>
                  </a:cubicBezTo>
                  <a:cubicBezTo>
                    <a:pt x="62" y="65"/>
                    <a:pt x="60" y="69"/>
                    <a:pt x="61" y="73"/>
                  </a:cubicBezTo>
                  <a:cubicBezTo>
                    <a:pt x="62" y="75"/>
                    <a:pt x="62" y="76"/>
                    <a:pt x="63" y="78"/>
                  </a:cubicBezTo>
                  <a:cubicBezTo>
                    <a:pt x="61" y="83"/>
                    <a:pt x="61" y="88"/>
                    <a:pt x="63" y="95"/>
                  </a:cubicBezTo>
                  <a:cubicBezTo>
                    <a:pt x="66" y="102"/>
                    <a:pt x="73" y="105"/>
                    <a:pt x="80" y="102"/>
                  </a:cubicBezTo>
                  <a:cubicBezTo>
                    <a:pt x="82" y="101"/>
                    <a:pt x="83" y="101"/>
                    <a:pt x="84" y="100"/>
                  </a:cubicBezTo>
                  <a:cubicBezTo>
                    <a:pt x="92" y="104"/>
                    <a:pt x="102" y="105"/>
                    <a:pt x="112" y="106"/>
                  </a:cubicBezTo>
                  <a:cubicBezTo>
                    <a:pt x="124" y="107"/>
                    <a:pt x="138" y="107"/>
                    <a:pt x="150" y="106"/>
                  </a:cubicBezTo>
                  <a:cubicBezTo>
                    <a:pt x="169" y="104"/>
                    <a:pt x="178" y="91"/>
                    <a:pt x="189" y="78"/>
                  </a:cubicBezTo>
                  <a:cubicBezTo>
                    <a:pt x="192" y="76"/>
                    <a:pt x="193" y="73"/>
                    <a:pt x="193" y="70"/>
                  </a:cubicBezTo>
                  <a:cubicBezTo>
                    <a:pt x="196" y="66"/>
                    <a:pt x="199" y="62"/>
                    <a:pt x="200" y="56"/>
                  </a:cubicBezTo>
                  <a:cubicBezTo>
                    <a:pt x="201" y="52"/>
                    <a:pt x="200" y="47"/>
                    <a:pt x="197" y="45"/>
                  </a:cubicBezTo>
                  <a:cubicBezTo>
                    <a:pt x="210" y="43"/>
                    <a:pt x="223" y="41"/>
                    <a:pt x="234" y="37"/>
                  </a:cubicBezTo>
                  <a:cubicBezTo>
                    <a:pt x="242" y="34"/>
                    <a:pt x="246" y="24"/>
                    <a:pt x="239" y="18"/>
                  </a:cubicBezTo>
                  <a:close/>
                  <a:moveTo>
                    <a:pt x="97" y="62"/>
                  </a:moveTo>
                  <a:cubicBezTo>
                    <a:pt x="100" y="62"/>
                    <a:pt x="102" y="62"/>
                    <a:pt x="104" y="62"/>
                  </a:cubicBezTo>
                  <a:cubicBezTo>
                    <a:pt x="124" y="62"/>
                    <a:pt x="145" y="60"/>
                    <a:pt x="166" y="62"/>
                  </a:cubicBezTo>
                  <a:cubicBezTo>
                    <a:pt x="143" y="65"/>
                    <a:pt x="120" y="63"/>
                    <a:pt x="97" y="62"/>
                  </a:cubicBezTo>
                  <a:close/>
                </a:path>
              </a:pathLst>
            </a:custGeom>
            <a:solidFill>
              <a:srgbClr val="3C34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2" name="Google Shape;82;p10"/>
            <p:cNvSpPr/>
            <p:nvPr/>
          </p:nvSpPr>
          <p:spPr>
            <a:xfrm>
              <a:off x="7475538" y="3452813"/>
              <a:ext cx="11113" cy="7938"/>
            </a:xfrm>
            <a:custGeom>
              <a:rect b="b" l="l" r="r" t="t"/>
              <a:pathLst>
                <a:path extrusionOk="0" h="2" w="3">
                  <a:moveTo>
                    <a:pt x="3" y="2"/>
                  </a:moveTo>
                  <a:cubicBezTo>
                    <a:pt x="2" y="1"/>
                    <a:pt x="1" y="1"/>
                    <a:pt x="0" y="0"/>
                  </a:cubicBezTo>
                  <a:cubicBezTo>
                    <a:pt x="0" y="0"/>
                    <a:pt x="1" y="1"/>
                    <a:pt x="1" y="1"/>
                  </a:cubicBezTo>
                  <a:cubicBezTo>
                    <a:pt x="2" y="1"/>
                    <a:pt x="3" y="1"/>
                    <a:pt x="3" y="2"/>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3" name="Google Shape;83;p10"/>
            <p:cNvSpPr/>
            <p:nvPr/>
          </p:nvSpPr>
          <p:spPr>
            <a:xfrm>
              <a:off x="7489826" y="3460751"/>
              <a:ext cx="11113" cy="3175"/>
            </a:xfrm>
            <a:custGeom>
              <a:rect b="b" l="l" r="r" t="t"/>
              <a:pathLst>
                <a:path extrusionOk="0" h="1" w="3">
                  <a:moveTo>
                    <a:pt x="0" y="0"/>
                  </a:moveTo>
                  <a:cubicBezTo>
                    <a:pt x="1" y="0"/>
                    <a:pt x="2" y="0"/>
                    <a:pt x="3" y="1"/>
                  </a:cubicBezTo>
                  <a:cubicBezTo>
                    <a:pt x="2" y="0"/>
                    <a:pt x="1"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4" name="Google Shape;84;p10"/>
            <p:cNvSpPr/>
            <p:nvPr/>
          </p:nvSpPr>
          <p:spPr>
            <a:xfrm>
              <a:off x="7486651" y="3460751"/>
              <a:ext cx="3175" cy="0"/>
            </a:xfrm>
            <a:custGeom>
              <a:rect b="b" l="l" r="r" t="t"/>
              <a:pathLst>
                <a:path extrusionOk="0" h="120000" w="1">
                  <a:moveTo>
                    <a:pt x="0" y="0"/>
                  </a:moveTo>
                  <a:cubicBezTo>
                    <a:pt x="0" y="0"/>
                    <a:pt x="0" y="0"/>
                    <a:pt x="1" y="0"/>
                  </a:cubicBezTo>
                  <a:cubicBezTo>
                    <a:pt x="0" y="0"/>
                    <a:pt x="0"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5" name="Google Shape;85;p10"/>
            <p:cNvSpPr/>
            <p:nvPr/>
          </p:nvSpPr>
          <p:spPr>
            <a:xfrm>
              <a:off x="7475538" y="3452813"/>
              <a:ext cx="0" cy="0"/>
            </a:xfrm>
            <a:custGeom>
              <a:rect b="b" l="l" r="r" t="t"/>
              <a:pathLst>
                <a:path extrusionOk="0" h="120000" w="120000">
                  <a:moveTo>
                    <a:pt x="0" y="0"/>
                  </a:moveTo>
                  <a:cubicBezTo>
                    <a:pt x="0" y="0"/>
                    <a:pt x="0" y="0"/>
                    <a:pt x="0" y="0"/>
                  </a:cubicBezTo>
                  <a:cubicBezTo>
                    <a:pt x="0" y="0"/>
                    <a:pt x="0" y="0"/>
                    <a:pt x="0" y="0"/>
                  </a:cubicBezTo>
                  <a:cubicBezTo>
                    <a:pt x="0" y="0"/>
                    <a:pt x="0"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6" name="Google Shape;86;p10"/>
            <p:cNvSpPr/>
            <p:nvPr/>
          </p:nvSpPr>
          <p:spPr>
            <a:xfrm>
              <a:off x="7212013" y="3141663"/>
              <a:ext cx="420688" cy="322263"/>
            </a:xfrm>
            <a:custGeom>
              <a:rect b="b" l="l" r="r" t="t"/>
              <a:pathLst>
                <a:path extrusionOk="0" h="86" w="112">
                  <a:moveTo>
                    <a:pt x="111" y="53"/>
                  </a:moveTo>
                  <a:cubicBezTo>
                    <a:pt x="111" y="51"/>
                    <a:pt x="111" y="50"/>
                    <a:pt x="110" y="49"/>
                  </a:cubicBezTo>
                  <a:cubicBezTo>
                    <a:pt x="110" y="46"/>
                    <a:pt x="108" y="44"/>
                    <a:pt x="107" y="42"/>
                  </a:cubicBezTo>
                  <a:cubicBezTo>
                    <a:pt x="108" y="44"/>
                    <a:pt x="109" y="47"/>
                    <a:pt x="109" y="50"/>
                  </a:cubicBezTo>
                  <a:cubicBezTo>
                    <a:pt x="110" y="51"/>
                    <a:pt x="110" y="53"/>
                    <a:pt x="110" y="54"/>
                  </a:cubicBezTo>
                  <a:cubicBezTo>
                    <a:pt x="110" y="55"/>
                    <a:pt x="110" y="57"/>
                    <a:pt x="110" y="58"/>
                  </a:cubicBezTo>
                  <a:cubicBezTo>
                    <a:pt x="109" y="61"/>
                    <a:pt x="109" y="64"/>
                    <a:pt x="108" y="67"/>
                  </a:cubicBezTo>
                  <a:cubicBezTo>
                    <a:pt x="107" y="67"/>
                    <a:pt x="107" y="68"/>
                    <a:pt x="107" y="69"/>
                  </a:cubicBezTo>
                  <a:cubicBezTo>
                    <a:pt x="106" y="70"/>
                    <a:pt x="106" y="70"/>
                    <a:pt x="106" y="70"/>
                  </a:cubicBezTo>
                  <a:cubicBezTo>
                    <a:pt x="106" y="70"/>
                    <a:pt x="106" y="70"/>
                    <a:pt x="106" y="70"/>
                  </a:cubicBezTo>
                  <a:cubicBezTo>
                    <a:pt x="105" y="71"/>
                    <a:pt x="105" y="71"/>
                    <a:pt x="105" y="71"/>
                  </a:cubicBezTo>
                  <a:cubicBezTo>
                    <a:pt x="105" y="72"/>
                    <a:pt x="105" y="72"/>
                    <a:pt x="105" y="72"/>
                  </a:cubicBezTo>
                  <a:cubicBezTo>
                    <a:pt x="104" y="73"/>
                    <a:pt x="104" y="73"/>
                    <a:pt x="103" y="74"/>
                  </a:cubicBezTo>
                  <a:cubicBezTo>
                    <a:pt x="99" y="79"/>
                    <a:pt x="94" y="82"/>
                    <a:pt x="88" y="83"/>
                  </a:cubicBezTo>
                  <a:cubicBezTo>
                    <a:pt x="83" y="84"/>
                    <a:pt x="77" y="84"/>
                    <a:pt x="72" y="81"/>
                  </a:cubicBezTo>
                  <a:cubicBezTo>
                    <a:pt x="20" y="55"/>
                    <a:pt x="20" y="55"/>
                    <a:pt x="20" y="55"/>
                  </a:cubicBezTo>
                  <a:cubicBezTo>
                    <a:pt x="43" y="66"/>
                    <a:pt x="43" y="66"/>
                    <a:pt x="43" y="66"/>
                  </a:cubicBezTo>
                  <a:cubicBezTo>
                    <a:pt x="50" y="70"/>
                    <a:pt x="58" y="74"/>
                    <a:pt x="65" y="78"/>
                  </a:cubicBezTo>
                  <a:cubicBezTo>
                    <a:pt x="68" y="80"/>
                    <a:pt x="68" y="80"/>
                    <a:pt x="68" y="80"/>
                  </a:cubicBezTo>
                  <a:cubicBezTo>
                    <a:pt x="69" y="80"/>
                    <a:pt x="70" y="80"/>
                    <a:pt x="71" y="81"/>
                  </a:cubicBezTo>
                  <a:cubicBezTo>
                    <a:pt x="71" y="81"/>
                    <a:pt x="72" y="81"/>
                    <a:pt x="73" y="82"/>
                  </a:cubicBezTo>
                  <a:cubicBezTo>
                    <a:pt x="76" y="83"/>
                    <a:pt x="79" y="83"/>
                    <a:pt x="82" y="83"/>
                  </a:cubicBezTo>
                  <a:cubicBezTo>
                    <a:pt x="89" y="83"/>
                    <a:pt x="95" y="81"/>
                    <a:pt x="100" y="77"/>
                  </a:cubicBezTo>
                  <a:cubicBezTo>
                    <a:pt x="101" y="76"/>
                    <a:pt x="102" y="74"/>
                    <a:pt x="103" y="73"/>
                  </a:cubicBezTo>
                  <a:cubicBezTo>
                    <a:pt x="104" y="72"/>
                    <a:pt x="104" y="72"/>
                    <a:pt x="105" y="71"/>
                  </a:cubicBezTo>
                  <a:cubicBezTo>
                    <a:pt x="106" y="69"/>
                    <a:pt x="106" y="69"/>
                    <a:pt x="106" y="69"/>
                  </a:cubicBezTo>
                  <a:cubicBezTo>
                    <a:pt x="107" y="66"/>
                    <a:pt x="108" y="63"/>
                    <a:pt x="109" y="60"/>
                  </a:cubicBezTo>
                  <a:cubicBezTo>
                    <a:pt x="109" y="59"/>
                    <a:pt x="109" y="57"/>
                    <a:pt x="109" y="55"/>
                  </a:cubicBezTo>
                  <a:cubicBezTo>
                    <a:pt x="109" y="54"/>
                    <a:pt x="109" y="53"/>
                    <a:pt x="109" y="51"/>
                  </a:cubicBezTo>
                  <a:cubicBezTo>
                    <a:pt x="108" y="48"/>
                    <a:pt x="107" y="45"/>
                    <a:pt x="106" y="42"/>
                  </a:cubicBezTo>
                  <a:cubicBezTo>
                    <a:pt x="105" y="41"/>
                    <a:pt x="104" y="40"/>
                    <a:pt x="104" y="38"/>
                  </a:cubicBezTo>
                  <a:cubicBezTo>
                    <a:pt x="102" y="37"/>
                    <a:pt x="101" y="36"/>
                    <a:pt x="99" y="36"/>
                  </a:cubicBezTo>
                  <a:cubicBezTo>
                    <a:pt x="97" y="34"/>
                    <a:pt x="94" y="35"/>
                    <a:pt x="94" y="35"/>
                  </a:cubicBezTo>
                  <a:cubicBezTo>
                    <a:pt x="94" y="36"/>
                    <a:pt x="94" y="36"/>
                    <a:pt x="95" y="37"/>
                  </a:cubicBezTo>
                  <a:cubicBezTo>
                    <a:pt x="95" y="38"/>
                    <a:pt x="96" y="39"/>
                    <a:pt x="98" y="41"/>
                  </a:cubicBezTo>
                  <a:cubicBezTo>
                    <a:pt x="98" y="42"/>
                    <a:pt x="99" y="43"/>
                    <a:pt x="100" y="44"/>
                  </a:cubicBezTo>
                  <a:cubicBezTo>
                    <a:pt x="101" y="46"/>
                    <a:pt x="101" y="47"/>
                    <a:pt x="101" y="47"/>
                  </a:cubicBezTo>
                  <a:cubicBezTo>
                    <a:pt x="101" y="48"/>
                    <a:pt x="100" y="47"/>
                    <a:pt x="99" y="47"/>
                  </a:cubicBezTo>
                  <a:cubicBezTo>
                    <a:pt x="100" y="49"/>
                    <a:pt x="101" y="50"/>
                    <a:pt x="101" y="52"/>
                  </a:cubicBezTo>
                  <a:cubicBezTo>
                    <a:pt x="101" y="53"/>
                    <a:pt x="101" y="54"/>
                    <a:pt x="101" y="54"/>
                  </a:cubicBezTo>
                  <a:cubicBezTo>
                    <a:pt x="101" y="55"/>
                    <a:pt x="101" y="56"/>
                    <a:pt x="101" y="57"/>
                  </a:cubicBezTo>
                  <a:cubicBezTo>
                    <a:pt x="101" y="60"/>
                    <a:pt x="100" y="63"/>
                    <a:pt x="99" y="66"/>
                  </a:cubicBezTo>
                  <a:cubicBezTo>
                    <a:pt x="98" y="67"/>
                    <a:pt x="98" y="67"/>
                    <a:pt x="97" y="68"/>
                  </a:cubicBezTo>
                  <a:cubicBezTo>
                    <a:pt x="97" y="69"/>
                    <a:pt x="96" y="69"/>
                    <a:pt x="96" y="70"/>
                  </a:cubicBezTo>
                  <a:cubicBezTo>
                    <a:pt x="95" y="71"/>
                    <a:pt x="94" y="72"/>
                    <a:pt x="92" y="73"/>
                  </a:cubicBezTo>
                  <a:cubicBezTo>
                    <a:pt x="90" y="74"/>
                    <a:pt x="86" y="75"/>
                    <a:pt x="83" y="75"/>
                  </a:cubicBezTo>
                  <a:cubicBezTo>
                    <a:pt x="81" y="75"/>
                    <a:pt x="79" y="75"/>
                    <a:pt x="78" y="75"/>
                  </a:cubicBezTo>
                  <a:cubicBezTo>
                    <a:pt x="77" y="75"/>
                    <a:pt x="76" y="74"/>
                    <a:pt x="75" y="74"/>
                  </a:cubicBezTo>
                  <a:cubicBezTo>
                    <a:pt x="74" y="74"/>
                    <a:pt x="74" y="73"/>
                    <a:pt x="74" y="73"/>
                  </a:cubicBezTo>
                  <a:cubicBezTo>
                    <a:pt x="72" y="73"/>
                    <a:pt x="72" y="73"/>
                    <a:pt x="72" y="73"/>
                  </a:cubicBezTo>
                  <a:cubicBezTo>
                    <a:pt x="60" y="66"/>
                    <a:pt x="60" y="66"/>
                    <a:pt x="60" y="66"/>
                  </a:cubicBezTo>
                  <a:cubicBezTo>
                    <a:pt x="52" y="62"/>
                    <a:pt x="44" y="58"/>
                    <a:pt x="36" y="53"/>
                  </a:cubicBezTo>
                  <a:cubicBezTo>
                    <a:pt x="44" y="58"/>
                    <a:pt x="52" y="62"/>
                    <a:pt x="60" y="66"/>
                  </a:cubicBezTo>
                  <a:cubicBezTo>
                    <a:pt x="72" y="73"/>
                    <a:pt x="72" y="73"/>
                    <a:pt x="72" y="73"/>
                  </a:cubicBezTo>
                  <a:cubicBezTo>
                    <a:pt x="73" y="73"/>
                    <a:pt x="73" y="73"/>
                    <a:pt x="73" y="73"/>
                  </a:cubicBezTo>
                  <a:cubicBezTo>
                    <a:pt x="74" y="73"/>
                    <a:pt x="74" y="73"/>
                    <a:pt x="74" y="73"/>
                  </a:cubicBezTo>
                  <a:cubicBezTo>
                    <a:pt x="74" y="73"/>
                    <a:pt x="75" y="74"/>
                    <a:pt x="75" y="74"/>
                  </a:cubicBezTo>
                  <a:cubicBezTo>
                    <a:pt x="76" y="74"/>
                    <a:pt x="77" y="74"/>
                    <a:pt x="78" y="75"/>
                  </a:cubicBezTo>
                  <a:cubicBezTo>
                    <a:pt x="79" y="75"/>
                    <a:pt x="81" y="75"/>
                    <a:pt x="83" y="75"/>
                  </a:cubicBezTo>
                  <a:cubicBezTo>
                    <a:pt x="86" y="75"/>
                    <a:pt x="90" y="74"/>
                    <a:pt x="92" y="73"/>
                  </a:cubicBezTo>
                  <a:cubicBezTo>
                    <a:pt x="94" y="72"/>
                    <a:pt x="95" y="71"/>
                    <a:pt x="96" y="70"/>
                  </a:cubicBezTo>
                  <a:cubicBezTo>
                    <a:pt x="96" y="69"/>
                    <a:pt x="97" y="68"/>
                    <a:pt x="97" y="68"/>
                  </a:cubicBezTo>
                  <a:cubicBezTo>
                    <a:pt x="97" y="68"/>
                    <a:pt x="98" y="67"/>
                    <a:pt x="98" y="67"/>
                  </a:cubicBezTo>
                  <a:cubicBezTo>
                    <a:pt x="98" y="66"/>
                    <a:pt x="98" y="66"/>
                    <a:pt x="98" y="66"/>
                  </a:cubicBezTo>
                  <a:cubicBezTo>
                    <a:pt x="100" y="63"/>
                    <a:pt x="101" y="60"/>
                    <a:pt x="101" y="57"/>
                  </a:cubicBezTo>
                  <a:cubicBezTo>
                    <a:pt x="101" y="56"/>
                    <a:pt x="101" y="55"/>
                    <a:pt x="101" y="54"/>
                  </a:cubicBezTo>
                  <a:cubicBezTo>
                    <a:pt x="101" y="53"/>
                    <a:pt x="100" y="52"/>
                    <a:pt x="100" y="52"/>
                  </a:cubicBezTo>
                  <a:cubicBezTo>
                    <a:pt x="100" y="50"/>
                    <a:pt x="99" y="49"/>
                    <a:pt x="99" y="47"/>
                  </a:cubicBezTo>
                  <a:cubicBezTo>
                    <a:pt x="98" y="47"/>
                    <a:pt x="98" y="48"/>
                    <a:pt x="98" y="50"/>
                  </a:cubicBezTo>
                  <a:cubicBezTo>
                    <a:pt x="98" y="51"/>
                    <a:pt x="98" y="52"/>
                    <a:pt x="98" y="54"/>
                  </a:cubicBezTo>
                  <a:cubicBezTo>
                    <a:pt x="98" y="56"/>
                    <a:pt x="99" y="58"/>
                    <a:pt x="98" y="60"/>
                  </a:cubicBezTo>
                  <a:cubicBezTo>
                    <a:pt x="98" y="61"/>
                    <a:pt x="98" y="62"/>
                    <a:pt x="97" y="63"/>
                  </a:cubicBezTo>
                  <a:cubicBezTo>
                    <a:pt x="97" y="64"/>
                    <a:pt x="97" y="64"/>
                    <a:pt x="97" y="64"/>
                  </a:cubicBezTo>
                  <a:cubicBezTo>
                    <a:pt x="97" y="64"/>
                    <a:pt x="97" y="65"/>
                    <a:pt x="97" y="65"/>
                  </a:cubicBezTo>
                  <a:cubicBezTo>
                    <a:pt x="96" y="66"/>
                    <a:pt x="96" y="66"/>
                    <a:pt x="96" y="66"/>
                  </a:cubicBezTo>
                  <a:cubicBezTo>
                    <a:pt x="96" y="66"/>
                    <a:pt x="96" y="66"/>
                    <a:pt x="96" y="66"/>
                  </a:cubicBezTo>
                  <a:cubicBezTo>
                    <a:pt x="95" y="68"/>
                    <a:pt x="93" y="70"/>
                    <a:pt x="92" y="70"/>
                  </a:cubicBezTo>
                  <a:cubicBezTo>
                    <a:pt x="88" y="73"/>
                    <a:pt x="83" y="74"/>
                    <a:pt x="78" y="72"/>
                  </a:cubicBezTo>
                  <a:cubicBezTo>
                    <a:pt x="77" y="72"/>
                    <a:pt x="76" y="72"/>
                    <a:pt x="75" y="71"/>
                  </a:cubicBezTo>
                  <a:cubicBezTo>
                    <a:pt x="74" y="71"/>
                    <a:pt x="74" y="71"/>
                    <a:pt x="74" y="71"/>
                  </a:cubicBezTo>
                  <a:cubicBezTo>
                    <a:pt x="74" y="70"/>
                    <a:pt x="73" y="70"/>
                    <a:pt x="73" y="70"/>
                  </a:cubicBezTo>
                  <a:cubicBezTo>
                    <a:pt x="71" y="69"/>
                    <a:pt x="71" y="69"/>
                    <a:pt x="71" y="69"/>
                  </a:cubicBezTo>
                  <a:cubicBezTo>
                    <a:pt x="62" y="64"/>
                    <a:pt x="62" y="64"/>
                    <a:pt x="62" y="64"/>
                  </a:cubicBezTo>
                  <a:cubicBezTo>
                    <a:pt x="50" y="58"/>
                    <a:pt x="39" y="52"/>
                    <a:pt x="28" y="46"/>
                  </a:cubicBezTo>
                  <a:cubicBezTo>
                    <a:pt x="22" y="43"/>
                    <a:pt x="22" y="43"/>
                    <a:pt x="22" y="43"/>
                  </a:cubicBezTo>
                  <a:cubicBezTo>
                    <a:pt x="21" y="43"/>
                    <a:pt x="21" y="43"/>
                    <a:pt x="21" y="43"/>
                  </a:cubicBezTo>
                  <a:cubicBezTo>
                    <a:pt x="20" y="42"/>
                    <a:pt x="20" y="42"/>
                    <a:pt x="20" y="42"/>
                  </a:cubicBezTo>
                  <a:cubicBezTo>
                    <a:pt x="20" y="42"/>
                    <a:pt x="20" y="42"/>
                    <a:pt x="20" y="42"/>
                  </a:cubicBezTo>
                  <a:cubicBezTo>
                    <a:pt x="19" y="41"/>
                    <a:pt x="18" y="41"/>
                    <a:pt x="18" y="41"/>
                  </a:cubicBezTo>
                  <a:cubicBezTo>
                    <a:pt x="16" y="39"/>
                    <a:pt x="15" y="36"/>
                    <a:pt x="14" y="33"/>
                  </a:cubicBezTo>
                  <a:cubicBezTo>
                    <a:pt x="14" y="30"/>
                    <a:pt x="14" y="26"/>
                    <a:pt x="15" y="23"/>
                  </a:cubicBezTo>
                  <a:cubicBezTo>
                    <a:pt x="16" y="22"/>
                    <a:pt x="17" y="21"/>
                    <a:pt x="18" y="20"/>
                  </a:cubicBezTo>
                  <a:cubicBezTo>
                    <a:pt x="18" y="18"/>
                    <a:pt x="20" y="18"/>
                    <a:pt x="21" y="17"/>
                  </a:cubicBezTo>
                  <a:cubicBezTo>
                    <a:pt x="24" y="15"/>
                    <a:pt x="29" y="14"/>
                    <a:pt x="34" y="16"/>
                  </a:cubicBezTo>
                  <a:cubicBezTo>
                    <a:pt x="34" y="16"/>
                    <a:pt x="35" y="16"/>
                    <a:pt x="35" y="16"/>
                  </a:cubicBezTo>
                  <a:cubicBezTo>
                    <a:pt x="36" y="16"/>
                    <a:pt x="36" y="16"/>
                    <a:pt x="36" y="17"/>
                  </a:cubicBezTo>
                  <a:cubicBezTo>
                    <a:pt x="37" y="17"/>
                    <a:pt x="37" y="17"/>
                    <a:pt x="37" y="17"/>
                  </a:cubicBezTo>
                  <a:cubicBezTo>
                    <a:pt x="41" y="19"/>
                    <a:pt x="41" y="19"/>
                    <a:pt x="41" y="19"/>
                  </a:cubicBezTo>
                  <a:cubicBezTo>
                    <a:pt x="50" y="23"/>
                    <a:pt x="50" y="23"/>
                    <a:pt x="50" y="23"/>
                  </a:cubicBezTo>
                  <a:cubicBezTo>
                    <a:pt x="61" y="29"/>
                    <a:pt x="72" y="34"/>
                    <a:pt x="81" y="38"/>
                  </a:cubicBezTo>
                  <a:cubicBezTo>
                    <a:pt x="98" y="45"/>
                    <a:pt x="94" y="38"/>
                    <a:pt x="78" y="29"/>
                  </a:cubicBezTo>
                  <a:cubicBezTo>
                    <a:pt x="79" y="28"/>
                    <a:pt x="79" y="28"/>
                    <a:pt x="79" y="28"/>
                  </a:cubicBezTo>
                  <a:cubicBezTo>
                    <a:pt x="95" y="37"/>
                    <a:pt x="88" y="30"/>
                    <a:pt x="91" y="29"/>
                  </a:cubicBezTo>
                  <a:cubicBezTo>
                    <a:pt x="82" y="25"/>
                    <a:pt x="75" y="21"/>
                    <a:pt x="67" y="16"/>
                  </a:cubicBezTo>
                  <a:cubicBezTo>
                    <a:pt x="59" y="12"/>
                    <a:pt x="59" y="12"/>
                    <a:pt x="59" y="12"/>
                  </a:cubicBezTo>
                  <a:cubicBezTo>
                    <a:pt x="50" y="7"/>
                    <a:pt x="50" y="7"/>
                    <a:pt x="50" y="7"/>
                  </a:cubicBezTo>
                  <a:cubicBezTo>
                    <a:pt x="45" y="5"/>
                    <a:pt x="45" y="5"/>
                    <a:pt x="45" y="5"/>
                  </a:cubicBezTo>
                  <a:cubicBezTo>
                    <a:pt x="43" y="4"/>
                    <a:pt x="43" y="4"/>
                    <a:pt x="43" y="4"/>
                  </a:cubicBezTo>
                  <a:cubicBezTo>
                    <a:pt x="42" y="4"/>
                    <a:pt x="41" y="3"/>
                    <a:pt x="40" y="3"/>
                  </a:cubicBezTo>
                  <a:cubicBezTo>
                    <a:pt x="32" y="0"/>
                    <a:pt x="24" y="0"/>
                    <a:pt x="16" y="3"/>
                  </a:cubicBezTo>
                  <a:cubicBezTo>
                    <a:pt x="12" y="5"/>
                    <a:pt x="8" y="8"/>
                    <a:pt x="6" y="12"/>
                  </a:cubicBezTo>
                  <a:cubicBezTo>
                    <a:pt x="3" y="15"/>
                    <a:pt x="1" y="19"/>
                    <a:pt x="1" y="23"/>
                  </a:cubicBezTo>
                  <a:cubicBezTo>
                    <a:pt x="0" y="27"/>
                    <a:pt x="0" y="31"/>
                    <a:pt x="0" y="35"/>
                  </a:cubicBezTo>
                  <a:cubicBezTo>
                    <a:pt x="1" y="39"/>
                    <a:pt x="2" y="43"/>
                    <a:pt x="5" y="47"/>
                  </a:cubicBezTo>
                  <a:cubicBezTo>
                    <a:pt x="6" y="49"/>
                    <a:pt x="7" y="50"/>
                    <a:pt x="9" y="52"/>
                  </a:cubicBezTo>
                  <a:cubicBezTo>
                    <a:pt x="11" y="53"/>
                    <a:pt x="13" y="55"/>
                    <a:pt x="15" y="55"/>
                  </a:cubicBezTo>
                  <a:cubicBezTo>
                    <a:pt x="23" y="60"/>
                    <a:pt x="23" y="60"/>
                    <a:pt x="23" y="60"/>
                  </a:cubicBezTo>
                  <a:cubicBezTo>
                    <a:pt x="40" y="68"/>
                    <a:pt x="40" y="68"/>
                    <a:pt x="40" y="68"/>
                  </a:cubicBezTo>
                  <a:cubicBezTo>
                    <a:pt x="58" y="77"/>
                    <a:pt x="58" y="77"/>
                    <a:pt x="58" y="77"/>
                  </a:cubicBezTo>
                  <a:cubicBezTo>
                    <a:pt x="66" y="81"/>
                    <a:pt x="66" y="81"/>
                    <a:pt x="66" y="81"/>
                  </a:cubicBezTo>
                  <a:cubicBezTo>
                    <a:pt x="67" y="82"/>
                    <a:pt x="67" y="82"/>
                    <a:pt x="67" y="82"/>
                  </a:cubicBezTo>
                  <a:cubicBezTo>
                    <a:pt x="68" y="82"/>
                    <a:pt x="68" y="82"/>
                    <a:pt x="68" y="83"/>
                  </a:cubicBezTo>
                  <a:cubicBezTo>
                    <a:pt x="69" y="83"/>
                    <a:pt x="69" y="83"/>
                    <a:pt x="70" y="83"/>
                  </a:cubicBezTo>
                  <a:cubicBezTo>
                    <a:pt x="64" y="80"/>
                    <a:pt x="64" y="80"/>
                    <a:pt x="64" y="80"/>
                  </a:cubicBezTo>
                  <a:cubicBezTo>
                    <a:pt x="53" y="74"/>
                    <a:pt x="53" y="74"/>
                    <a:pt x="53" y="74"/>
                  </a:cubicBezTo>
                  <a:cubicBezTo>
                    <a:pt x="31" y="63"/>
                    <a:pt x="31" y="63"/>
                    <a:pt x="31" y="63"/>
                  </a:cubicBezTo>
                  <a:cubicBezTo>
                    <a:pt x="20" y="58"/>
                    <a:pt x="20" y="58"/>
                    <a:pt x="20" y="58"/>
                  </a:cubicBezTo>
                  <a:cubicBezTo>
                    <a:pt x="15" y="55"/>
                    <a:pt x="15" y="55"/>
                    <a:pt x="15" y="55"/>
                  </a:cubicBezTo>
                  <a:cubicBezTo>
                    <a:pt x="14" y="55"/>
                    <a:pt x="14" y="55"/>
                    <a:pt x="14" y="55"/>
                  </a:cubicBezTo>
                  <a:cubicBezTo>
                    <a:pt x="13" y="54"/>
                    <a:pt x="13" y="54"/>
                    <a:pt x="13" y="54"/>
                  </a:cubicBezTo>
                  <a:cubicBezTo>
                    <a:pt x="13" y="54"/>
                    <a:pt x="12" y="53"/>
                    <a:pt x="12" y="53"/>
                  </a:cubicBezTo>
                  <a:cubicBezTo>
                    <a:pt x="10" y="52"/>
                    <a:pt x="9" y="51"/>
                    <a:pt x="8" y="50"/>
                  </a:cubicBezTo>
                  <a:cubicBezTo>
                    <a:pt x="4" y="47"/>
                    <a:pt x="2" y="42"/>
                    <a:pt x="1" y="36"/>
                  </a:cubicBezTo>
                  <a:cubicBezTo>
                    <a:pt x="0" y="31"/>
                    <a:pt x="0" y="26"/>
                    <a:pt x="2" y="21"/>
                  </a:cubicBezTo>
                  <a:cubicBezTo>
                    <a:pt x="2" y="21"/>
                    <a:pt x="2" y="22"/>
                    <a:pt x="2" y="21"/>
                  </a:cubicBezTo>
                  <a:cubicBezTo>
                    <a:pt x="1" y="26"/>
                    <a:pt x="1" y="31"/>
                    <a:pt x="2" y="36"/>
                  </a:cubicBezTo>
                  <a:cubicBezTo>
                    <a:pt x="3" y="41"/>
                    <a:pt x="5" y="46"/>
                    <a:pt x="9" y="50"/>
                  </a:cubicBezTo>
                  <a:cubicBezTo>
                    <a:pt x="10" y="51"/>
                    <a:pt x="11" y="52"/>
                    <a:pt x="12" y="52"/>
                  </a:cubicBezTo>
                  <a:cubicBezTo>
                    <a:pt x="13" y="53"/>
                    <a:pt x="13" y="53"/>
                    <a:pt x="14" y="53"/>
                  </a:cubicBezTo>
                  <a:cubicBezTo>
                    <a:pt x="15" y="54"/>
                    <a:pt x="15" y="54"/>
                    <a:pt x="16" y="54"/>
                  </a:cubicBezTo>
                  <a:cubicBezTo>
                    <a:pt x="21" y="57"/>
                    <a:pt x="21" y="57"/>
                    <a:pt x="21" y="57"/>
                  </a:cubicBezTo>
                  <a:cubicBezTo>
                    <a:pt x="32" y="63"/>
                    <a:pt x="32" y="63"/>
                    <a:pt x="32" y="63"/>
                  </a:cubicBezTo>
                  <a:cubicBezTo>
                    <a:pt x="39" y="67"/>
                    <a:pt x="47" y="71"/>
                    <a:pt x="54" y="74"/>
                  </a:cubicBezTo>
                  <a:cubicBezTo>
                    <a:pt x="58" y="76"/>
                    <a:pt x="61" y="78"/>
                    <a:pt x="65" y="80"/>
                  </a:cubicBezTo>
                  <a:cubicBezTo>
                    <a:pt x="68" y="81"/>
                    <a:pt x="68" y="81"/>
                    <a:pt x="68" y="81"/>
                  </a:cubicBezTo>
                  <a:cubicBezTo>
                    <a:pt x="68" y="81"/>
                    <a:pt x="69" y="82"/>
                    <a:pt x="70" y="82"/>
                  </a:cubicBezTo>
                  <a:cubicBezTo>
                    <a:pt x="70" y="82"/>
                    <a:pt x="71" y="83"/>
                    <a:pt x="72" y="83"/>
                  </a:cubicBezTo>
                  <a:cubicBezTo>
                    <a:pt x="74" y="84"/>
                    <a:pt x="77" y="84"/>
                    <a:pt x="79" y="84"/>
                  </a:cubicBezTo>
                  <a:cubicBezTo>
                    <a:pt x="79" y="86"/>
                    <a:pt x="79" y="86"/>
                    <a:pt x="79" y="86"/>
                  </a:cubicBezTo>
                  <a:cubicBezTo>
                    <a:pt x="83" y="86"/>
                    <a:pt x="87" y="86"/>
                    <a:pt x="91" y="85"/>
                  </a:cubicBezTo>
                  <a:cubicBezTo>
                    <a:pt x="95" y="84"/>
                    <a:pt x="98" y="82"/>
                    <a:pt x="101" y="79"/>
                  </a:cubicBezTo>
                  <a:cubicBezTo>
                    <a:pt x="103" y="78"/>
                    <a:pt x="104" y="76"/>
                    <a:pt x="106" y="74"/>
                  </a:cubicBezTo>
                  <a:cubicBezTo>
                    <a:pt x="106" y="74"/>
                    <a:pt x="107" y="73"/>
                    <a:pt x="107" y="72"/>
                  </a:cubicBezTo>
                  <a:cubicBezTo>
                    <a:pt x="108" y="71"/>
                    <a:pt x="108" y="71"/>
                    <a:pt x="108" y="71"/>
                  </a:cubicBezTo>
                  <a:cubicBezTo>
                    <a:pt x="108" y="70"/>
                    <a:pt x="108" y="70"/>
                    <a:pt x="109" y="69"/>
                  </a:cubicBezTo>
                  <a:cubicBezTo>
                    <a:pt x="111" y="66"/>
                    <a:pt x="111" y="62"/>
                    <a:pt x="112" y="58"/>
                  </a:cubicBezTo>
                  <a:cubicBezTo>
                    <a:pt x="112" y="57"/>
                    <a:pt x="112" y="56"/>
                    <a:pt x="112" y="55"/>
                  </a:cubicBezTo>
                  <a:cubicBezTo>
                    <a:pt x="112" y="54"/>
                    <a:pt x="111" y="54"/>
                    <a:pt x="111" y="5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7" name="Google Shape;87;p10"/>
            <p:cNvSpPr/>
            <p:nvPr/>
          </p:nvSpPr>
          <p:spPr>
            <a:xfrm>
              <a:off x="4559301" y="3144838"/>
              <a:ext cx="417513" cy="315913"/>
            </a:xfrm>
            <a:custGeom>
              <a:rect b="b" l="l" r="r" t="t"/>
              <a:pathLst>
                <a:path extrusionOk="0" h="84" w="111">
                  <a:moveTo>
                    <a:pt x="105" y="44"/>
                  </a:moveTo>
                  <a:cubicBezTo>
                    <a:pt x="104" y="47"/>
                    <a:pt x="101" y="49"/>
                    <a:pt x="99" y="50"/>
                  </a:cubicBezTo>
                  <a:cubicBezTo>
                    <a:pt x="98" y="51"/>
                    <a:pt x="98" y="51"/>
                    <a:pt x="97" y="52"/>
                  </a:cubicBezTo>
                  <a:cubicBezTo>
                    <a:pt x="97" y="52"/>
                    <a:pt x="96" y="52"/>
                    <a:pt x="96" y="52"/>
                  </a:cubicBezTo>
                  <a:cubicBezTo>
                    <a:pt x="95" y="53"/>
                    <a:pt x="95" y="53"/>
                    <a:pt x="95" y="53"/>
                  </a:cubicBezTo>
                  <a:cubicBezTo>
                    <a:pt x="92" y="54"/>
                    <a:pt x="92" y="54"/>
                    <a:pt x="92" y="54"/>
                  </a:cubicBezTo>
                  <a:cubicBezTo>
                    <a:pt x="83" y="58"/>
                    <a:pt x="75" y="62"/>
                    <a:pt x="66" y="66"/>
                  </a:cubicBezTo>
                  <a:cubicBezTo>
                    <a:pt x="53" y="73"/>
                    <a:pt x="53" y="73"/>
                    <a:pt x="53" y="73"/>
                  </a:cubicBezTo>
                  <a:cubicBezTo>
                    <a:pt x="47" y="76"/>
                    <a:pt x="47" y="76"/>
                    <a:pt x="47" y="76"/>
                  </a:cubicBezTo>
                  <a:cubicBezTo>
                    <a:pt x="44" y="77"/>
                    <a:pt x="44" y="77"/>
                    <a:pt x="44" y="77"/>
                  </a:cubicBezTo>
                  <a:cubicBezTo>
                    <a:pt x="42" y="78"/>
                    <a:pt x="42" y="78"/>
                    <a:pt x="42" y="78"/>
                  </a:cubicBezTo>
                  <a:cubicBezTo>
                    <a:pt x="41" y="78"/>
                    <a:pt x="41" y="79"/>
                    <a:pt x="40" y="79"/>
                  </a:cubicBezTo>
                  <a:cubicBezTo>
                    <a:pt x="35" y="81"/>
                    <a:pt x="29" y="82"/>
                    <a:pt x="24" y="81"/>
                  </a:cubicBezTo>
                  <a:cubicBezTo>
                    <a:pt x="19" y="80"/>
                    <a:pt x="15" y="78"/>
                    <a:pt x="12" y="76"/>
                  </a:cubicBezTo>
                  <a:cubicBezTo>
                    <a:pt x="15" y="78"/>
                    <a:pt x="18" y="79"/>
                    <a:pt x="22" y="80"/>
                  </a:cubicBezTo>
                  <a:cubicBezTo>
                    <a:pt x="26" y="81"/>
                    <a:pt x="31" y="81"/>
                    <a:pt x="36" y="80"/>
                  </a:cubicBezTo>
                  <a:cubicBezTo>
                    <a:pt x="37" y="80"/>
                    <a:pt x="38" y="79"/>
                    <a:pt x="40" y="79"/>
                  </a:cubicBezTo>
                  <a:cubicBezTo>
                    <a:pt x="40" y="79"/>
                    <a:pt x="41" y="78"/>
                    <a:pt x="41" y="78"/>
                  </a:cubicBezTo>
                  <a:cubicBezTo>
                    <a:pt x="42" y="78"/>
                    <a:pt x="42" y="77"/>
                    <a:pt x="43" y="77"/>
                  </a:cubicBezTo>
                  <a:cubicBezTo>
                    <a:pt x="48" y="74"/>
                    <a:pt x="48" y="74"/>
                    <a:pt x="48" y="74"/>
                  </a:cubicBezTo>
                  <a:cubicBezTo>
                    <a:pt x="52" y="73"/>
                    <a:pt x="56" y="71"/>
                    <a:pt x="59" y="69"/>
                  </a:cubicBezTo>
                  <a:cubicBezTo>
                    <a:pt x="70" y="64"/>
                    <a:pt x="79" y="60"/>
                    <a:pt x="89" y="55"/>
                  </a:cubicBezTo>
                  <a:cubicBezTo>
                    <a:pt x="96" y="52"/>
                    <a:pt x="96" y="52"/>
                    <a:pt x="96" y="52"/>
                  </a:cubicBezTo>
                  <a:cubicBezTo>
                    <a:pt x="99" y="50"/>
                    <a:pt x="101" y="48"/>
                    <a:pt x="103" y="45"/>
                  </a:cubicBezTo>
                  <a:cubicBezTo>
                    <a:pt x="107" y="40"/>
                    <a:pt x="109" y="34"/>
                    <a:pt x="109" y="28"/>
                  </a:cubicBezTo>
                  <a:cubicBezTo>
                    <a:pt x="109" y="26"/>
                    <a:pt x="109" y="25"/>
                    <a:pt x="109" y="24"/>
                  </a:cubicBezTo>
                  <a:cubicBezTo>
                    <a:pt x="108" y="22"/>
                    <a:pt x="107" y="21"/>
                    <a:pt x="107" y="19"/>
                  </a:cubicBezTo>
                  <a:cubicBezTo>
                    <a:pt x="105" y="17"/>
                    <a:pt x="103" y="16"/>
                    <a:pt x="103" y="16"/>
                  </a:cubicBezTo>
                  <a:cubicBezTo>
                    <a:pt x="102" y="16"/>
                    <a:pt x="102" y="17"/>
                    <a:pt x="102" y="18"/>
                  </a:cubicBezTo>
                  <a:cubicBezTo>
                    <a:pt x="102" y="19"/>
                    <a:pt x="102" y="21"/>
                    <a:pt x="102" y="23"/>
                  </a:cubicBezTo>
                  <a:cubicBezTo>
                    <a:pt x="103" y="24"/>
                    <a:pt x="103" y="26"/>
                    <a:pt x="103" y="27"/>
                  </a:cubicBezTo>
                  <a:cubicBezTo>
                    <a:pt x="103" y="29"/>
                    <a:pt x="103" y="30"/>
                    <a:pt x="103" y="30"/>
                  </a:cubicBezTo>
                  <a:cubicBezTo>
                    <a:pt x="102" y="31"/>
                    <a:pt x="102" y="30"/>
                    <a:pt x="101" y="30"/>
                  </a:cubicBezTo>
                  <a:cubicBezTo>
                    <a:pt x="101" y="33"/>
                    <a:pt x="100" y="36"/>
                    <a:pt x="98" y="39"/>
                  </a:cubicBezTo>
                  <a:cubicBezTo>
                    <a:pt x="97" y="41"/>
                    <a:pt x="95" y="44"/>
                    <a:pt x="92" y="45"/>
                  </a:cubicBezTo>
                  <a:cubicBezTo>
                    <a:pt x="72" y="54"/>
                    <a:pt x="72" y="54"/>
                    <a:pt x="72" y="54"/>
                  </a:cubicBezTo>
                  <a:cubicBezTo>
                    <a:pt x="64" y="58"/>
                    <a:pt x="55" y="62"/>
                    <a:pt x="47" y="66"/>
                  </a:cubicBezTo>
                  <a:cubicBezTo>
                    <a:pt x="41" y="69"/>
                    <a:pt x="41" y="69"/>
                    <a:pt x="41" y="69"/>
                  </a:cubicBezTo>
                  <a:cubicBezTo>
                    <a:pt x="38" y="71"/>
                    <a:pt x="38" y="71"/>
                    <a:pt x="38" y="71"/>
                  </a:cubicBezTo>
                  <a:cubicBezTo>
                    <a:pt x="37" y="71"/>
                    <a:pt x="37" y="71"/>
                    <a:pt x="37" y="71"/>
                  </a:cubicBezTo>
                  <a:cubicBezTo>
                    <a:pt x="36" y="71"/>
                    <a:pt x="36" y="72"/>
                    <a:pt x="35" y="72"/>
                  </a:cubicBezTo>
                  <a:cubicBezTo>
                    <a:pt x="32" y="73"/>
                    <a:pt x="28" y="73"/>
                    <a:pt x="25" y="72"/>
                  </a:cubicBezTo>
                  <a:cubicBezTo>
                    <a:pt x="28" y="73"/>
                    <a:pt x="32" y="73"/>
                    <a:pt x="35" y="72"/>
                  </a:cubicBezTo>
                  <a:cubicBezTo>
                    <a:pt x="36" y="71"/>
                    <a:pt x="36" y="71"/>
                    <a:pt x="37" y="71"/>
                  </a:cubicBezTo>
                  <a:cubicBezTo>
                    <a:pt x="37" y="71"/>
                    <a:pt x="37" y="71"/>
                    <a:pt x="37" y="71"/>
                  </a:cubicBezTo>
                  <a:cubicBezTo>
                    <a:pt x="38" y="71"/>
                    <a:pt x="38" y="71"/>
                    <a:pt x="38" y="70"/>
                  </a:cubicBezTo>
                  <a:cubicBezTo>
                    <a:pt x="41" y="69"/>
                    <a:pt x="41" y="69"/>
                    <a:pt x="41" y="69"/>
                  </a:cubicBezTo>
                  <a:cubicBezTo>
                    <a:pt x="47" y="66"/>
                    <a:pt x="47" y="66"/>
                    <a:pt x="47" y="66"/>
                  </a:cubicBezTo>
                  <a:cubicBezTo>
                    <a:pt x="72" y="54"/>
                    <a:pt x="72" y="54"/>
                    <a:pt x="72" y="54"/>
                  </a:cubicBezTo>
                  <a:cubicBezTo>
                    <a:pt x="92" y="45"/>
                    <a:pt x="92" y="45"/>
                    <a:pt x="92" y="45"/>
                  </a:cubicBezTo>
                  <a:cubicBezTo>
                    <a:pt x="95" y="43"/>
                    <a:pt x="97" y="41"/>
                    <a:pt x="98" y="38"/>
                  </a:cubicBezTo>
                  <a:cubicBezTo>
                    <a:pt x="100" y="36"/>
                    <a:pt x="100" y="32"/>
                    <a:pt x="100" y="29"/>
                  </a:cubicBezTo>
                  <a:cubicBezTo>
                    <a:pt x="100" y="29"/>
                    <a:pt x="99" y="29"/>
                    <a:pt x="98" y="31"/>
                  </a:cubicBezTo>
                  <a:cubicBezTo>
                    <a:pt x="98" y="33"/>
                    <a:pt x="97" y="37"/>
                    <a:pt x="94" y="40"/>
                  </a:cubicBezTo>
                  <a:cubicBezTo>
                    <a:pt x="94" y="41"/>
                    <a:pt x="93" y="41"/>
                    <a:pt x="92" y="42"/>
                  </a:cubicBezTo>
                  <a:cubicBezTo>
                    <a:pt x="92" y="42"/>
                    <a:pt x="91" y="43"/>
                    <a:pt x="91" y="43"/>
                  </a:cubicBezTo>
                  <a:cubicBezTo>
                    <a:pt x="89" y="44"/>
                    <a:pt x="89" y="44"/>
                    <a:pt x="89" y="44"/>
                  </a:cubicBezTo>
                  <a:cubicBezTo>
                    <a:pt x="86" y="45"/>
                    <a:pt x="84" y="46"/>
                    <a:pt x="82" y="47"/>
                  </a:cubicBezTo>
                  <a:cubicBezTo>
                    <a:pt x="76" y="50"/>
                    <a:pt x="70" y="52"/>
                    <a:pt x="64" y="55"/>
                  </a:cubicBezTo>
                  <a:cubicBezTo>
                    <a:pt x="47" y="64"/>
                    <a:pt x="47" y="64"/>
                    <a:pt x="47" y="64"/>
                  </a:cubicBezTo>
                  <a:cubicBezTo>
                    <a:pt x="38" y="68"/>
                    <a:pt x="38" y="68"/>
                    <a:pt x="38" y="68"/>
                  </a:cubicBezTo>
                  <a:cubicBezTo>
                    <a:pt x="37" y="69"/>
                    <a:pt x="37" y="69"/>
                    <a:pt x="37" y="69"/>
                  </a:cubicBezTo>
                  <a:cubicBezTo>
                    <a:pt x="36" y="69"/>
                    <a:pt x="36" y="69"/>
                    <a:pt x="36" y="69"/>
                  </a:cubicBezTo>
                  <a:cubicBezTo>
                    <a:pt x="36" y="69"/>
                    <a:pt x="36" y="69"/>
                    <a:pt x="36" y="69"/>
                  </a:cubicBezTo>
                  <a:cubicBezTo>
                    <a:pt x="35" y="69"/>
                    <a:pt x="35" y="69"/>
                    <a:pt x="34" y="70"/>
                  </a:cubicBezTo>
                  <a:cubicBezTo>
                    <a:pt x="33" y="70"/>
                    <a:pt x="32" y="70"/>
                    <a:pt x="31" y="70"/>
                  </a:cubicBezTo>
                  <a:cubicBezTo>
                    <a:pt x="26" y="71"/>
                    <a:pt x="21" y="69"/>
                    <a:pt x="19" y="67"/>
                  </a:cubicBezTo>
                  <a:cubicBezTo>
                    <a:pt x="18" y="66"/>
                    <a:pt x="17" y="65"/>
                    <a:pt x="16" y="64"/>
                  </a:cubicBezTo>
                  <a:cubicBezTo>
                    <a:pt x="16" y="63"/>
                    <a:pt x="16" y="63"/>
                    <a:pt x="16" y="63"/>
                  </a:cubicBezTo>
                  <a:cubicBezTo>
                    <a:pt x="16" y="63"/>
                    <a:pt x="16" y="63"/>
                    <a:pt x="16" y="63"/>
                  </a:cubicBezTo>
                  <a:cubicBezTo>
                    <a:pt x="16" y="63"/>
                    <a:pt x="16" y="63"/>
                    <a:pt x="16" y="63"/>
                  </a:cubicBezTo>
                  <a:cubicBezTo>
                    <a:pt x="16" y="62"/>
                    <a:pt x="16" y="62"/>
                    <a:pt x="15" y="62"/>
                  </a:cubicBezTo>
                  <a:cubicBezTo>
                    <a:pt x="15" y="62"/>
                    <a:pt x="15" y="61"/>
                    <a:pt x="15" y="61"/>
                  </a:cubicBezTo>
                  <a:cubicBezTo>
                    <a:pt x="15" y="60"/>
                    <a:pt x="15" y="60"/>
                    <a:pt x="14" y="59"/>
                  </a:cubicBezTo>
                  <a:cubicBezTo>
                    <a:pt x="14" y="58"/>
                    <a:pt x="14" y="56"/>
                    <a:pt x="14" y="54"/>
                  </a:cubicBezTo>
                  <a:cubicBezTo>
                    <a:pt x="14" y="53"/>
                    <a:pt x="14" y="53"/>
                    <a:pt x="14" y="52"/>
                  </a:cubicBezTo>
                  <a:cubicBezTo>
                    <a:pt x="14" y="51"/>
                    <a:pt x="14" y="50"/>
                    <a:pt x="15" y="50"/>
                  </a:cubicBezTo>
                  <a:cubicBezTo>
                    <a:pt x="16" y="47"/>
                    <a:pt x="17" y="44"/>
                    <a:pt x="19" y="43"/>
                  </a:cubicBezTo>
                  <a:cubicBezTo>
                    <a:pt x="20" y="43"/>
                    <a:pt x="20" y="43"/>
                    <a:pt x="20" y="42"/>
                  </a:cubicBezTo>
                  <a:cubicBezTo>
                    <a:pt x="22" y="42"/>
                    <a:pt x="22" y="42"/>
                    <a:pt x="22" y="42"/>
                  </a:cubicBezTo>
                  <a:cubicBezTo>
                    <a:pt x="25" y="40"/>
                    <a:pt x="25" y="40"/>
                    <a:pt x="25" y="40"/>
                  </a:cubicBezTo>
                  <a:cubicBezTo>
                    <a:pt x="31" y="37"/>
                    <a:pt x="31" y="37"/>
                    <a:pt x="31" y="37"/>
                  </a:cubicBezTo>
                  <a:cubicBezTo>
                    <a:pt x="42" y="31"/>
                    <a:pt x="54" y="25"/>
                    <a:pt x="65" y="20"/>
                  </a:cubicBezTo>
                  <a:cubicBezTo>
                    <a:pt x="73" y="16"/>
                    <a:pt x="73" y="16"/>
                    <a:pt x="73" y="16"/>
                  </a:cubicBezTo>
                  <a:cubicBezTo>
                    <a:pt x="74" y="15"/>
                    <a:pt x="74" y="15"/>
                    <a:pt x="74" y="15"/>
                  </a:cubicBezTo>
                  <a:cubicBezTo>
                    <a:pt x="75" y="15"/>
                    <a:pt x="75" y="15"/>
                    <a:pt x="75" y="15"/>
                  </a:cubicBezTo>
                  <a:cubicBezTo>
                    <a:pt x="75" y="15"/>
                    <a:pt x="76" y="15"/>
                    <a:pt x="76" y="14"/>
                  </a:cubicBezTo>
                  <a:cubicBezTo>
                    <a:pt x="77" y="14"/>
                    <a:pt x="78" y="14"/>
                    <a:pt x="79" y="14"/>
                  </a:cubicBezTo>
                  <a:cubicBezTo>
                    <a:pt x="84" y="13"/>
                    <a:pt x="88" y="14"/>
                    <a:pt x="91" y="15"/>
                  </a:cubicBezTo>
                  <a:cubicBezTo>
                    <a:pt x="93" y="17"/>
                    <a:pt x="95" y="18"/>
                    <a:pt x="96" y="19"/>
                  </a:cubicBezTo>
                  <a:cubicBezTo>
                    <a:pt x="96" y="19"/>
                    <a:pt x="96" y="19"/>
                    <a:pt x="97" y="19"/>
                  </a:cubicBezTo>
                  <a:cubicBezTo>
                    <a:pt x="97" y="19"/>
                    <a:pt x="97" y="19"/>
                    <a:pt x="97" y="19"/>
                  </a:cubicBezTo>
                  <a:cubicBezTo>
                    <a:pt x="98" y="19"/>
                    <a:pt x="98" y="19"/>
                    <a:pt x="98" y="19"/>
                  </a:cubicBezTo>
                  <a:cubicBezTo>
                    <a:pt x="98" y="18"/>
                    <a:pt x="98" y="16"/>
                    <a:pt x="97" y="13"/>
                  </a:cubicBezTo>
                  <a:cubicBezTo>
                    <a:pt x="95" y="11"/>
                    <a:pt x="92" y="8"/>
                    <a:pt x="88" y="7"/>
                  </a:cubicBezTo>
                  <a:cubicBezTo>
                    <a:pt x="88" y="5"/>
                    <a:pt x="88" y="5"/>
                    <a:pt x="88" y="5"/>
                  </a:cubicBezTo>
                  <a:cubicBezTo>
                    <a:pt x="93" y="7"/>
                    <a:pt x="96" y="9"/>
                    <a:pt x="97" y="10"/>
                  </a:cubicBezTo>
                  <a:cubicBezTo>
                    <a:pt x="99" y="11"/>
                    <a:pt x="100" y="11"/>
                    <a:pt x="100" y="11"/>
                  </a:cubicBezTo>
                  <a:cubicBezTo>
                    <a:pt x="101" y="10"/>
                    <a:pt x="100" y="8"/>
                    <a:pt x="102" y="8"/>
                  </a:cubicBezTo>
                  <a:cubicBezTo>
                    <a:pt x="98" y="4"/>
                    <a:pt x="92" y="2"/>
                    <a:pt x="87" y="1"/>
                  </a:cubicBezTo>
                  <a:cubicBezTo>
                    <a:pt x="81" y="0"/>
                    <a:pt x="75" y="0"/>
                    <a:pt x="70" y="2"/>
                  </a:cubicBezTo>
                  <a:cubicBezTo>
                    <a:pt x="69" y="2"/>
                    <a:pt x="68" y="2"/>
                    <a:pt x="67" y="3"/>
                  </a:cubicBezTo>
                  <a:cubicBezTo>
                    <a:pt x="65" y="4"/>
                    <a:pt x="65" y="4"/>
                    <a:pt x="65" y="4"/>
                  </a:cubicBezTo>
                  <a:cubicBezTo>
                    <a:pt x="61" y="6"/>
                    <a:pt x="61" y="6"/>
                    <a:pt x="61" y="6"/>
                  </a:cubicBezTo>
                  <a:cubicBezTo>
                    <a:pt x="26" y="24"/>
                    <a:pt x="26" y="24"/>
                    <a:pt x="26" y="24"/>
                  </a:cubicBezTo>
                  <a:cubicBezTo>
                    <a:pt x="17" y="28"/>
                    <a:pt x="17" y="28"/>
                    <a:pt x="17" y="28"/>
                  </a:cubicBezTo>
                  <a:cubicBezTo>
                    <a:pt x="15" y="29"/>
                    <a:pt x="15" y="29"/>
                    <a:pt x="15" y="29"/>
                  </a:cubicBezTo>
                  <a:cubicBezTo>
                    <a:pt x="14" y="30"/>
                    <a:pt x="14" y="30"/>
                    <a:pt x="14" y="30"/>
                  </a:cubicBezTo>
                  <a:cubicBezTo>
                    <a:pt x="13" y="30"/>
                    <a:pt x="13" y="30"/>
                    <a:pt x="12" y="30"/>
                  </a:cubicBezTo>
                  <a:cubicBezTo>
                    <a:pt x="10" y="32"/>
                    <a:pt x="9" y="33"/>
                    <a:pt x="7" y="35"/>
                  </a:cubicBezTo>
                  <a:cubicBezTo>
                    <a:pt x="4" y="38"/>
                    <a:pt x="2" y="42"/>
                    <a:pt x="1" y="46"/>
                  </a:cubicBezTo>
                  <a:cubicBezTo>
                    <a:pt x="0" y="48"/>
                    <a:pt x="0" y="50"/>
                    <a:pt x="0" y="52"/>
                  </a:cubicBezTo>
                  <a:cubicBezTo>
                    <a:pt x="0" y="53"/>
                    <a:pt x="0" y="54"/>
                    <a:pt x="0" y="55"/>
                  </a:cubicBezTo>
                  <a:cubicBezTo>
                    <a:pt x="0" y="56"/>
                    <a:pt x="0" y="57"/>
                    <a:pt x="0" y="58"/>
                  </a:cubicBezTo>
                  <a:cubicBezTo>
                    <a:pt x="0" y="60"/>
                    <a:pt x="0" y="62"/>
                    <a:pt x="1" y="64"/>
                  </a:cubicBezTo>
                  <a:cubicBezTo>
                    <a:pt x="1" y="65"/>
                    <a:pt x="2" y="66"/>
                    <a:pt x="2" y="67"/>
                  </a:cubicBezTo>
                  <a:cubicBezTo>
                    <a:pt x="2" y="67"/>
                    <a:pt x="2" y="68"/>
                    <a:pt x="3" y="68"/>
                  </a:cubicBezTo>
                  <a:cubicBezTo>
                    <a:pt x="3" y="69"/>
                    <a:pt x="3" y="69"/>
                    <a:pt x="3" y="69"/>
                  </a:cubicBezTo>
                  <a:cubicBezTo>
                    <a:pt x="3" y="70"/>
                    <a:pt x="3" y="70"/>
                    <a:pt x="3" y="70"/>
                  </a:cubicBezTo>
                  <a:cubicBezTo>
                    <a:pt x="3" y="70"/>
                    <a:pt x="3" y="70"/>
                    <a:pt x="3" y="70"/>
                  </a:cubicBezTo>
                  <a:cubicBezTo>
                    <a:pt x="3" y="70"/>
                    <a:pt x="3" y="70"/>
                    <a:pt x="3" y="70"/>
                  </a:cubicBezTo>
                  <a:cubicBezTo>
                    <a:pt x="4" y="70"/>
                    <a:pt x="4" y="70"/>
                    <a:pt x="4" y="70"/>
                  </a:cubicBezTo>
                  <a:cubicBezTo>
                    <a:pt x="4" y="71"/>
                    <a:pt x="4" y="71"/>
                    <a:pt x="4" y="71"/>
                  </a:cubicBezTo>
                  <a:cubicBezTo>
                    <a:pt x="4" y="71"/>
                    <a:pt x="5" y="72"/>
                    <a:pt x="5" y="72"/>
                  </a:cubicBezTo>
                  <a:cubicBezTo>
                    <a:pt x="5" y="73"/>
                    <a:pt x="6" y="74"/>
                    <a:pt x="7" y="75"/>
                  </a:cubicBezTo>
                  <a:cubicBezTo>
                    <a:pt x="8" y="77"/>
                    <a:pt x="10" y="78"/>
                    <a:pt x="12" y="79"/>
                  </a:cubicBezTo>
                  <a:cubicBezTo>
                    <a:pt x="15" y="82"/>
                    <a:pt x="19" y="83"/>
                    <a:pt x="23" y="84"/>
                  </a:cubicBezTo>
                  <a:cubicBezTo>
                    <a:pt x="27" y="84"/>
                    <a:pt x="32" y="84"/>
                    <a:pt x="36" y="83"/>
                  </a:cubicBezTo>
                  <a:cubicBezTo>
                    <a:pt x="38" y="83"/>
                    <a:pt x="40" y="82"/>
                    <a:pt x="42" y="81"/>
                  </a:cubicBezTo>
                  <a:cubicBezTo>
                    <a:pt x="42" y="81"/>
                    <a:pt x="42" y="81"/>
                    <a:pt x="42" y="81"/>
                  </a:cubicBezTo>
                  <a:cubicBezTo>
                    <a:pt x="43" y="80"/>
                    <a:pt x="43" y="80"/>
                    <a:pt x="43" y="80"/>
                  </a:cubicBezTo>
                  <a:cubicBezTo>
                    <a:pt x="43" y="80"/>
                    <a:pt x="44" y="80"/>
                    <a:pt x="44" y="80"/>
                  </a:cubicBezTo>
                  <a:cubicBezTo>
                    <a:pt x="46" y="79"/>
                    <a:pt x="46" y="79"/>
                    <a:pt x="46" y="79"/>
                  </a:cubicBezTo>
                  <a:cubicBezTo>
                    <a:pt x="55" y="75"/>
                    <a:pt x="55" y="75"/>
                    <a:pt x="55" y="75"/>
                  </a:cubicBezTo>
                  <a:cubicBezTo>
                    <a:pt x="72" y="66"/>
                    <a:pt x="72" y="66"/>
                    <a:pt x="72" y="66"/>
                  </a:cubicBezTo>
                  <a:cubicBezTo>
                    <a:pt x="50" y="77"/>
                    <a:pt x="50" y="77"/>
                    <a:pt x="50" y="77"/>
                  </a:cubicBezTo>
                  <a:cubicBezTo>
                    <a:pt x="44" y="79"/>
                    <a:pt x="44" y="79"/>
                    <a:pt x="44" y="79"/>
                  </a:cubicBezTo>
                  <a:cubicBezTo>
                    <a:pt x="43" y="80"/>
                    <a:pt x="43" y="80"/>
                    <a:pt x="43" y="80"/>
                  </a:cubicBezTo>
                  <a:cubicBezTo>
                    <a:pt x="42" y="81"/>
                    <a:pt x="42" y="81"/>
                    <a:pt x="42" y="81"/>
                  </a:cubicBezTo>
                  <a:cubicBezTo>
                    <a:pt x="41" y="81"/>
                    <a:pt x="41" y="81"/>
                    <a:pt x="41" y="81"/>
                  </a:cubicBezTo>
                  <a:cubicBezTo>
                    <a:pt x="40" y="82"/>
                    <a:pt x="39" y="82"/>
                    <a:pt x="38" y="82"/>
                  </a:cubicBezTo>
                  <a:cubicBezTo>
                    <a:pt x="33" y="84"/>
                    <a:pt x="27" y="84"/>
                    <a:pt x="22" y="83"/>
                  </a:cubicBezTo>
                  <a:cubicBezTo>
                    <a:pt x="17" y="82"/>
                    <a:pt x="12" y="80"/>
                    <a:pt x="9" y="76"/>
                  </a:cubicBezTo>
                  <a:cubicBezTo>
                    <a:pt x="7" y="74"/>
                    <a:pt x="5" y="72"/>
                    <a:pt x="4" y="69"/>
                  </a:cubicBezTo>
                  <a:cubicBezTo>
                    <a:pt x="4" y="69"/>
                    <a:pt x="4" y="69"/>
                    <a:pt x="4" y="69"/>
                  </a:cubicBezTo>
                  <a:cubicBezTo>
                    <a:pt x="4" y="70"/>
                    <a:pt x="4" y="69"/>
                    <a:pt x="4" y="69"/>
                  </a:cubicBezTo>
                  <a:cubicBezTo>
                    <a:pt x="3" y="69"/>
                    <a:pt x="3" y="69"/>
                    <a:pt x="3" y="69"/>
                  </a:cubicBezTo>
                  <a:cubicBezTo>
                    <a:pt x="3" y="69"/>
                    <a:pt x="3" y="68"/>
                    <a:pt x="3" y="68"/>
                  </a:cubicBezTo>
                  <a:cubicBezTo>
                    <a:pt x="3" y="67"/>
                    <a:pt x="2" y="67"/>
                    <a:pt x="2" y="66"/>
                  </a:cubicBezTo>
                  <a:cubicBezTo>
                    <a:pt x="2" y="65"/>
                    <a:pt x="1" y="64"/>
                    <a:pt x="1" y="62"/>
                  </a:cubicBezTo>
                  <a:cubicBezTo>
                    <a:pt x="0" y="60"/>
                    <a:pt x="0" y="57"/>
                    <a:pt x="0" y="55"/>
                  </a:cubicBezTo>
                  <a:cubicBezTo>
                    <a:pt x="0" y="52"/>
                    <a:pt x="0" y="50"/>
                    <a:pt x="1" y="47"/>
                  </a:cubicBezTo>
                  <a:cubicBezTo>
                    <a:pt x="2" y="42"/>
                    <a:pt x="5" y="37"/>
                    <a:pt x="9" y="33"/>
                  </a:cubicBezTo>
                  <a:cubicBezTo>
                    <a:pt x="9" y="34"/>
                    <a:pt x="9" y="34"/>
                    <a:pt x="10" y="34"/>
                  </a:cubicBezTo>
                  <a:cubicBezTo>
                    <a:pt x="6" y="37"/>
                    <a:pt x="3" y="42"/>
                    <a:pt x="2" y="47"/>
                  </a:cubicBezTo>
                  <a:cubicBezTo>
                    <a:pt x="1" y="50"/>
                    <a:pt x="1" y="52"/>
                    <a:pt x="1" y="55"/>
                  </a:cubicBezTo>
                  <a:cubicBezTo>
                    <a:pt x="1" y="57"/>
                    <a:pt x="1" y="60"/>
                    <a:pt x="2" y="62"/>
                  </a:cubicBezTo>
                  <a:cubicBezTo>
                    <a:pt x="2" y="64"/>
                    <a:pt x="3" y="65"/>
                    <a:pt x="3" y="66"/>
                  </a:cubicBezTo>
                  <a:cubicBezTo>
                    <a:pt x="3" y="67"/>
                    <a:pt x="4" y="67"/>
                    <a:pt x="4" y="68"/>
                  </a:cubicBezTo>
                  <a:cubicBezTo>
                    <a:pt x="4" y="68"/>
                    <a:pt x="4" y="68"/>
                    <a:pt x="4" y="69"/>
                  </a:cubicBezTo>
                  <a:cubicBezTo>
                    <a:pt x="5" y="69"/>
                    <a:pt x="5" y="69"/>
                    <a:pt x="5" y="69"/>
                  </a:cubicBezTo>
                  <a:cubicBezTo>
                    <a:pt x="5" y="69"/>
                    <a:pt x="5" y="69"/>
                    <a:pt x="5" y="69"/>
                  </a:cubicBezTo>
                  <a:cubicBezTo>
                    <a:pt x="5" y="69"/>
                    <a:pt x="5" y="69"/>
                    <a:pt x="5" y="69"/>
                  </a:cubicBezTo>
                  <a:cubicBezTo>
                    <a:pt x="5" y="69"/>
                    <a:pt x="5" y="69"/>
                    <a:pt x="5" y="69"/>
                  </a:cubicBezTo>
                  <a:cubicBezTo>
                    <a:pt x="6" y="72"/>
                    <a:pt x="8" y="74"/>
                    <a:pt x="10" y="76"/>
                  </a:cubicBezTo>
                  <a:cubicBezTo>
                    <a:pt x="13" y="79"/>
                    <a:pt x="18" y="81"/>
                    <a:pt x="23" y="82"/>
                  </a:cubicBezTo>
                  <a:cubicBezTo>
                    <a:pt x="28" y="83"/>
                    <a:pt x="33" y="83"/>
                    <a:pt x="38" y="81"/>
                  </a:cubicBezTo>
                  <a:cubicBezTo>
                    <a:pt x="40" y="81"/>
                    <a:pt x="41" y="81"/>
                    <a:pt x="42" y="80"/>
                  </a:cubicBezTo>
                  <a:cubicBezTo>
                    <a:pt x="43" y="79"/>
                    <a:pt x="44" y="79"/>
                    <a:pt x="45" y="79"/>
                  </a:cubicBezTo>
                  <a:cubicBezTo>
                    <a:pt x="50" y="76"/>
                    <a:pt x="50" y="76"/>
                    <a:pt x="50" y="76"/>
                  </a:cubicBezTo>
                  <a:cubicBezTo>
                    <a:pt x="58" y="72"/>
                    <a:pt x="65" y="68"/>
                    <a:pt x="73" y="64"/>
                  </a:cubicBezTo>
                  <a:cubicBezTo>
                    <a:pt x="73" y="66"/>
                    <a:pt x="73" y="66"/>
                    <a:pt x="73" y="66"/>
                  </a:cubicBezTo>
                  <a:cubicBezTo>
                    <a:pt x="90" y="58"/>
                    <a:pt x="90" y="58"/>
                    <a:pt x="90" y="58"/>
                  </a:cubicBezTo>
                  <a:cubicBezTo>
                    <a:pt x="94" y="56"/>
                    <a:pt x="94" y="56"/>
                    <a:pt x="94" y="56"/>
                  </a:cubicBezTo>
                  <a:cubicBezTo>
                    <a:pt x="95" y="55"/>
                    <a:pt x="96" y="55"/>
                    <a:pt x="98" y="53"/>
                  </a:cubicBezTo>
                  <a:cubicBezTo>
                    <a:pt x="102" y="51"/>
                    <a:pt x="105" y="48"/>
                    <a:pt x="107" y="44"/>
                  </a:cubicBezTo>
                  <a:cubicBezTo>
                    <a:pt x="109" y="41"/>
                    <a:pt x="110" y="38"/>
                    <a:pt x="110" y="35"/>
                  </a:cubicBezTo>
                  <a:cubicBezTo>
                    <a:pt x="111" y="33"/>
                    <a:pt x="110" y="30"/>
                    <a:pt x="110" y="28"/>
                  </a:cubicBezTo>
                  <a:cubicBezTo>
                    <a:pt x="110" y="33"/>
                    <a:pt x="109" y="39"/>
                    <a:pt x="105" y="44"/>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8" name="Google Shape;88;p10"/>
            <p:cNvSpPr/>
            <p:nvPr/>
          </p:nvSpPr>
          <p:spPr>
            <a:xfrm>
              <a:off x="7693026" y="2405063"/>
              <a:ext cx="4763" cy="0"/>
            </a:xfrm>
            <a:custGeom>
              <a:rect b="b" l="l" r="r" t="t"/>
              <a:pathLst>
                <a:path extrusionOk="0" h="120000" w="1">
                  <a:moveTo>
                    <a:pt x="0" y="0"/>
                  </a:moveTo>
                  <a:cubicBezTo>
                    <a:pt x="1" y="0"/>
                    <a:pt x="1" y="0"/>
                    <a:pt x="1" y="0"/>
                  </a:cubicBezTo>
                  <a:cubicBezTo>
                    <a:pt x="1" y="0"/>
                    <a:pt x="1"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89" name="Google Shape;89;p10"/>
            <p:cNvSpPr/>
            <p:nvPr/>
          </p:nvSpPr>
          <p:spPr>
            <a:xfrm>
              <a:off x="7697788" y="2397126"/>
              <a:ext cx="11113" cy="7938"/>
            </a:xfrm>
            <a:custGeom>
              <a:rect b="b" l="l" r="r" t="t"/>
              <a:pathLst>
                <a:path extrusionOk="0" h="2" w="3">
                  <a:moveTo>
                    <a:pt x="0" y="2"/>
                  </a:moveTo>
                  <a:cubicBezTo>
                    <a:pt x="1" y="2"/>
                    <a:pt x="2" y="1"/>
                    <a:pt x="3" y="0"/>
                  </a:cubicBezTo>
                  <a:cubicBezTo>
                    <a:pt x="2" y="1"/>
                    <a:pt x="1" y="2"/>
                    <a:pt x="0" y="2"/>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0" name="Google Shape;90;p10"/>
            <p:cNvSpPr/>
            <p:nvPr/>
          </p:nvSpPr>
          <p:spPr>
            <a:xfrm>
              <a:off x="7316788" y="2201863"/>
              <a:ext cx="444500" cy="258763"/>
            </a:xfrm>
            <a:custGeom>
              <a:rect b="b" l="l" r="r" t="t"/>
              <a:pathLst>
                <a:path extrusionOk="0" h="69" w="118">
                  <a:moveTo>
                    <a:pt x="110" y="9"/>
                  </a:moveTo>
                  <a:cubicBezTo>
                    <a:pt x="108" y="6"/>
                    <a:pt x="106" y="4"/>
                    <a:pt x="103" y="3"/>
                  </a:cubicBezTo>
                  <a:cubicBezTo>
                    <a:pt x="101" y="1"/>
                    <a:pt x="98" y="0"/>
                    <a:pt x="95" y="0"/>
                  </a:cubicBezTo>
                  <a:cubicBezTo>
                    <a:pt x="101" y="2"/>
                    <a:pt x="106" y="6"/>
                    <a:pt x="109" y="10"/>
                  </a:cubicBezTo>
                  <a:cubicBezTo>
                    <a:pt x="113" y="15"/>
                    <a:pt x="115" y="20"/>
                    <a:pt x="115" y="26"/>
                  </a:cubicBezTo>
                  <a:cubicBezTo>
                    <a:pt x="116" y="32"/>
                    <a:pt x="115" y="38"/>
                    <a:pt x="111" y="43"/>
                  </a:cubicBezTo>
                  <a:cubicBezTo>
                    <a:pt x="110" y="45"/>
                    <a:pt x="108" y="47"/>
                    <a:pt x="105" y="49"/>
                  </a:cubicBezTo>
                  <a:cubicBezTo>
                    <a:pt x="103" y="51"/>
                    <a:pt x="100" y="52"/>
                    <a:pt x="97" y="53"/>
                  </a:cubicBezTo>
                  <a:cubicBezTo>
                    <a:pt x="97" y="53"/>
                    <a:pt x="96" y="53"/>
                    <a:pt x="95" y="53"/>
                  </a:cubicBezTo>
                  <a:cubicBezTo>
                    <a:pt x="93" y="54"/>
                    <a:pt x="93" y="54"/>
                    <a:pt x="93" y="54"/>
                  </a:cubicBezTo>
                  <a:cubicBezTo>
                    <a:pt x="90" y="54"/>
                    <a:pt x="90" y="54"/>
                    <a:pt x="90" y="54"/>
                  </a:cubicBezTo>
                  <a:cubicBezTo>
                    <a:pt x="83" y="56"/>
                    <a:pt x="83" y="56"/>
                    <a:pt x="83" y="56"/>
                  </a:cubicBezTo>
                  <a:cubicBezTo>
                    <a:pt x="69" y="59"/>
                    <a:pt x="69" y="59"/>
                    <a:pt x="69" y="59"/>
                  </a:cubicBezTo>
                  <a:cubicBezTo>
                    <a:pt x="41" y="65"/>
                    <a:pt x="41" y="65"/>
                    <a:pt x="41" y="65"/>
                  </a:cubicBezTo>
                  <a:cubicBezTo>
                    <a:pt x="56" y="61"/>
                    <a:pt x="74" y="57"/>
                    <a:pt x="90" y="54"/>
                  </a:cubicBezTo>
                  <a:cubicBezTo>
                    <a:pt x="94" y="53"/>
                    <a:pt x="94" y="53"/>
                    <a:pt x="94" y="53"/>
                  </a:cubicBezTo>
                  <a:cubicBezTo>
                    <a:pt x="95" y="53"/>
                    <a:pt x="95" y="53"/>
                    <a:pt x="95" y="53"/>
                  </a:cubicBezTo>
                  <a:cubicBezTo>
                    <a:pt x="95" y="53"/>
                    <a:pt x="96" y="53"/>
                    <a:pt x="96" y="53"/>
                  </a:cubicBezTo>
                  <a:cubicBezTo>
                    <a:pt x="97" y="53"/>
                    <a:pt x="98" y="52"/>
                    <a:pt x="98" y="52"/>
                  </a:cubicBezTo>
                  <a:cubicBezTo>
                    <a:pt x="102" y="51"/>
                    <a:pt x="105" y="50"/>
                    <a:pt x="107" y="47"/>
                  </a:cubicBezTo>
                  <a:cubicBezTo>
                    <a:pt x="110" y="45"/>
                    <a:pt x="112" y="42"/>
                    <a:pt x="113" y="39"/>
                  </a:cubicBezTo>
                  <a:cubicBezTo>
                    <a:pt x="114" y="36"/>
                    <a:pt x="115" y="33"/>
                    <a:pt x="115" y="30"/>
                  </a:cubicBezTo>
                  <a:cubicBezTo>
                    <a:pt x="115" y="24"/>
                    <a:pt x="113" y="17"/>
                    <a:pt x="110" y="12"/>
                  </a:cubicBezTo>
                  <a:cubicBezTo>
                    <a:pt x="106" y="7"/>
                    <a:pt x="101" y="3"/>
                    <a:pt x="95" y="1"/>
                  </a:cubicBezTo>
                  <a:cubicBezTo>
                    <a:pt x="94" y="1"/>
                    <a:pt x="92" y="0"/>
                    <a:pt x="91" y="0"/>
                  </a:cubicBezTo>
                  <a:cubicBezTo>
                    <a:pt x="89" y="0"/>
                    <a:pt x="88" y="0"/>
                    <a:pt x="86" y="1"/>
                  </a:cubicBezTo>
                  <a:cubicBezTo>
                    <a:pt x="84" y="2"/>
                    <a:pt x="82" y="3"/>
                    <a:pt x="82" y="4"/>
                  </a:cubicBezTo>
                  <a:cubicBezTo>
                    <a:pt x="82" y="5"/>
                    <a:pt x="83" y="5"/>
                    <a:pt x="84" y="5"/>
                  </a:cubicBezTo>
                  <a:cubicBezTo>
                    <a:pt x="85" y="5"/>
                    <a:pt x="87" y="6"/>
                    <a:pt x="89" y="6"/>
                  </a:cubicBezTo>
                  <a:cubicBezTo>
                    <a:pt x="90" y="6"/>
                    <a:pt x="91" y="6"/>
                    <a:pt x="93" y="7"/>
                  </a:cubicBezTo>
                  <a:cubicBezTo>
                    <a:pt x="94" y="7"/>
                    <a:pt x="95" y="7"/>
                    <a:pt x="95" y="7"/>
                  </a:cubicBezTo>
                  <a:cubicBezTo>
                    <a:pt x="96" y="8"/>
                    <a:pt x="95" y="9"/>
                    <a:pt x="94" y="9"/>
                  </a:cubicBezTo>
                  <a:cubicBezTo>
                    <a:pt x="100" y="12"/>
                    <a:pt x="105" y="17"/>
                    <a:pt x="106" y="23"/>
                  </a:cubicBezTo>
                  <a:cubicBezTo>
                    <a:pt x="107" y="27"/>
                    <a:pt x="107" y="30"/>
                    <a:pt x="107" y="33"/>
                  </a:cubicBezTo>
                  <a:cubicBezTo>
                    <a:pt x="106" y="36"/>
                    <a:pt x="105" y="39"/>
                    <a:pt x="102" y="41"/>
                  </a:cubicBezTo>
                  <a:cubicBezTo>
                    <a:pt x="101" y="42"/>
                    <a:pt x="100" y="43"/>
                    <a:pt x="98" y="44"/>
                  </a:cubicBezTo>
                  <a:cubicBezTo>
                    <a:pt x="97" y="44"/>
                    <a:pt x="96" y="45"/>
                    <a:pt x="95" y="45"/>
                  </a:cubicBezTo>
                  <a:cubicBezTo>
                    <a:pt x="94" y="45"/>
                    <a:pt x="93" y="45"/>
                    <a:pt x="92" y="46"/>
                  </a:cubicBezTo>
                  <a:cubicBezTo>
                    <a:pt x="79" y="48"/>
                    <a:pt x="79" y="48"/>
                    <a:pt x="79" y="48"/>
                  </a:cubicBezTo>
                  <a:cubicBezTo>
                    <a:pt x="70" y="50"/>
                    <a:pt x="61" y="52"/>
                    <a:pt x="52" y="53"/>
                  </a:cubicBezTo>
                  <a:cubicBezTo>
                    <a:pt x="61" y="52"/>
                    <a:pt x="70" y="50"/>
                    <a:pt x="79" y="48"/>
                  </a:cubicBezTo>
                  <a:cubicBezTo>
                    <a:pt x="92" y="45"/>
                    <a:pt x="92" y="45"/>
                    <a:pt x="92" y="45"/>
                  </a:cubicBezTo>
                  <a:cubicBezTo>
                    <a:pt x="93" y="45"/>
                    <a:pt x="94" y="45"/>
                    <a:pt x="95" y="45"/>
                  </a:cubicBezTo>
                  <a:cubicBezTo>
                    <a:pt x="96" y="45"/>
                    <a:pt x="97" y="44"/>
                    <a:pt x="98" y="44"/>
                  </a:cubicBezTo>
                  <a:cubicBezTo>
                    <a:pt x="100" y="43"/>
                    <a:pt x="101" y="42"/>
                    <a:pt x="102" y="41"/>
                  </a:cubicBezTo>
                  <a:cubicBezTo>
                    <a:pt x="105" y="39"/>
                    <a:pt x="106" y="36"/>
                    <a:pt x="106" y="33"/>
                  </a:cubicBezTo>
                  <a:cubicBezTo>
                    <a:pt x="107" y="30"/>
                    <a:pt x="107" y="27"/>
                    <a:pt x="106" y="23"/>
                  </a:cubicBezTo>
                  <a:cubicBezTo>
                    <a:pt x="104" y="17"/>
                    <a:pt x="100" y="12"/>
                    <a:pt x="94" y="10"/>
                  </a:cubicBezTo>
                  <a:cubicBezTo>
                    <a:pt x="93" y="10"/>
                    <a:pt x="93" y="11"/>
                    <a:pt x="95" y="12"/>
                  </a:cubicBezTo>
                  <a:cubicBezTo>
                    <a:pt x="96" y="13"/>
                    <a:pt x="97" y="14"/>
                    <a:pt x="98" y="15"/>
                  </a:cubicBezTo>
                  <a:cubicBezTo>
                    <a:pt x="99" y="16"/>
                    <a:pt x="101" y="17"/>
                    <a:pt x="102" y="19"/>
                  </a:cubicBezTo>
                  <a:cubicBezTo>
                    <a:pt x="103" y="21"/>
                    <a:pt x="104" y="24"/>
                    <a:pt x="105" y="26"/>
                  </a:cubicBezTo>
                  <a:cubicBezTo>
                    <a:pt x="105" y="28"/>
                    <a:pt x="105" y="30"/>
                    <a:pt x="105" y="32"/>
                  </a:cubicBezTo>
                  <a:cubicBezTo>
                    <a:pt x="104" y="36"/>
                    <a:pt x="101" y="40"/>
                    <a:pt x="97" y="42"/>
                  </a:cubicBezTo>
                  <a:cubicBezTo>
                    <a:pt x="96" y="42"/>
                    <a:pt x="94" y="43"/>
                    <a:pt x="93" y="43"/>
                  </a:cubicBezTo>
                  <a:cubicBezTo>
                    <a:pt x="89" y="44"/>
                    <a:pt x="89" y="44"/>
                    <a:pt x="89" y="44"/>
                  </a:cubicBezTo>
                  <a:cubicBezTo>
                    <a:pt x="79" y="46"/>
                    <a:pt x="79" y="46"/>
                    <a:pt x="79" y="46"/>
                  </a:cubicBezTo>
                  <a:cubicBezTo>
                    <a:pt x="66" y="48"/>
                    <a:pt x="53" y="51"/>
                    <a:pt x="41" y="53"/>
                  </a:cubicBezTo>
                  <a:cubicBezTo>
                    <a:pt x="34" y="55"/>
                    <a:pt x="34" y="55"/>
                    <a:pt x="34" y="55"/>
                  </a:cubicBezTo>
                  <a:cubicBezTo>
                    <a:pt x="33" y="55"/>
                    <a:pt x="31" y="55"/>
                    <a:pt x="30" y="55"/>
                  </a:cubicBezTo>
                  <a:cubicBezTo>
                    <a:pt x="29" y="55"/>
                    <a:pt x="29" y="55"/>
                    <a:pt x="29" y="55"/>
                  </a:cubicBezTo>
                  <a:cubicBezTo>
                    <a:pt x="28" y="55"/>
                    <a:pt x="28" y="55"/>
                    <a:pt x="28" y="55"/>
                  </a:cubicBezTo>
                  <a:cubicBezTo>
                    <a:pt x="28" y="55"/>
                    <a:pt x="28" y="55"/>
                    <a:pt x="28" y="55"/>
                  </a:cubicBezTo>
                  <a:cubicBezTo>
                    <a:pt x="27" y="55"/>
                    <a:pt x="27" y="55"/>
                    <a:pt x="27" y="55"/>
                  </a:cubicBezTo>
                  <a:cubicBezTo>
                    <a:pt x="27" y="55"/>
                    <a:pt x="27" y="55"/>
                    <a:pt x="27" y="55"/>
                  </a:cubicBezTo>
                  <a:cubicBezTo>
                    <a:pt x="26" y="54"/>
                    <a:pt x="25" y="54"/>
                    <a:pt x="25" y="54"/>
                  </a:cubicBezTo>
                  <a:cubicBezTo>
                    <a:pt x="23" y="54"/>
                    <a:pt x="22" y="53"/>
                    <a:pt x="21" y="52"/>
                  </a:cubicBezTo>
                  <a:cubicBezTo>
                    <a:pt x="19" y="51"/>
                    <a:pt x="17" y="48"/>
                    <a:pt x="16" y="45"/>
                  </a:cubicBezTo>
                  <a:cubicBezTo>
                    <a:pt x="15" y="42"/>
                    <a:pt x="15" y="39"/>
                    <a:pt x="16" y="36"/>
                  </a:cubicBezTo>
                  <a:cubicBezTo>
                    <a:pt x="16" y="33"/>
                    <a:pt x="17" y="32"/>
                    <a:pt x="18" y="30"/>
                  </a:cubicBezTo>
                  <a:cubicBezTo>
                    <a:pt x="20" y="28"/>
                    <a:pt x="21" y="27"/>
                    <a:pt x="23" y="26"/>
                  </a:cubicBezTo>
                  <a:cubicBezTo>
                    <a:pt x="24" y="26"/>
                    <a:pt x="24" y="26"/>
                    <a:pt x="25" y="25"/>
                  </a:cubicBezTo>
                  <a:cubicBezTo>
                    <a:pt x="25" y="25"/>
                    <a:pt x="25" y="25"/>
                    <a:pt x="25" y="25"/>
                  </a:cubicBezTo>
                  <a:cubicBezTo>
                    <a:pt x="26" y="25"/>
                    <a:pt x="26" y="25"/>
                    <a:pt x="26" y="25"/>
                  </a:cubicBezTo>
                  <a:cubicBezTo>
                    <a:pt x="31" y="24"/>
                    <a:pt x="31" y="24"/>
                    <a:pt x="31" y="24"/>
                  </a:cubicBezTo>
                  <a:cubicBezTo>
                    <a:pt x="40" y="22"/>
                    <a:pt x="40" y="22"/>
                    <a:pt x="40" y="22"/>
                  </a:cubicBezTo>
                  <a:cubicBezTo>
                    <a:pt x="52" y="20"/>
                    <a:pt x="64" y="17"/>
                    <a:pt x="74" y="15"/>
                  </a:cubicBezTo>
                  <a:cubicBezTo>
                    <a:pt x="91" y="10"/>
                    <a:pt x="84" y="7"/>
                    <a:pt x="66" y="9"/>
                  </a:cubicBezTo>
                  <a:cubicBezTo>
                    <a:pt x="66" y="8"/>
                    <a:pt x="66" y="8"/>
                    <a:pt x="66" y="8"/>
                  </a:cubicBezTo>
                  <a:cubicBezTo>
                    <a:pt x="83" y="5"/>
                    <a:pt x="74" y="3"/>
                    <a:pt x="76" y="1"/>
                  </a:cubicBezTo>
                  <a:cubicBezTo>
                    <a:pt x="67" y="3"/>
                    <a:pt x="58" y="5"/>
                    <a:pt x="49" y="6"/>
                  </a:cubicBezTo>
                  <a:cubicBezTo>
                    <a:pt x="40" y="8"/>
                    <a:pt x="40" y="8"/>
                    <a:pt x="40" y="8"/>
                  </a:cubicBezTo>
                  <a:cubicBezTo>
                    <a:pt x="30" y="10"/>
                    <a:pt x="30" y="10"/>
                    <a:pt x="30" y="10"/>
                  </a:cubicBezTo>
                  <a:cubicBezTo>
                    <a:pt x="25" y="11"/>
                    <a:pt x="25" y="11"/>
                    <a:pt x="25" y="11"/>
                  </a:cubicBezTo>
                  <a:cubicBezTo>
                    <a:pt x="23" y="11"/>
                    <a:pt x="23" y="11"/>
                    <a:pt x="23" y="11"/>
                  </a:cubicBezTo>
                  <a:cubicBezTo>
                    <a:pt x="22" y="11"/>
                    <a:pt x="21" y="12"/>
                    <a:pt x="20" y="12"/>
                  </a:cubicBezTo>
                  <a:cubicBezTo>
                    <a:pt x="16" y="14"/>
                    <a:pt x="12" y="16"/>
                    <a:pt x="9" y="19"/>
                  </a:cubicBezTo>
                  <a:cubicBezTo>
                    <a:pt x="8" y="20"/>
                    <a:pt x="7" y="21"/>
                    <a:pt x="7" y="22"/>
                  </a:cubicBezTo>
                  <a:cubicBezTo>
                    <a:pt x="6" y="23"/>
                    <a:pt x="6" y="23"/>
                    <a:pt x="5" y="25"/>
                  </a:cubicBezTo>
                  <a:cubicBezTo>
                    <a:pt x="4" y="26"/>
                    <a:pt x="3" y="29"/>
                    <a:pt x="2" y="31"/>
                  </a:cubicBezTo>
                  <a:cubicBezTo>
                    <a:pt x="0" y="38"/>
                    <a:pt x="1" y="47"/>
                    <a:pt x="4" y="54"/>
                  </a:cubicBezTo>
                  <a:cubicBezTo>
                    <a:pt x="6" y="58"/>
                    <a:pt x="9" y="62"/>
                    <a:pt x="13" y="64"/>
                  </a:cubicBezTo>
                  <a:cubicBezTo>
                    <a:pt x="16" y="67"/>
                    <a:pt x="21" y="68"/>
                    <a:pt x="25" y="69"/>
                  </a:cubicBezTo>
                  <a:cubicBezTo>
                    <a:pt x="25" y="69"/>
                    <a:pt x="26" y="69"/>
                    <a:pt x="26" y="69"/>
                  </a:cubicBezTo>
                  <a:cubicBezTo>
                    <a:pt x="27" y="69"/>
                    <a:pt x="27" y="69"/>
                    <a:pt x="27" y="69"/>
                  </a:cubicBezTo>
                  <a:cubicBezTo>
                    <a:pt x="27" y="69"/>
                    <a:pt x="27" y="69"/>
                    <a:pt x="27" y="69"/>
                  </a:cubicBezTo>
                  <a:cubicBezTo>
                    <a:pt x="27" y="69"/>
                    <a:pt x="27" y="69"/>
                    <a:pt x="27" y="69"/>
                  </a:cubicBezTo>
                  <a:cubicBezTo>
                    <a:pt x="28" y="69"/>
                    <a:pt x="29" y="69"/>
                    <a:pt x="30" y="69"/>
                  </a:cubicBezTo>
                  <a:cubicBezTo>
                    <a:pt x="32" y="69"/>
                    <a:pt x="35" y="69"/>
                    <a:pt x="37" y="69"/>
                  </a:cubicBezTo>
                  <a:cubicBezTo>
                    <a:pt x="46" y="67"/>
                    <a:pt x="46" y="67"/>
                    <a:pt x="46" y="67"/>
                  </a:cubicBezTo>
                  <a:cubicBezTo>
                    <a:pt x="65" y="62"/>
                    <a:pt x="65" y="62"/>
                    <a:pt x="65" y="62"/>
                  </a:cubicBezTo>
                  <a:cubicBezTo>
                    <a:pt x="84" y="58"/>
                    <a:pt x="84" y="58"/>
                    <a:pt x="84" y="58"/>
                  </a:cubicBezTo>
                  <a:cubicBezTo>
                    <a:pt x="93" y="56"/>
                    <a:pt x="93" y="56"/>
                    <a:pt x="93" y="56"/>
                  </a:cubicBezTo>
                  <a:cubicBezTo>
                    <a:pt x="96" y="56"/>
                    <a:pt x="96" y="56"/>
                    <a:pt x="96" y="56"/>
                  </a:cubicBezTo>
                  <a:cubicBezTo>
                    <a:pt x="97" y="56"/>
                    <a:pt x="98" y="55"/>
                    <a:pt x="99" y="55"/>
                  </a:cubicBezTo>
                  <a:cubicBezTo>
                    <a:pt x="99" y="55"/>
                    <a:pt x="100" y="55"/>
                    <a:pt x="100" y="54"/>
                  </a:cubicBezTo>
                  <a:cubicBezTo>
                    <a:pt x="99" y="55"/>
                    <a:pt x="98" y="55"/>
                    <a:pt x="97" y="55"/>
                  </a:cubicBezTo>
                  <a:cubicBezTo>
                    <a:pt x="95" y="56"/>
                    <a:pt x="95" y="56"/>
                    <a:pt x="94" y="56"/>
                  </a:cubicBezTo>
                  <a:cubicBezTo>
                    <a:pt x="91" y="57"/>
                    <a:pt x="91" y="57"/>
                    <a:pt x="91" y="57"/>
                  </a:cubicBezTo>
                  <a:cubicBezTo>
                    <a:pt x="78" y="59"/>
                    <a:pt x="78" y="59"/>
                    <a:pt x="78" y="59"/>
                  </a:cubicBezTo>
                  <a:cubicBezTo>
                    <a:pt x="55" y="64"/>
                    <a:pt x="55" y="64"/>
                    <a:pt x="55" y="64"/>
                  </a:cubicBezTo>
                  <a:cubicBezTo>
                    <a:pt x="43" y="67"/>
                    <a:pt x="43" y="67"/>
                    <a:pt x="43" y="67"/>
                  </a:cubicBezTo>
                  <a:cubicBezTo>
                    <a:pt x="37" y="68"/>
                    <a:pt x="37" y="68"/>
                    <a:pt x="37" y="68"/>
                  </a:cubicBezTo>
                  <a:cubicBezTo>
                    <a:pt x="34" y="69"/>
                    <a:pt x="32" y="69"/>
                    <a:pt x="29" y="69"/>
                  </a:cubicBezTo>
                  <a:cubicBezTo>
                    <a:pt x="28" y="69"/>
                    <a:pt x="28" y="69"/>
                    <a:pt x="27" y="69"/>
                  </a:cubicBezTo>
                  <a:cubicBezTo>
                    <a:pt x="27" y="69"/>
                    <a:pt x="27" y="69"/>
                    <a:pt x="27" y="69"/>
                  </a:cubicBezTo>
                  <a:cubicBezTo>
                    <a:pt x="27" y="69"/>
                    <a:pt x="27" y="69"/>
                    <a:pt x="27" y="69"/>
                  </a:cubicBezTo>
                  <a:cubicBezTo>
                    <a:pt x="26" y="69"/>
                    <a:pt x="26" y="68"/>
                    <a:pt x="26" y="68"/>
                  </a:cubicBezTo>
                  <a:cubicBezTo>
                    <a:pt x="24" y="68"/>
                    <a:pt x="23" y="68"/>
                    <a:pt x="22" y="68"/>
                  </a:cubicBezTo>
                  <a:cubicBezTo>
                    <a:pt x="19" y="67"/>
                    <a:pt x="17" y="66"/>
                    <a:pt x="14" y="65"/>
                  </a:cubicBezTo>
                  <a:cubicBezTo>
                    <a:pt x="9" y="62"/>
                    <a:pt x="6" y="57"/>
                    <a:pt x="4" y="52"/>
                  </a:cubicBezTo>
                  <a:cubicBezTo>
                    <a:pt x="4" y="52"/>
                    <a:pt x="5" y="53"/>
                    <a:pt x="4" y="52"/>
                  </a:cubicBezTo>
                  <a:cubicBezTo>
                    <a:pt x="6" y="57"/>
                    <a:pt x="10" y="61"/>
                    <a:pt x="15" y="64"/>
                  </a:cubicBezTo>
                  <a:cubicBezTo>
                    <a:pt x="17" y="65"/>
                    <a:pt x="19" y="66"/>
                    <a:pt x="22" y="67"/>
                  </a:cubicBezTo>
                  <a:cubicBezTo>
                    <a:pt x="23" y="67"/>
                    <a:pt x="25" y="67"/>
                    <a:pt x="26" y="67"/>
                  </a:cubicBezTo>
                  <a:cubicBezTo>
                    <a:pt x="26" y="67"/>
                    <a:pt x="27" y="67"/>
                    <a:pt x="27" y="67"/>
                  </a:cubicBezTo>
                  <a:cubicBezTo>
                    <a:pt x="27" y="68"/>
                    <a:pt x="27" y="67"/>
                    <a:pt x="27" y="68"/>
                  </a:cubicBezTo>
                  <a:cubicBezTo>
                    <a:pt x="27" y="68"/>
                    <a:pt x="27" y="68"/>
                    <a:pt x="27" y="68"/>
                  </a:cubicBezTo>
                  <a:cubicBezTo>
                    <a:pt x="28" y="68"/>
                    <a:pt x="29" y="68"/>
                    <a:pt x="29" y="68"/>
                  </a:cubicBezTo>
                  <a:cubicBezTo>
                    <a:pt x="32" y="68"/>
                    <a:pt x="34" y="68"/>
                    <a:pt x="37" y="67"/>
                  </a:cubicBezTo>
                  <a:cubicBezTo>
                    <a:pt x="43" y="66"/>
                    <a:pt x="43" y="66"/>
                    <a:pt x="43" y="66"/>
                  </a:cubicBezTo>
                  <a:cubicBezTo>
                    <a:pt x="55" y="63"/>
                    <a:pt x="55" y="63"/>
                    <a:pt x="55" y="63"/>
                  </a:cubicBezTo>
                  <a:cubicBezTo>
                    <a:pt x="63" y="62"/>
                    <a:pt x="71" y="60"/>
                    <a:pt x="79" y="58"/>
                  </a:cubicBezTo>
                  <a:cubicBezTo>
                    <a:pt x="83" y="58"/>
                    <a:pt x="87" y="57"/>
                    <a:pt x="91" y="56"/>
                  </a:cubicBezTo>
                  <a:cubicBezTo>
                    <a:pt x="95" y="55"/>
                    <a:pt x="95" y="55"/>
                    <a:pt x="95" y="55"/>
                  </a:cubicBezTo>
                  <a:cubicBezTo>
                    <a:pt x="96" y="55"/>
                    <a:pt x="96" y="55"/>
                    <a:pt x="96" y="55"/>
                  </a:cubicBezTo>
                  <a:cubicBezTo>
                    <a:pt x="97" y="54"/>
                    <a:pt x="97" y="54"/>
                    <a:pt x="98" y="54"/>
                  </a:cubicBezTo>
                  <a:cubicBezTo>
                    <a:pt x="101" y="53"/>
                    <a:pt x="103" y="52"/>
                    <a:pt x="105" y="50"/>
                  </a:cubicBezTo>
                  <a:cubicBezTo>
                    <a:pt x="106" y="51"/>
                    <a:pt x="106" y="51"/>
                    <a:pt x="106" y="51"/>
                  </a:cubicBezTo>
                  <a:cubicBezTo>
                    <a:pt x="109" y="49"/>
                    <a:pt x="112" y="46"/>
                    <a:pt x="114" y="42"/>
                  </a:cubicBezTo>
                  <a:cubicBezTo>
                    <a:pt x="116" y="39"/>
                    <a:pt x="117" y="35"/>
                    <a:pt x="118" y="31"/>
                  </a:cubicBezTo>
                  <a:cubicBezTo>
                    <a:pt x="118" y="23"/>
                    <a:pt x="115" y="15"/>
                    <a:pt x="110" y="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1" name="Google Shape;91;p10"/>
            <p:cNvSpPr/>
            <p:nvPr/>
          </p:nvSpPr>
          <p:spPr>
            <a:xfrm>
              <a:off x="4427538" y="2193926"/>
              <a:ext cx="431800" cy="266700"/>
            </a:xfrm>
            <a:custGeom>
              <a:rect b="b" l="l" r="r" t="t"/>
              <a:pathLst>
                <a:path extrusionOk="0" h="71" w="115">
                  <a:moveTo>
                    <a:pt x="56" y="65"/>
                  </a:moveTo>
                  <a:cubicBezTo>
                    <a:pt x="32" y="59"/>
                    <a:pt x="32" y="59"/>
                    <a:pt x="32" y="59"/>
                  </a:cubicBezTo>
                  <a:cubicBezTo>
                    <a:pt x="26" y="58"/>
                    <a:pt x="26" y="58"/>
                    <a:pt x="26" y="58"/>
                  </a:cubicBezTo>
                  <a:cubicBezTo>
                    <a:pt x="23" y="57"/>
                    <a:pt x="23" y="57"/>
                    <a:pt x="23" y="57"/>
                  </a:cubicBezTo>
                  <a:cubicBezTo>
                    <a:pt x="22" y="57"/>
                    <a:pt x="22" y="57"/>
                    <a:pt x="22" y="57"/>
                  </a:cubicBezTo>
                  <a:cubicBezTo>
                    <a:pt x="21" y="57"/>
                    <a:pt x="20" y="57"/>
                    <a:pt x="20" y="56"/>
                  </a:cubicBezTo>
                  <a:cubicBezTo>
                    <a:pt x="14" y="55"/>
                    <a:pt x="10" y="51"/>
                    <a:pt x="7" y="47"/>
                  </a:cubicBezTo>
                  <a:cubicBezTo>
                    <a:pt x="4" y="43"/>
                    <a:pt x="2" y="38"/>
                    <a:pt x="1" y="33"/>
                  </a:cubicBezTo>
                  <a:cubicBezTo>
                    <a:pt x="1" y="30"/>
                    <a:pt x="1" y="28"/>
                    <a:pt x="1" y="25"/>
                  </a:cubicBezTo>
                  <a:cubicBezTo>
                    <a:pt x="1" y="24"/>
                    <a:pt x="1" y="23"/>
                    <a:pt x="2" y="22"/>
                  </a:cubicBezTo>
                  <a:cubicBezTo>
                    <a:pt x="2" y="20"/>
                    <a:pt x="2" y="19"/>
                    <a:pt x="3" y="18"/>
                  </a:cubicBezTo>
                  <a:cubicBezTo>
                    <a:pt x="5" y="13"/>
                    <a:pt x="9" y="8"/>
                    <a:pt x="13" y="5"/>
                  </a:cubicBezTo>
                  <a:cubicBezTo>
                    <a:pt x="17" y="2"/>
                    <a:pt x="22" y="1"/>
                    <a:pt x="28" y="0"/>
                  </a:cubicBezTo>
                  <a:cubicBezTo>
                    <a:pt x="27" y="0"/>
                    <a:pt x="26" y="1"/>
                    <a:pt x="28" y="1"/>
                  </a:cubicBezTo>
                  <a:cubicBezTo>
                    <a:pt x="23" y="1"/>
                    <a:pt x="18" y="3"/>
                    <a:pt x="13" y="6"/>
                  </a:cubicBezTo>
                  <a:cubicBezTo>
                    <a:pt x="9" y="9"/>
                    <a:pt x="6" y="13"/>
                    <a:pt x="4" y="18"/>
                  </a:cubicBezTo>
                  <a:cubicBezTo>
                    <a:pt x="3" y="19"/>
                    <a:pt x="3" y="21"/>
                    <a:pt x="3" y="22"/>
                  </a:cubicBezTo>
                  <a:cubicBezTo>
                    <a:pt x="2" y="23"/>
                    <a:pt x="2" y="24"/>
                    <a:pt x="2" y="26"/>
                  </a:cubicBezTo>
                  <a:cubicBezTo>
                    <a:pt x="2" y="28"/>
                    <a:pt x="2" y="31"/>
                    <a:pt x="2" y="33"/>
                  </a:cubicBezTo>
                  <a:cubicBezTo>
                    <a:pt x="3" y="38"/>
                    <a:pt x="5" y="43"/>
                    <a:pt x="8" y="47"/>
                  </a:cubicBezTo>
                  <a:cubicBezTo>
                    <a:pt x="11" y="51"/>
                    <a:pt x="15" y="55"/>
                    <a:pt x="21" y="56"/>
                  </a:cubicBezTo>
                  <a:cubicBezTo>
                    <a:pt x="22" y="56"/>
                    <a:pt x="22" y="56"/>
                    <a:pt x="22" y="56"/>
                  </a:cubicBezTo>
                  <a:cubicBezTo>
                    <a:pt x="23" y="57"/>
                    <a:pt x="23" y="57"/>
                    <a:pt x="23" y="57"/>
                  </a:cubicBezTo>
                  <a:cubicBezTo>
                    <a:pt x="24" y="57"/>
                    <a:pt x="24" y="57"/>
                    <a:pt x="24" y="57"/>
                  </a:cubicBezTo>
                  <a:cubicBezTo>
                    <a:pt x="27" y="58"/>
                    <a:pt x="27" y="58"/>
                    <a:pt x="27" y="58"/>
                  </a:cubicBezTo>
                  <a:cubicBezTo>
                    <a:pt x="33" y="59"/>
                    <a:pt x="33" y="59"/>
                    <a:pt x="33" y="59"/>
                  </a:cubicBezTo>
                  <a:cubicBezTo>
                    <a:pt x="41" y="61"/>
                    <a:pt x="49" y="62"/>
                    <a:pt x="58" y="64"/>
                  </a:cubicBezTo>
                  <a:cubicBezTo>
                    <a:pt x="58" y="65"/>
                    <a:pt x="58" y="65"/>
                    <a:pt x="58" y="65"/>
                  </a:cubicBezTo>
                  <a:cubicBezTo>
                    <a:pt x="75" y="69"/>
                    <a:pt x="75" y="69"/>
                    <a:pt x="75" y="69"/>
                  </a:cubicBezTo>
                  <a:cubicBezTo>
                    <a:pt x="80" y="70"/>
                    <a:pt x="80" y="70"/>
                    <a:pt x="80" y="70"/>
                  </a:cubicBezTo>
                  <a:cubicBezTo>
                    <a:pt x="80" y="70"/>
                    <a:pt x="81" y="71"/>
                    <a:pt x="82" y="71"/>
                  </a:cubicBezTo>
                  <a:cubicBezTo>
                    <a:pt x="83" y="71"/>
                    <a:pt x="84" y="71"/>
                    <a:pt x="85" y="71"/>
                  </a:cubicBezTo>
                  <a:cubicBezTo>
                    <a:pt x="89" y="71"/>
                    <a:pt x="93" y="71"/>
                    <a:pt x="97" y="70"/>
                  </a:cubicBezTo>
                  <a:cubicBezTo>
                    <a:pt x="101" y="68"/>
                    <a:pt x="103" y="66"/>
                    <a:pt x="105" y="64"/>
                  </a:cubicBezTo>
                  <a:cubicBezTo>
                    <a:pt x="107" y="62"/>
                    <a:pt x="109" y="60"/>
                    <a:pt x="110" y="58"/>
                  </a:cubicBezTo>
                  <a:cubicBezTo>
                    <a:pt x="106" y="63"/>
                    <a:pt x="102" y="66"/>
                    <a:pt x="96" y="68"/>
                  </a:cubicBezTo>
                  <a:cubicBezTo>
                    <a:pt x="93" y="69"/>
                    <a:pt x="90" y="69"/>
                    <a:pt x="87" y="69"/>
                  </a:cubicBezTo>
                  <a:cubicBezTo>
                    <a:pt x="86" y="69"/>
                    <a:pt x="84" y="69"/>
                    <a:pt x="83" y="69"/>
                  </a:cubicBezTo>
                  <a:cubicBezTo>
                    <a:pt x="82" y="69"/>
                    <a:pt x="82" y="68"/>
                    <a:pt x="81" y="68"/>
                  </a:cubicBezTo>
                  <a:cubicBezTo>
                    <a:pt x="79" y="68"/>
                    <a:pt x="79" y="68"/>
                    <a:pt x="79" y="68"/>
                  </a:cubicBezTo>
                  <a:cubicBezTo>
                    <a:pt x="70" y="66"/>
                    <a:pt x="61" y="63"/>
                    <a:pt x="51" y="61"/>
                  </a:cubicBezTo>
                  <a:cubicBezTo>
                    <a:pt x="23" y="55"/>
                    <a:pt x="23" y="55"/>
                    <a:pt x="23" y="55"/>
                  </a:cubicBezTo>
                  <a:cubicBezTo>
                    <a:pt x="23" y="55"/>
                    <a:pt x="23" y="55"/>
                    <a:pt x="23" y="55"/>
                  </a:cubicBezTo>
                  <a:cubicBezTo>
                    <a:pt x="22" y="55"/>
                    <a:pt x="22" y="55"/>
                    <a:pt x="22" y="55"/>
                  </a:cubicBezTo>
                  <a:cubicBezTo>
                    <a:pt x="21" y="54"/>
                    <a:pt x="20" y="54"/>
                    <a:pt x="19" y="54"/>
                  </a:cubicBezTo>
                  <a:cubicBezTo>
                    <a:pt x="18" y="53"/>
                    <a:pt x="17" y="53"/>
                    <a:pt x="16" y="52"/>
                  </a:cubicBezTo>
                  <a:cubicBezTo>
                    <a:pt x="13" y="50"/>
                    <a:pt x="11" y="48"/>
                    <a:pt x="9" y="46"/>
                  </a:cubicBezTo>
                  <a:cubicBezTo>
                    <a:pt x="6" y="42"/>
                    <a:pt x="4" y="36"/>
                    <a:pt x="4" y="31"/>
                  </a:cubicBezTo>
                  <a:cubicBezTo>
                    <a:pt x="4" y="35"/>
                    <a:pt x="5" y="40"/>
                    <a:pt x="8" y="44"/>
                  </a:cubicBezTo>
                  <a:cubicBezTo>
                    <a:pt x="11" y="48"/>
                    <a:pt x="15" y="52"/>
                    <a:pt x="20" y="54"/>
                  </a:cubicBezTo>
                  <a:cubicBezTo>
                    <a:pt x="20" y="54"/>
                    <a:pt x="21" y="54"/>
                    <a:pt x="21" y="54"/>
                  </a:cubicBezTo>
                  <a:cubicBezTo>
                    <a:pt x="22" y="54"/>
                    <a:pt x="23" y="54"/>
                    <a:pt x="23" y="55"/>
                  </a:cubicBezTo>
                  <a:cubicBezTo>
                    <a:pt x="26" y="55"/>
                    <a:pt x="26" y="55"/>
                    <a:pt x="26" y="55"/>
                  </a:cubicBezTo>
                  <a:cubicBezTo>
                    <a:pt x="32" y="57"/>
                    <a:pt x="32" y="57"/>
                    <a:pt x="32" y="57"/>
                  </a:cubicBezTo>
                  <a:cubicBezTo>
                    <a:pt x="37" y="58"/>
                    <a:pt x="41" y="58"/>
                    <a:pt x="44" y="59"/>
                  </a:cubicBezTo>
                  <a:cubicBezTo>
                    <a:pt x="55" y="62"/>
                    <a:pt x="66" y="64"/>
                    <a:pt x="76" y="67"/>
                  </a:cubicBezTo>
                  <a:cubicBezTo>
                    <a:pt x="80" y="68"/>
                    <a:pt x="80" y="68"/>
                    <a:pt x="80" y="68"/>
                  </a:cubicBezTo>
                  <a:cubicBezTo>
                    <a:pt x="81" y="68"/>
                    <a:pt x="83" y="68"/>
                    <a:pt x="84" y="68"/>
                  </a:cubicBezTo>
                  <a:cubicBezTo>
                    <a:pt x="87" y="69"/>
                    <a:pt x="91" y="69"/>
                    <a:pt x="94" y="68"/>
                  </a:cubicBezTo>
                  <a:cubicBezTo>
                    <a:pt x="100" y="66"/>
                    <a:pt x="105" y="62"/>
                    <a:pt x="109" y="57"/>
                  </a:cubicBezTo>
                  <a:cubicBezTo>
                    <a:pt x="110" y="56"/>
                    <a:pt x="111" y="55"/>
                    <a:pt x="111" y="54"/>
                  </a:cubicBezTo>
                  <a:cubicBezTo>
                    <a:pt x="112" y="52"/>
                    <a:pt x="112" y="51"/>
                    <a:pt x="112" y="49"/>
                  </a:cubicBezTo>
                  <a:cubicBezTo>
                    <a:pt x="112" y="47"/>
                    <a:pt x="112" y="45"/>
                    <a:pt x="111" y="44"/>
                  </a:cubicBezTo>
                  <a:cubicBezTo>
                    <a:pt x="110" y="44"/>
                    <a:pt x="110" y="45"/>
                    <a:pt x="109" y="46"/>
                  </a:cubicBezTo>
                  <a:cubicBezTo>
                    <a:pt x="109" y="46"/>
                    <a:pt x="108" y="48"/>
                    <a:pt x="107" y="50"/>
                  </a:cubicBezTo>
                  <a:cubicBezTo>
                    <a:pt x="106" y="51"/>
                    <a:pt x="105" y="52"/>
                    <a:pt x="105" y="53"/>
                  </a:cubicBezTo>
                  <a:cubicBezTo>
                    <a:pt x="104" y="55"/>
                    <a:pt x="103" y="55"/>
                    <a:pt x="103" y="55"/>
                  </a:cubicBezTo>
                  <a:cubicBezTo>
                    <a:pt x="102" y="56"/>
                    <a:pt x="102" y="55"/>
                    <a:pt x="102" y="54"/>
                  </a:cubicBezTo>
                  <a:cubicBezTo>
                    <a:pt x="100" y="57"/>
                    <a:pt x="97" y="58"/>
                    <a:pt x="94" y="60"/>
                  </a:cubicBezTo>
                  <a:cubicBezTo>
                    <a:pt x="91" y="61"/>
                    <a:pt x="88" y="61"/>
                    <a:pt x="85" y="60"/>
                  </a:cubicBezTo>
                  <a:cubicBezTo>
                    <a:pt x="84" y="60"/>
                    <a:pt x="83" y="60"/>
                    <a:pt x="82" y="60"/>
                  </a:cubicBezTo>
                  <a:cubicBezTo>
                    <a:pt x="80" y="59"/>
                    <a:pt x="80" y="59"/>
                    <a:pt x="80" y="59"/>
                  </a:cubicBezTo>
                  <a:cubicBezTo>
                    <a:pt x="74" y="58"/>
                    <a:pt x="74" y="58"/>
                    <a:pt x="74" y="58"/>
                  </a:cubicBezTo>
                  <a:cubicBezTo>
                    <a:pt x="63" y="56"/>
                    <a:pt x="63" y="56"/>
                    <a:pt x="63" y="56"/>
                  </a:cubicBezTo>
                  <a:cubicBezTo>
                    <a:pt x="54" y="54"/>
                    <a:pt x="46" y="52"/>
                    <a:pt x="37" y="50"/>
                  </a:cubicBezTo>
                  <a:cubicBezTo>
                    <a:pt x="30" y="48"/>
                    <a:pt x="30" y="48"/>
                    <a:pt x="30" y="48"/>
                  </a:cubicBezTo>
                  <a:cubicBezTo>
                    <a:pt x="27" y="47"/>
                    <a:pt x="27" y="47"/>
                    <a:pt x="27" y="47"/>
                  </a:cubicBezTo>
                  <a:cubicBezTo>
                    <a:pt x="25" y="47"/>
                    <a:pt x="25" y="47"/>
                    <a:pt x="25" y="47"/>
                  </a:cubicBezTo>
                  <a:cubicBezTo>
                    <a:pt x="25" y="47"/>
                    <a:pt x="24" y="47"/>
                    <a:pt x="24" y="46"/>
                  </a:cubicBezTo>
                  <a:cubicBezTo>
                    <a:pt x="20" y="45"/>
                    <a:pt x="18" y="43"/>
                    <a:pt x="16" y="40"/>
                  </a:cubicBezTo>
                  <a:cubicBezTo>
                    <a:pt x="18" y="43"/>
                    <a:pt x="21" y="45"/>
                    <a:pt x="24" y="46"/>
                  </a:cubicBezTo>
                  <a:cubicBezTo>
                    <a:pt x="37" y="49"/>
                    <a:pt x="37" y="49"/>
                    <a:pt x="37" y="49"/>
                  </a:cubicBezTo>
                  <a:cubicBezTo>
                    <a:pt x="63" y="56"/>
                    <a:pt x="63" y="56"/>
                    <a:pt x="63" y="56"/>
                  </a:cubicBezTo>
                  <a:cubicBezTo>
                    <a:pt x="74" y="58"/>
                    <a:pt x="74" y="58"/>
                    <a:pt x="74" y="58"/>
                  </a:cubicBezTo>
                  <a:cubicBezTo>
                    <a:pt x="80" y="59"/>
                    <a:pt x="80" y="59"/>
                    <a:pt x="80" y="59"/>
                  </a:cubicBezTo>
                  <a:cubicBezTo>
                    <a:pt x="82" y="60"/>
                    <a:pt x="82" y="60"/>
                    <a:pt x="82" y="60"/>
                  </a:cubicBezTo>
                  <a:cubicBezTo>
                    <a:pt x="83" y="60"/>
                    <a:pt x="84" y="60"/>
                    <a:pt x="85" y="60"/>
                  </a:cubicBezTo>
                  <a:cubicBezTo>
                    <a:pt x="88" y="61"/>
                    <a:pt x="91" y="60"/>
                    <a:pt x="94" y="59"/>
                  </a:cubicBezTo>
                  <a:cubicBezTo>
                    <a:pt x="97" y="58"/>
                    <a:pt x="99" y="56"/>
                    <a:pt x="101" y="53"/>
                  </a:cubicBezTo>
                  <a:cubicBezTo>
                    <a:pt x="101" y="53"/>
                    <a:pt x="101" y="52"/>
                    <a:pt x="99" y="54"/>
                  </a:cubicBezTo>
                  <a:cubicBezTo>
                    <a:pt x="97" y="55"/>
                    <a:pt x="94" y="57"/>
                    <a:pt x="90" y="58"/>
                  </a:cubicBezTo>
                  <a:cubicBezTo>
                    <a:pt x="88" y="58"/>
                    <a:pt x="85" y="58"/>
                    <a:pt x="83" y="58"/>
                  </a:cubicBezTo>
                  <a:cubicBezTo>
                    <a:pt x="81" y="57"/>
                    <a:pt x="78" y="57"/>
                    <a:pt x="76" y="56"/>
                  </a:cubicBezTo>
                  <a:cubicBezTo>
                    <a:pt x="64" y="53"/>
                    <a:pt x="51" y="50"/>
                    <a:pt x="38" y="47"/>
                  </a:cubicBezTo>
                  <a:cubicBezTo>
                    <a:pt x="29" y="45"/>
                    <a:pt x="29" y="45"/>
                    <a:pt x="29" y="45"/>
                  </a:cubicBezTo>
                  <a:cubicBezTo>
                    <a:pt x="26" y="45"/>
                    <a:pt x="26" y="45"/>
                    <a:pt x="26" y="45"/>
                  </a:cubicBezTo>
                  <a:cubicBezTo>
                    <a:pt x="25" y="44"/>
                    <a:pt x="25" y="44"/>
                    <a:pt x="25" y="44"/>
                  </a:cubicBezTo>
                  <a:cubicBezTo>
                    <a:pt x="25" y="44"/>
                    <a:pt x="25" y="44"/>
                    <a:pt x="25" y="44"/>
                  </a:cubicBezTo>
                  <a:cubicBezTo>
                    <a:pt x="24" y="44"/>
                    <a:pt x="24" y="44"/>
                    <a:pt x="24" y="44"/>
                  </a:cubicBezTo>
                  <a:cubicBezTo>
                    <a:pt x="23" y="44"/>
                    <a:pt x="22" y="43"/>
                    <a:pt x="21" y="43"/>
                  </a:cubicBezTo>
                  <a:cubicBezTo>
                    <a:pt x="18" y="41"/>
                    <a:pt x="16" y="37"/>
                    <a:pt x="15" y="32"/>
                  </a:cubicBezTo>
                  <a:cubicBezTo>
                    <a:pt x="15" y="30"/>
                    <a:pt x="15" y="29"/>
                    <a:pt x="15" y="27"/>
                  </a:cubicBezTo>
                  <a:cubicBezTo>
                    <a:pt x="15" y="26"/>
                    <a:pt x="15" y="25"/>
                    <a:pt x="15" y="25"/>
                  </a:cubicBezTo>
                  <a:cubicBezTo>
                    <a:pt x="15" y="24"/>
                    <a:pt x="16" y="23"/>
                    <a:pt x="16" y="23"/>
                  </a:cubicBezTo>
                  <a:cubicBezTo>
                    <a:pt x="17" y="20"/>
                    <a:pt x="19" y="18"/>
                    <a:pt x="21" y="16"/>
                  </a:cubicBezTo>
                  <a:cubicBezTo>
                    <a:pt x="24" y="15"/>
                    <a:pt x="27" y="14"/>
                    <a:pt x="30" y="14"/>
                  </a:cubicBezTo>
                  <a:cubicBezTo>
                    <a:pt x="31" y="14"/>
                    <a:pt x="32" y="14"/>
                    <a:pt x="33" y="14"/>
                  </a:cubicBezTo>
                  <a:cubicBezTo>
                    <a:pt x="33" y="14"/>
                    <a:pt x="33" y="14"/>
                    <a:pt x="33" y="14"/>
                  </a:cubicBezTo>
                  <a:cubicBezTo>
                    <a:pt x="34" y="14"/>
                    <a:pt x="34" y="14"/>
                    <a:pt x="34" y="14"/>
                  </a:cubicBezTo>
                  <a:cubicBezTo>
                    <a:pt x="36" y="15"/>
                    <a:pt x="36" y="15"/>
                    <a:pt x="36" y="15"/>
                  </a:cubicBezTo>
                  <a:cubicBezTo>
                    <a:pt x="42" y="16"/>
                    <a:pt x="42" y="16"/>
                    <a:pt x="42" y="16"/>
                  </a:cubicBezTo>
                  <a:cubicBezTo>
                    <a:pt x="55" y="19"/>
                    <a:pt x="67" y="22"/>
                    <a:pt x="79" y="24"/>
                  </a:cubicBezTo>
                  <a:cubicBezTo>
                    <a:pt x="89" y="26"/>
                    <a:pt x="89" y="26"/>
                    <a:pt x="89" y="26"/>
                  </a:cubicBezTo>
                  <a:cubicBezTo>
                    <a:pt x="93" y="27"/>
                    <a:pt x="93" y="27"/>
                    <a:pt x="93" y="27"/>
                  </a:cubicBezTo>
                  <a:cubicBezTo>
                    <a:pt x="94" y="28"/>
                    <a:pt x="95" y="28"/>
                    <a:pt x="96" y="28"/>
                  </a:cubicBezTo>
                  <a:cubicBezTo>
                    <a:pt x="99" y="30"/>
                    <a:pt x="101" y="32"/>
                    <a:pt x="102" y="36"/>
                  </a:cubicBezTo>
                  <a:cubicBezTo>
                    <a:pt x="103" y="39"/>
                    <a:pt x="104" y="41"/>
                    <a:pt x="104" y="42"/>
                  </a:cubicBezTo>
                  <a:cubicBezTo>
                    <a:pt x="104" y="43"/>
                    <a:pt x="104" y="43"/>
                    <a:pt x="104" y="43"/>
                  </a:cubicBezTo>
                  <a:cubicBezTo>
                    <a:pt x="105" y="43"/>
                    <a:pt x="105" y="44"/>
                    <a:pt x="105" y="44"/>
                  </a:cubicBezTo>
                  <a:cubicBezTo>
                    <a:pt x="105" y="44"/>
                    <a:pt x="105" y="44"/>
                    <a:pt x="106" y="44"/>
                  </a:cubicBezTo>
                  <a:cubicBezTo>
                    <a:pt x="107" y="43"/>
                    <a:pt x="108" y="41"/>
                    <a:pt x="108" y="38"/>
                  </a:cubicBezTo>
                  <a:cubicBezTo>
                    <a:pt x="109" y="36"/>
                    <a:pt x="109" y="32"/>
                    <a:pt x="106" y="28"/>
                  </a:cubicBezTo>
                  <a:cubicBezTo>
                    <a:pt x="107" y="27"/>
                    <a:pt x="107" y="27"/>
                    <a:pt x="107" y="27"/>
                  </a:cubicBezTo>
                  <a:cubicBezTo>
                    <a:pt x="109" y="29"/>
                    <a:pt x="110" y="31"/>
                    <a:pt x="110" y="32"/>
                  </a:cubicBezTo>
                  <a:cubicBezTo>
                    <a:pt x="111" y="34"/>
                    <a:pt x="111" y="35"/>
                    <a:pt x="111" y="36"/>
                  </a:cubicBezTo>
                  <a:cubicBezTo>
                    <a:pt x="112" y="38"/>
                    <a:pt x="112" y="39"/>
                    <a:pt x="112" y="39"/>
                  </a:cubicBezTo>
                  <a:cubicBezTo>
                    <a:pt x="113" y="39"/>
                    <a:pt x="114" y="37"/>
                    <a:pt x="115" y="38"/>
                  </a:cubicBezTo>
                  <a:cubicBezTo>
                    <a:pt x="115" y="35"/>
                    <a:pt x="115" y="33"/>
                    <a:pt x="114" y="30"/>
                  </a:cubicBezTo>
                  <a:cubicBezTo>
                    <a:pt x="113" y="27"/>
                    <a:pt x="111" y="24"/>
                    <a:pt x="109" y="22"/>
                  </a:cubicBezTo>
                  <a:cubicBezTo>
                    <a:pt x="107" y="20"/>
                    <a:pt x="105" y="18"/>
                    <a:pt x="102" y="16"/>
                  </a:cubicBezTo>
                  <a:cubicBezTo>
                    <a:pt x="101" y="16"/>
                    <a:pt x="99" y="15"/>
                    <a:pt x="98" y="14"/>
                  </a:cubicBezTo>
                  <a:cubicBezTo>
                    <a:pt x="97" y="14"/>
                    <a:pt x="97" y="14"/>
                    <a:pt x="96" y="14"/>
                  </a:cubicBezTo>
                  <a:cubicBezTo>
                    <a:pt x="94" y="13"/>
                    <a:pt x="94" y="13"/>
                    <a:pt x="94" y="13"/>
                  </a:cubicBezTo>
                  <a:cubicBezTo>
                    <a:pt x="85" y="11"/>
                    <a:pt x="85" y="11"/>
                    <a:pt x="85" y="11"/>
                  </a:cubicBezTo>
                  <a:cubicBezTo>
                    <a:pt x="47" y="3"/>
                    <a:pt x="47" y="3"/>
                    <a:pt x="47" y="3"/>
                  </a:cubicBezTo>
                  <a:cubicBezTo>
                    <a:pt x="37" y="0"/>
                    <a:pt x="37" y="0"/>
                    <a:pt x="37" y="0"/>
                  </a:cubicBezTo>
                  <a:cubicBezTo>
                    <a:pt x="36" y="0"/>
                    <a:pt x="36" y="0"/>
                    <a:pt x="36" y="0"/>
                  </a:cubicBezTo>
                  <a:cubicBezTo>
                    <a:pt x="36" y="0"/>
                    <a:pt x="35" y="0"/>
                    <a:pt x="34" y="0"/>
                  </a:cubicBezTo>
                  <a:cubicBezTo>
                    <a:pt x="33" y="0"/>
                    <a:pt x="32" y="0"/>
                    <a:pt x="31" y="0"/>
                  </a:cubicBezTo>
                  <a:cubicBezTo>
                    <a:pt x="29" y="0"/>
                    <a:pt x="27" y="0"/>
                    <a:pt x="25" y="0"/>
                  </a:cubicBezTo>
                  <a:cubicBezTo>
                    <a:pt x="21" y="1"/>
                    <a:pt x="17" y="2"/>
                    <a:pt x="14" y="4"/>
                  </a:cubicBezTo>
                  <a:cubicBezTo>
                    <a:pt x="10" y="6"/>
                    <a:pt x="7" y="9"/>
                    <a:pt x="5" y="13"/>
                  </a:cubicBezTo>
                  <a:cubicBezTo>
                    <a:pt x="4" y="15"/>
                    <a:pt x="3" y="17"/>
                    <a:pt x="2" y="19"/>
                  </a:cubicBezTo>
                  <a:cubicBezTo>
                    <a:pt x="1" y="21"/>
                    <a:pt x="1" y="23"/>
                    <a:pt x="1" y="25"/>
                  </a:cubicBezTo>
                  <a:cubicBezTo>
                    <a:pt x="0" y="29"/>
                    <a:pt x="1" y="33"/>
                    <a:pt x="2" y="37"/>
                  </a:cubicBezTo>
                  <a:cubicBezTo>
                    <a:pt x="3" y="41"/>
                    <a:pt x="4" y="45"/>
                    <a:pt x="7" y="48"/>
                  </a:cubicBezTo>
                  <a:cubicBezTo>
                    <a:pt x="10" y="51"/>
                    <a:pt x="13" y="54"/>
                    <a:pt x="17" y="56"/>
                  </a:cubicBezTo>
                  <a:cubicBezTo>
                    <a:pt x="18" y="56"/>
                    <a:pt x="19" y="57"/>
                    <a:pt x="20" y="57"/>
                  </a:cubicBezTo>
                  <a:cubicBezTo>
                    <a:pt x="21" y="57"/>
                    <a:pt x="21" y="57"/>
                    <a:pt x="22" y="57"/>
                  </a:cubicBezTo>
                  <a:cubicBezTo>
                    <a:pt x="23" y="58"/>
                    <a:pt x="23" y="58"/>
                    <a:pt x="23" y="58"/>
                  </a:cubicBezTo>
                  <a:cubicBezTo>
                    <a:pt x="28" y="59"/>
                    <a:pt x="28" y="59"/>
                    <a:pt x="28" y="59"/>
                  </a:cubicBezTo>
                  <a:cubicBezTo>
                    <a:pt x="37" y="61"/>
                    <a:pt x="37" y="61"/>
                    <a:pt x="37" y="61"/>
                  </a:cubicBezTo>
                  <a:lnTo>
                    <a:pt x="56" y="6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2" name="Google Shape;92;p10"/>
            <p:cNvSpPr/>
            <p:nvPr/>
          </p:nvSpPr>
          <p:spPr>
            <a:xfrm>
              <a:off x="6843713" y="1300163"/>
              <a:ext cx="363538" cy="390525"/>
            </a:xfrm>
            <a:custGeom>
              <a:rect b="b" l="l" r="r" t="t"/>
              <a:pathLst>
                <a:path extrusionOk="0" h="104" w="97">
                  <a:moveTo>
                    <a:pt x="92" y="37"/>
                  </a:moveTo>
                  <a:cubicBezTo>
                    <a:pt x="91" y="40"/>
                    <a:pt x="90" y="42"/>
                    <a:pt x="89" y="44"/>
                  </a:cubicBezTo>
                  <a:cubicBezTo>
                    <a:pt x="88" y="45"/>
                    <a:pt x="87" y="47"/>
                    <a:pt x="86" y="48"/>
                  </a:cubicBezTo>
                  <a:cubicBezTo>
                    <a:pt x="84" y="50"/>
                    <a:pt x="84" y="50"/>
                    <a:pt x="84" y="50"/>
                  </a:cubicBezTo>
                  <a:cubicBezTo>
                    <a:pt x="78" y="57"/>
                    <a:pt x="72" y="65"/>
                    <a:pt x="65" y="72"/>
                  </a:cubicBezTo>
                  <a:cubicBezTo>
                    <a:pt x="56" y="83"/>
                    <a:pt x="56" y="83"/>
                    <a:pt x="56" y="83"/>
                  </a:cubicBezTo>
                  <a:cubicBezTo>
                    <a:pt x="52" y="89"/>
                    <a:pt x="52" y="89"/>
                    <a:pt x="52" y="89"/>
                  </a:cubicBezTo>
                  <a:cubicBezTo>
                    <a:pt x="49" y="91"/>
                    <a:pt x="49" y="91"/>
                    <a:pt x="49" y="91"/>
                  </a:cubicBezTo>
                  <a:cubicBezTo>
                    <a:pt x="48" y="93"/>
                    <a:pt x="48" y="93"/>
                    <a:pt x="48" y="93"/>
                  </a:cubicBezTo>
                  <a:cubicBezTo>
                    <a:pt x="48" y="93"/>
                    <a:pt x="47" y="94"/>
                    <a:pt x="47" y="94"/>
                  </a:cubicBezTo>
                  <a:cubicBezTo>
                    <a:pt x="45" y="96"/>
                    <a:pt x="42" y="98"/>
                    <a:pt x="39" y="99"/>
                  </a:cubicBezTo>
                  <a:cubicBezTo>
                    <a:pt x="37" y="100"/>
                    <a:pt x="34" y="101"/>
                    <a:pt x="31" y="101"/>
                  </a:cubicBezTo>
                  <a:cubicBezTo>
                    <a:pt x="26" y="101"/>
                    <a:pt x="20" y="99"/>
                    <a:pt x="16" y="97"/>
                  </a:cubicBezTo>
                  <a:cubicBezTo>
                    <a:pt x="20" y="99"/>
                    <a:pt x="24" y="100"/>
                    <a:pt x="29" y="100"/>
                  </a:cubicBezTo>
                  <a:cubicBezTo>
                    <a:pt x="34" y="101"/>
                    <a:pt x="39" y="100"/>
                    <a:pt x="43" y="97"/>
                  </a:cubicBezTo>
                  <a:cubicBezTo>
                    <a:pt x="44" y="96"/>
                    <a:pt x="45" y="95"/>
                    <a:pt x="46" y="94"/>
                  </a:cubicBezTo>
                  <a:cubicBezTo>
                    <a:pt x="47" y="94"/>
                    <a:pt x="47" y="93"/>
                    <a:pt x="48" y="93"/>
                  </a:cubicBezTo>
                  <a:cubicBezTo>
                    <a:pt x="49" y="92"/>
                    <a:pt x="49" y="92"/>
                    <a:pt x="49" y="92"/>
                  </a:cubicBezTo>
                  <a:cubicBezTo>
                    <a:pt x="53" y="87"/>
                    <a:pt x="53" y="87"/>
                    <a:pt x="53" y="87"/>
                  </a:cubicBezTo>
                  <a:cubicBezTo>
                    <a:pt x="55" y="84"/>
                    <a:pt x="58" y="80"/>
                    <a:pt x="61" y="77"/>
                  </a:cubicBezTo>
                  <a:cubicBezTo>
                    <a:pt x="68" y="69"/>
                    <a:pt x="75" y="61"/>
                    <a:pt x="82" y="52"/>
                  </a:cubicBezTo>
                  <a:cubicBezTo>
                    <a:pt x="84" y="49"/>
                    <a:pt x="84" y="49"/>
                    <a:pt x="84" y="49"/>
                  </a:cubicBezTo>
                  <a:cubicBezTo>
                    <a:pt x="85" y="48"/>
                    <a:pt x="85" y="48"/>
                    <a:pt x="85" y="48"/>
                  </a:cubicBezTo>
                  <a:cubicBezTo>
                    <a:pt x="86" y="47"/>
                    <a:pt x="86" y="47"/>
                    <a:pt x="86" y="47"/>
                  </a:cubicBezTo>
                  <a:cubicBezTo>
                    <a:pt x="87" y="46"/>
                    <a:pt x="87" y="46"/>
                    <a:pt x="87" y="46"/>
                  </a:cubicBezTo>
                  <a:cubicBezTo>
                    <a:pt x="88" y="44"/>
                    <a:pt x="90" y="41"/>
                    <a:pt x="91" y="38"/>
                  </a:cubicBezTo>
                  <a:cubicBezTo>
                    <a:pt x="93" y="33"/>
                    <a:pt x="94" y="27"/>
                    <a:pt x="93" y="20"/>
                  </a:cubicBezTo>
                  <a:cubicBezTo>
                    <a:pt x="93" y="19"/>
                    <a:pt x="92" y="18"/>
                    <a:pt x="92" y="16"/>
                  </a:cubicBezTo>
                  <a:cubicBezTo>
                    <a:pt x="91" y="15"/>
                    <a:pt x="89" y="13"/>
                    <a:pt x="88" y="12"/>
                  </a:cubicBezTo>
                  <a:cubicBezTo>
                    <a:pt x="86" y="11"/>
                    <a:pt x="84" y="10"/>
                    <a:pt x="83" y="11"/>
                  </a:cubicBezTo>
                  <a:cubicBezTo>
                    <a:pt x="83" y="11"/>
                    <a:pt x="83" y="12"/>
                    <a:pt x="83" y="13"/>
                  </a:cubicBezTo>
                  <a:cubicBezTo>
                    <a:pt x="84" y="14"/>
                    <a:pt x="84" y="15"/>
                    <a:pt x="85" y="18"/>
                  </a:cubicBezTo>
                  <a:cubicBezTo>
                    <a:pt x="86" y="18"/>
                    <a:pt x="87" y="20"/>
                    <a:pt x="87" y="21"/>
                  </a:cubicBezTo>
                  <a:cubicBezTo>
                    <a:pt x="87" y="23"/>
                    <a:pt x="87" y="24"/>
                    <a:pt x="87" y="24"/>
                  </a:cubicBezTo>
                  <a:cubicBezTo>
                    <a:pt x="87" y="25"/>
                    <a:pt x="86" y="24"/>
                    <a:pt x="86" y="24"/>
                  </a:cubicBezTo>
                  <a:cubicBezTo>
                    <a:pt x="86" y="30"/>
                    <a:pt x="84" y="37"/>
                    <a:pt x="80" y="42"/>
                  </a:cubicBezTo>
                  <a:cubicBezTo>
                    <a:pt x="66" y="59"/>
                    <a:pt x="66" y="59"/>
                    <a:pt x="66" y="59"/>
                  </a:cubicBezTo>
                  <a:cubicBezTo>
                    <a:pt x="60" y="66"/>
                    <a:pt x="54" y="73"/>
                    <a:pt x="48" y="80"/>
                  </a:cubicBezTo>
                  <a:cubicBezTo>
                    <a:pt x="44" y="85"/>
                    <a:pt x="44" y="85"/>
                    <a:pt x="44" y="85"/>
                  </a:cubicBezTo>
                  <a:cubicBezTo>
                    <a:pt x="42" y="87"/>
                    <a:pt x="42" y="87"/>
                    <a:pt x="42" y="87"/>
                  </a:cubicBezTo>
                  <a:cubicBezTo>
                    <a:pt x="41" y="88"/>
                    <a:pt x="41" y="88"/>
                    <a:pt x="41" y="88"/>
                  </a:cubicBezTo>
                  <a:cubicBezTo>
                    <a:pt x="41" y="89"/>
                    <a:pt x="40" y="89"/>
                    <a:pt x="40" y="89"/>
                  </a:cubicBezTo>
                  <a:cubicBezTo>
                    <a:pt x="37" y="91"/>
                    <a:pt x="34" y="92"/>
                    <a:pt x="30" y="92"/>
                  </a:cubicBezTo>
                  <a:cubicBezTo>
                    <a:pt x="34" y="92"/>
                    <a:pt x="37" y="91"/>
                    <a:pt x="40" y="89"/>
                  </a:cubicBezTo>
                  <a:cubicBezTo>
                    <a:pt x="40" y="89"/>
                    <a:pt x="41" y="88"/>
                    <a:pt x="41" y="88"/>
                  </a:cubicBezTo>
                  <a:cubicBezTo>
                    <a:pt x="41" y="88"/>
                    <a:pt x="41" y="88"/>
                    <a:pt x="41" y="88"/>
                  </a:cubicBezTo>
                  <a:cubicBezTo>
                    <a:pt x="42" y="87"/>
                    <a:pt x="42" y="87"/>
                    <a:pt x="42" y="87"/>
                  </a:cubicBezTo>
                  <a:cubicBezTo>
                    <a:pt x="44" y="85"/>
                    <a:pt x="44" y="85"/>
                    <a:pt x="44" y="85"/>
                  </a:cubicBezTo>
                  <a:cubicBezTo>
                    <a:pt x="48" y="79"/>
                    <a:pt x="48" y="79"/>
                    <a:pt x="48" y="79"/>
                  </a:cubicBezTo>
                  <a:cubicBezTo>
                    <a:pt x="66" y="59"/>
                    <a:pt x="66" y="59"/>
                    <a:pt x="66" y="59"/>
                  </a:cubicBezTo>
                  <a:cubicBezTo>
                    <a:pt x="80" y="42"/>
                    <a:pt x="80" y="42"/>
                    <a:pt x="80" y="42"/>
                  </a:cubicBezTo>
                  <a:cubicBezTo>
                    <a:pt x="84" y="37"/>
                    <a:pt x="86" y="30"/>
                    <a:pt x="85" y="23"/>
                  </a:cubicBezTo>
                  <a:cubicBezTo>
                    <a:pt x="84" y="23"/>
                    <a:pt x="84" y="24"/>
                    <a:pt x="83" y="26"/>
                  </a:cubicBezTo>
                  <a:cubicBezTo>
                    <a:pt x="83" y="27"/>
                    <a:pt x="83" y="28"/>
                    <a:pt x="83" y="30"/>
                  </a:cubicBezTo>
                  <a:cubicBezTo>
                    <a:pt x="82" y="32"/>
                    <a:pt x="82" y="34"/>
                    <a:pt x="81" y="36"/>
                  </a:cubicBezTo>
                  <a:cubicBezTo>
                    <a:pt x="80" y="37"/>
                    <a:pt x="80" y="38"/>
                    <a:pt x="79" y="39"/>
                  </a:cubicBezTo>
                  <a:cubicBezTo>
                    <a:pt x="79" y="40"/>
                    <a:pt x="79" y="40"/>
                    <a:pt x="78" y="41"/>
                  </a:cubicBezTo>
                  <a:cubicBezTo>
                    <a:pt x="77" y="42"/>
                    <a:pt x="77" y="42"/>
                    <a:pt x="77" y="42"/>
                  </a:cubicBezTo>
                  <a:cubicBezTo>
                    <a:pt x="75" y="44"/>
                    <a:pt x="73" y="46"/>
                    <a:pt x="72" y="48"/>
                  </a:cubicBezTo>
                  <a:cubicBezTo>
                    <a:pt x="64" y="57"/>
                    <a:pt x="55" y="67"/>
                    <a:pt x="47" y="77"/>
                  </a:cubicBezTo>
                  <a:cubicBezTo>
                    <a:pt x="41" y="85"/>
                    <a:pt x="41" y="85"/>
                    <a:pt x="41" y="85"/>
                  </a:cubicBezTo>
                  <a:cubicBezTo>
                    <a:pt x="40" y="86"/>
                    <a:pt x="40" y="86"/>
                    <a:pt x="39" y="87"/>
                  </a:cubicBezTo>
                  <a:cubicBezTo>
                    <a:pt x="39" y="87"/>
                    <a:pt x="39" y="87"/>
                    <a:pt x="38" y="87"/>
                  </a:cubicBezTo>
                  <a:cubicBezTo>
                    <a:pt x="38" y="88"/>
                    <a:pt x="37" y="88"/>
                    <a:pt x="36" y="89"/>
                  </a:cubicBezTo>
                  <a:cubicBezTo>
                    <a:pt x="32" y="90"/>
                    <a:pt x="27" y="90"/>
                    <a:pt x="22" y="88"/>
                  </a:cubicBezTo>
                  <a:cubicBezTo>
                    <a:pt x="22" y="88"/>
                    <a:pt x="21" y="87"/>
                    <a:pt x="20" y="87"/>
                  </a:cubicBezTo>
                  <a:cubicBezTo>
                    <a:pt x="20" y="87"/>
                    <a:pt x="20" y="86"/>
                    <a:pt x="19" y="86"/>
                  </a:cubicBezTo>
                  <a:cubicBezTo>
                    <a:pt x="19" y="86"/>
                    <a:pt x="19" y="86"/>
                    <a:pt x="19" y="86"/>
                  </a:cubicBezTo>
                  <a:cubicBezTo>
                    <a:pt x="19" y="86"/>
                    <a:pt x="19" y="86"/>
                    <a:pt x="19" y="86"/>
                  </a:cubicBezTo>
                  <a:cubicBezTo>
                    <a:pt x="19" y="86"/>
                    <a:pt x="19" y="86"/>
                    <a:pt x="19" y="86"/>
                  </a:cubicBezTo>
                  <a:cubicBezTo>
                    <a:pt x="19" y="85"/>
                    <a:pt x="19" y="85"/>
                    <a:pt x="19" y="85"/>
                  </a:cubicBezTo>
                  <a:cubicBezTo>
                    <a:pt x="18" y="85"/>
                    <a:pt x="18" y="85"/>
                    <a:pt x="18" y="85"/>
                  </a:cubicBezTo>
                  <a:cubicBezTo>
                    <a:pt x="18" y="85"/>
                    <a:pt x="18" y="84"/>
                    <a:pt x="18" y="84"/>
                  </a:cubicBezTo>
                  <a:cubicBezTo>
                    <a:pt x="17" y="84"/>
                    <a:pt x="17" y="83"/>
                    <a:pt x="16" y="82"/>
                  </a:cubicBezTo>
                  <a:cubicBezTo>
                    <a:pt x="15" y="80"/>
                    <a:pt x="14" y="77"/>
                    <a:pt x="15" y="74"/>
                  </a:cubicBezTo>
                  <a:cubicBezTo>
                    <a:pt x="15" y="70"/>
                    <a:pt x="16" y="67"/>
                    <a:pt x="18" y="65"/>
                  </a:cubicBezTo>
                  <a:cubicBezTo>
                    <a:pt x="18" y="64"/>
                    <a:pt x="19" y="64"/>
                    <a:pt x="19" y="64"/>
                  </a:cubicBezTo>
                  <a:cubicBezTo>
                    <a:pt x="20" y="62"/>
                    <a:pt x="20" y="62"/>
                    <a:pt x="20" y="62"/>
                  </a:cubicBezTo>
                  <a:cubicBezTo>
                    <a:pt x="22" y="59"/>
                    <a:pt x="22" y="59"/>
                    <a:pt x="22" y="59"/>
                  </a:cubicBezTo>
                  <a:cubicBezTo>
                    <a:pt x="26" y="54"/>
                    <a:pt x="26" y="54"/>
                    <a:pt x="26" y="54"/>
                  </a:cubicBezTo>
                  <a:cubicBezTo>
                    <a:pt x="34" y="44"/>
                    <a:pt x="42" y="34"/>
                    <a:pt x="50" y="24"/>
                  </a:cubicBezTo>
                  <a:cubicBezTo>
                    <a:pt x="56" y="17"/>
                    <a:pt x="56" y="17"/>
                    <a:pt x="56" y="17"/>
                  </a:cubicBezTo>
                  <a:cubicBezTo>
                    <a:pt x="56" y="17"/>
                    <a:pt x="56" y="17"/>
                    <a:pt x="56" y="17"/>
                  </a:cubicBezTo>
                  <a:cubicBezTo>
                    <a:pt x="56" y="17"/>
                    <a:pt x="56" y="17"/>
                    <a:pt x="56" y="17"/>
                  </a:cubicBezTo>
                  <a:cubicBezTo>
                    <a:pt x="56" y="16"/>
                    <a:pt x="56" y="16"/>
                    <a:pt x="57" y="16"/>
                  </a:cubicBezTo>
                  <a:cubicBezTo>
                    <a:pt x="57" y="16"/>
                    <a:pt x="57" y="15"/>
                    <a:pt x="57" y="15"/>
                  </a:cubicBezTo>
                  <a:cubicBezTo>
                    <a:pt x="58" y="15"/>
                    <a:pt x="59" y="14"/>
                    <a:pt x="60" y="14"/>
                  </a:cubicBezTo>
                  <a:cubicBezTo>
                    <a:pt x="63" y="13"/>
                    <a:pt x="67" y="13"/>
                    <a:pt x="71" y="14"/>
                  </a:cubicBezTo>
                  <a:cubicBezTo>
                    <a:pt x="74" y="15"/>
                    <a:pt x="76" y="16"/>
                    <a:pt x="78" y="16"/>
                  </a:cubicBezTo>
                  <a:cubicBezTo>
                    <a:pt x="79" y="16"/>
                    <a:pt x="79" y="16"/>
                    <a:pt x="79" y="16"/>
                  </a:cubicBezTo>
                  <a:cubicBezTo>
                    <a:pt x="80" y="16"/>
                    <a:pt x="80" y="16"/>
                    <a:pt x="80" y="15"/>
                  </a:cubicBezTo>
                  <a:cubicBezTo>
                    <a:pt x="80" y="14"/>
                    <a:pt x="79" y="12"/>
                    <a:pt x="77" y="10"/>
                  </a:cubicBezTo>
                  <a:cubicBezTo>
                    <a:pt x="74" y="8"/>
                    <a:pt x="71" y="6"/>
                    <a:pt x="66" y="6"/>
                  </a:cubicBezTo>
                  <a:cubicBezTo>
                    <a:pt x="67" y="4"/>
                    <a:pt x="67" y="4"/>
                    <a:pt x="67" y="4"/>
                  </a:cubicBezTo>
                  <a:cubicBezTo>
                    <a:pt x="71" y="5"/>
                    <a:pt x="74" y="6"/>
                    <a:pt x="76" y="7"/>
                  </a:cubicBezTo>
                  <a:cubicBezTo>
                    <a:pt x="78" y="7"/>
                    <a:pt x="78" y="7"/>
                    <a:pt x="79" y="7"/>
                  </a:cubicBezTo>
                  <a:cubicBezTo>
                    <a:pt x="79" y="6"/>
                    <a:pt x="78" y="4"/>
                    <a:pt x="80" y="4"/>
                  </a:cubicBezTo>
                  <a:cubicBezTo>
                    <a:pt x="75" y="2"/>
                    <a:pt x="70" y="0"/>
                    <a:pt x="64" y="0"/>
                  </a:cubicBezTo>
                  <a:cubicBezTo>
                    <a:pt x="61" y="0"/>
                    <a:pt x="58" y="0"/>
                    <a:pt x="55" y="1"/>
                  </a:cubicBezTo>
                  <a:cubicBezTo>
                    <a:pt x="52" y="2"/>
                    <a:pt x="49" y="4"/>
                    <a:pt x="47" y="6"/>
                  </a:cubicBezTo>
                  <a:cubicBezTo>
                    <a:pt x="46" y="6"/>
                    <a:pt x="46" y="7"/>
                    <a:pt x="45" y="8"/>
                  </a:cubicBezTo>
                  <a:cubicBezTo>
                    <a:pt x="43" y="10"/>
                    <a:pt x="43" y="10"/>
                    <a:pt x="43" y="10"/>
                  </a:cubicBezTo>
                  <a:cubicBezTo>
                    <a:pt x="40" y="13"/>
                    <a:pt x="40" y="13"/>
                    <a:pt x="40" y="13"/>
                  </a:cubicBezTo>
                  <a:cubicBezTo>
                    <a:pt x="16" y="44"/>
                    <a:pt x="16" y="44"/>
                    <a:pt x="16" y="44"/>
                  </a:cubicBezTo>
                  <a:cubicBezTo>
                    <a:pt x="10" y="52"/>
                    <a:pt x="10" y="52"/>
                    <a:pt x="10" y="52"/>
                  </a:cubicBezTo>
                  <a:cubicBezTo>
                    <a:pt x="8" y="54"/>
                    <a:pt x="8" y="54"/>
                    <a:pt x="8" y="54"/>
                  </a:cubicBezTo>
                  <a:cubicBezTo>
                    <a:pt x="8" y="55"/>
                    <a:pt x="8" y="55"/>
                    <a:pt x="8" y="55"/>
                  </a:cubicBezTo>
                  <a:cubicBezTo>
                    <a:pt x="7" y="56"/>
                    <a:pt x="7" y="56"/>
                    <a:pt x="7" y="56"/>
                  </a:cubicBezTo>
                  <a:cubicBezTo>
                    <a:pt x="6" y="57"/>
                    <a:pt x="5" y="59"/>
                    <a:pt x="4" y="61"/>
                  </a:cubicBezTo>
                  <a:cubicBezTo>
                    <a:pt x="2" y="64"/>
                    <a:pt x="1" y="68"/>
                    <a:pt x="0" y="73"/>
                  </a:cubicBezTo>
                  <a:cubicBezTo>
                    <a:pt x="0" y="77"/>
                    <a:pt x="0" y="81"/>
                    <a:pt x="2" y="85"/>
                  </a:cubicBezTo>
                  <a:cubicBezTo>
                    <a:pt x="3" y="89"/>
                    <a:pt x="6" y="92"/>
                    <a:pt x="8" y="95"/>
                  </a:cubicBezTo>
                  <a:cubicBezTo>
                    <a:pt x="9" y="96"/>
                    <a:pt x="9" y="96"/>
                    <a:pt x="10" y="97"/>
                  </a:cubicBezTo>
                  <a:cubicBezTo>
                    <a:pt x="11" y="97"/>
                    <a:pt x="11" y="98"/>
                    <a:pt x="11" y="98"/>
                  </a:cubicBezTo>
                  <a:cubicBezTo>
                    <a:pt x="12" y="98"/>
                    <a:pt x="13" y="99"/>
                    <a:pt x="14" y="99"/>
                  </a:cubicBezTo>
                  <a:cubicBezTo>
                    <a:pt x="16" y="100"/>
                    <a:pt x="18" y="101"/>
                    <a:pt x="20" y="102"/>
                  </a:cubicBezTo>
                  <a:cubicBezTo>
                    <a:pt x="23" y="103"/>
                    <a:pt x="27" y="104"/>
                    <a:pt x="31" y="103"/>
                  </a:cubicBezTo>
                  <a:cubicBezTo>
                    <a:pt x="35" y="103"/>
                    <a:pt x="40" y="102"/>
                    <a:pt x="44" y="100"/>
                  </a:cubicBezTo>
                  <a:cubicBezTo>
                    <a:pt x="46" y="99"/>
                    <a:pt x="47" y="98"/>
                    <a:pt x="49" y="96"/>
                  </a:cubicBezTo>
                  <a:cubicBezTo>
                    <a:pt x="49" y="95"/>
                    <a:pt x="50" y="95"/>
                    <a:pt x="50" y="95"/>
                  </a:cubicBezTo>
                  <a:cubicBezTo>
                    <a:pt x="51" y="94"/>
                    <a:pt x="51" y="94"/>
                    <a:pt x="51" y="94"/>
                  </a:cubicBezTo>
                  <a:cubicBezTo>
                    <a:pt x="52" y="92"/>
                    <a:pt x="52" y="92"/>
                    <a:pt x="52" y="92"/>
                  </a:cubicBezTo>
                  <a:cubicBezTo>
                    <a:pt x="58" y="84"/>
                    <a:pt x="58" y="84"/>
                    <a:pt x="58" y="84"/>
                  </a:cubicBezTo>
                  <a:cubicBezTo>
                    <a:pt x="71" y="69"/>
                    <a:pt x="71" y="69"/>
                    <a:pt x="71" y="69"/>
                  </a:cubicBezTo>
                  <a:cubicBezTo>
                    <a:pt x="55" y="88"/>
                    <a:pt x="55" y="88"/>
                    <a:pt x="55" y="88"/>
                  </a:cubicBezTo>
                  <a:cubicBezTo>
                    <a:pt x="51" y="93"/>
                    <a:pt x="51" y="93"/>
                    <a:pt x="51" y="93"/>
                  </a:cubicBezTo>
                  <a:cubicBezTo>
                    <a:pt x="50" y="94"/>
                    <a:pt x="50" y="94"/>
                    <a:pt x="50" y="94"/>
                  </a:cubicBezTo>
                  <a:cubicBezTo>
                    <a:pt x="49" y="95"/>
                    <a:pt x="49" y="95"/>
                    <a:pt x="49" y="95"/>
                  </a:cubicBezTo>
                  <a:cubicBezTo>
                    <a:pt x="49" y="95"/>
                    <a:pt x="49" y="95"/>
                    <a:pt x="49" y="96"/>
                  </a:cubicBezTo>
                  <a:cubicBezTo>
                    <a:pt x="48" y="97"/>
                    <a:pt x="47" y="98"/>
                    <a:pt x="45" y="99"/>
                  </a:cubicBezTo>
                  <a:cubicBezTo>
                    <a:pt x="41" y="102"/>
                    <a:pt x="35" y="103"/>
                    <a:pt x="30" y="103"/>
                  </a:cubicBezTo>
                  <a:cubicBezTo>
                    <a:pt x="25" y="103"/>
                    <a:pt x="20" y="102"/>
                    <a:pt x="16" y="100"/>
                  </a:cubicBezTo>
                  <a:cubicBezTo>
                    <a:pt x="15" y="99"/>
                    <a:pt x="14" y="99"/>
                    <a:pt x="12" y="98"/>
                  </a:cubicBezTo>
                  <a:cubicBezTo>
                    <a:pt x="12" y="98"/>
                    <a:pt x="11" y="97"/>
                    <a:pt x="11" y="97"/>
                  </a:cubicBezTo>
                  <a:cubicBezTo>
                    <a:pt x="10" y="97"/>
                    <a:pt x="10" y="97"/>
                    <a:pt x="10" y="97"/>
                  </a:cubicBezTo>
                  <a:cubicBezTo>
                    <a:pt x="10" y="96"/>
                    <a:pt x="10" y="96"/>
                    <a:pt x="10" y="96"/>
                  </a:cubicBezTo>
                  <a:cubicBezTo>
                    <a:pt x="10" y="96"/>
                    <a:pt x="9" y="96"/>
                    <a:pt x="9" y="95"/>
                  </a:cubicBezTo>
                  <a:cubicBezTo>
                    <a:pt x="7" y="93"/>
                    <a:pt x="6" y="91"/>
                    <a:pt x="4" y="89"/>
                  </a:cubicBezTo>
                  <a:cubicBezTo>
                    <a:pt x="2" y="84"/>
                    <a:pt x="1" y="79"/>
                    <a:pt x="1" y="74"/>
                  </a:cubicBezTo>
                  <a:cubicBezTo>
                    <a:pt x="1" y="69"/>
                    <a:pt x="3" y="64"/>
                    <a:pt x="5" y="59"/>
                  </a:cubicBezTo>
                  <a:cubicBezTo>
                    <a:pt x="5" y="59"/>
                    <a:pt x="5" y="60"/>
                    <a:pt x="6" y="59"/>
                  </a:cubicBezTo>
                  <a:cubicBezTo>
                    <a:pt x="3" y="64"/>
                    <a:pt x="2" y="69"/>
                    <a:pt x="2" y="74"/>
                  </a:cubicBezTo>
                  <a:cubicBezTo>
                    <a:pt x="2" y="79"/>
                    <a:pt x="3" y="84"/>
                    <a:pt x="5" y="89"/>
                  </a:cubicBezTo>
                  <a:cubicBezTo>
                    <a:pt x="6" y="90"/>
                    <a:pt x="7" y="91"/>
                    <a:pt x="7" y="92"/>
                  </a:cubicBezTo>
                  <a:cubicBezTo>
                    <a:pt x="8" y="92"/>
                    <a:pt x="8" y="93"/>
                    <a:pt x="9" y="93"/>
                  </a:cubicBezTo>
                  <a:cubicBezTo>
                    <a:pt x="9" y="94"/>
                    <a:pt x="9" y="94"/>
                    <a:pt x="9" y="94"/>
                  </a:cubicBezTo>
                  <a:cubicBezTo>
                    <a:pt x="9" y="94"/>
                    <a:pt x="10" y="94"/>
                    <a:pt x="10" y="95"/>
                  </a:cubicBezTo>
                  <a:cubicBezTo>
                    <a:pt x="10" y="95"/>
                    <a:pt x="11" y="95"/>
                    <a:pt x="11" y="96"/>
                  </a:cubicBezTo>
                  <a:cubicBezTo>
                    <a:pt x="12" y="96"/>
                    <a:pt x="12" y="96"/>
                    <a:pt x="12" y="96"/>
                  </a:cubicBezTo>
                  <a:cubicBezTo>
                    <a:pt x="12" y="97"/>
                    <a:pt x="13" y="97"/>
                    <a:pt x="13" y="97"/>
                  </a:cubicBezTo>
                  <a:cubicBezTo>
                    <a:pt x="14" y="98"/>
                    <a:pt x="16" y="99"/>
                    <a:pt x="17" y="99"/>
                  </a:cubicBezTo>
                  <a:cubicBezTo>
                    <a:pt x="21" y="101"/>
                    <a:pt x="26" y="102"/>
                    <a:pt x="31" y="102"/>
                  </a:cubicBezTo>
                  <a:cubicBezTo>
                    <a:pt x="36" y="102"/>
                    <a:pt x="41" y="101"/>
                    <a:pt x="46" y="97"/>
                  </a:cubicBezTo>
                  <a:cubicBezTo>
                    <a:pt x="47" y="96"/>
                    <a:pt x="48" y="96"/>
                    <a:pt x="49" y="94"/>
                  </a:cubicBezTo>
                  <a:cubicBezTo>
                    <a:pt x="51" y="92"/>
                    <a:pt x="51" y="92"/>
                    <a:pt x="51" y="92"/>
                  </a:cubicBezTo>
                  <a:cubicBezTo>
                    <a:pt x="55" y="87"/>
                    <a:pt x="55" y="87"/>
                    <a:pt x="55" y="87"/>
                  </a:cubicBezTo>
                  <a:cubicBezTo>
                    <a:pt x="60" y="81"/>
                    <a:pt x="66" y="74"/>
                    <a:pt x="71" y="68"/>
                  </a:cubicBezTo>
                  <a:cubicBezTo>
                    <a:pt x="72" y="68"/>
                    <a:pt x="72" y="68"/>
                    <a:pt x="72" y="68"/>
                  </a:cubicBezTo>
                  <a:cubicBezTo>
                    <a:pt x="83" y="55"/>
                    <a:pt x="83" y="55"/>
                    <a:pt x="83" y="55"/>
                  </a:cubicBezTo>
                  <a:cubicBezTo>
                    <a:pt x="86" y="51"/>
                    <a:pt x="86" y="51"/>
                    <a:pt x="86" y="51"/>
                  </a:cubicBezTo>
                  <a:cubicBezTo>
                    <a:pt x="88" y="49"/>
                    <a:pt x="88" y="49"/>
                    <a:pt x="88" y="49"/>
                  </a:cubicBezTo>
                  <a:cubicBezTo>
                    <a:pt x="88" y="48"/>
                    <a:pt x="88" y="48"/>
                    <a:pt x="88" y="48"/>
                  </a:cubicBezTo>
                  <a:cubicBezTo>
                    <a:pt x="89" y="48"/>
                    <a:pt x="89" y="48"/>
                    <a:pt x="89" y="47"/>
                  </a:cubicBezTo>
                  <a:cubicBezTo>
                    <a:pt x="92" y="44"/>
                    <a:pt x="93" y="41"/>
                    <a:pt x="95" y="37"/>
                  </a:cubicBezTo>
                  <a:cubicBezTo>
                    <a:pt x="97" y="31"/>
                    <a:pt x="96" y="25"/>
                    <a:pt x="94" y="20"/>
                  </a:cubicBezTo>
                  <a:cubicBezTo>
                    <a:pt x="95" y="26"/>
                    <a:pt x="94" y="32"/>
                    <a:pt x="92" y="37"/>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3" name="Google Shape;93;p10"/>
            <p:cNvSpPr/>
            <p:nvPr/>
          </p:nvSpPr>
          <p:spPr>
            <a:xfrm>
              <a:off x="5175251" y="1671638"/>
              <a:ext cx="4763" cy="3175"/>
            </a:xfrm>
            <a:custGeom>
              <a:rect b="b" l="l" r="r" t="t"/>
              <a:pathLst>
                <a:path extrusionOk="0" h="1" w="1">
                  <a:moveTo>
                    <a:pt x="0" y="0"/>
                  </a:moveTo>
                  <a:cubicBezTo>
                    <a:pt x="0" y="1"/>
                    <a:pt x="1" y="1"/>
                    <a:pt x="1" y="1"/>
                  </a:cubicBezTo>
                  <a:cubicBezTo>
                    <a:pt x="1" y="1"/>
                    <a:pt x="0" y="1"/>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4" name="Google Shape;94;p10"/>
            <p:cNvSpPr/>
            <p:nvPr/>
          </p:nvSpPr>
          <p:spPr>
            <a:xfrm>
              <a:off x="5160963" y="1660526"/>
              <a:ext cx="3175" cy="3175"/>
            </a:xfrm>
            <a:custGeom>
              <a:rect b="b" l="l" r="r" t="t"/>
              <a:pathLst>
                <a:path extrusionOk="0" h="1" w="1">
                  <a:moveTo>
                    <a:pt x="1" y="1"/>
                  </a:moveTo>
                  <a:cubicBezTo>
                    <a:pt x="1" y="0"/>
                    <a:pt x="0" y="0"/>
                    <a:pt x="0" y="0"/>
                  </a:cubicBezTo>
                  <a:cubicBezTo>
                    <a:pt x="0" y="0"/>
                    <a:pt x="0" y="0"/>
                    <a:pt x="0" y="0"/>
                  </a:cubicBezTo>
                  <a:cubicBezTo>
                    <a:pt x="1" y="0"/>
                    <a:pt x="1" y="1"/>
                    <a:pt x="1" y="1"/>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5" name="Google Shape;95;p10"/>
            <p:cNvSpPr/>
            <p:nvPr/>
          </p:nvSpPr>
          <p:spPr>
            <a:xfrm>
              <a:off x="5180013" y="1674813"/>
              <a:ext cx="11113" cy="4763"/>
            </a:xfrm>
            <a:custGeom>
              <a:rect b="b" l="l" r="r" t="t"/>
              <a:pathLst>
                <a:path extrusionOk="0" h="1" w="3">
                  <a:moveTo>
                    <a:pt x="0" y="0"/>
                  </a:moveTo>
                  <a:cubicBezTo>
                    <a:pt x="1" y="1"/>
                    <a:pt x="2" y="1"/>
                    <a:pt x="3" y="1"/>
                  </a:cubicBezTo>
                  <a:cubicBezTo>
                    <a:pt x="2" y="1"/>
                    <a:pt x="1" y="1"/>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6" name="Google Shape;96;p10"/>
            <p:cNvSpPr/>
            <p:nvPr/>
          </p:nvSpPr>
          <p:spPr>
            <a:xfrm>
              <a:off x="5164138" y="1663701"/>
              <a:ext cx="7938" cy="4763"/>
            </a:xfrm>
            <a:custGeom>
              <a:rect b="b" l="l" r="r" t="t"/>
              <a:pathLst>
                <a:path extrusionOk="0" h="1" w="2">
                  <a:moveTo>
                    <a:pt x="2" y="1"/>
                  </a:moveTo>
                  <a:cubicBezTo>
                    <a:pt x="1" y="1"/>
                    <a:pt x="0" y="0"/>
                    <a:pt x="0" y="0"/>
                  </a:cubicBezTo>
                  <a:cubicBezTo>
                    <a:pt x="0" y="0"/>
                    <a:pt x="0" y="0"/>
                    <a:pt x="1" y="1"/>
                  </a:cubicBezTo>
                  <a:cubicBezTo>
                    <a:pt x="1" y="1"/>
                    <a:pt x="1" y="1"/>
                    <a:pt x="2" y="1"/>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7" name="Google Shape;97;p10"/>
            <p:cNvSpPr/>
            <p:nvPr/>
          </p:nvSpPr>
          <p:spPr>
            <a:xfrm>
              <a:off x="5172076" y="1668463"/>
              <a:ext cx="3175" cy="3175"/>
            </a:xfrm>
            <a:custGeom>
              <a:rect b="b" l="l" r="r" t="t"/>
              <a:pathLst>
                <a:path extrusionOk="0" h="1" w="1">
                  <a:moveTo>
                    <a:pt x="0" y="0"/>
                  </a:moveTo>
                  <a:cubicBezTo>
                    <a:pt x="0" y="1"/>
                    <a:pt x="1" y="1"/>
                    <a:pt x="1" y="1"/>
                  </a:cubicBezTo>
                  <a:cubicBezTo>
                    <a:pt x="1" y="1"/>
                    <a:pt x="0" y="1"/>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8" name="Google Shape;98;p10"/>
            <p:cNvSpPr/>
            <p:nvPr/>
          </p:nvSpPr>
          <p:spPr>
            <a:xfrm>
              <a:off x="4987926" y="1218969"/>
              <a:ext cx="360363" cy="398462"/>
            </a:xfrm>
            <a:custGeom>
              <a:rect b="b" l="l" r="r" t="t"/>
              <a:pathLst>
                <a:path extrusionOk="0" h="106" w="96">
                  <a:moveTo>
                    <a:pt x="14" y="58"/>
                  </a:moveTo>
                  <a:cubicBezTo>
                    <a:pt x="26" y="73"/>
                    <a:pt x="26" y="73"/>
                    <a:pt x="26" y="73"/>
                  </a:cubicBezTo>
                  <a:cubicBezTo>
                    <a:pt x="38" y="88"/>
                    <a:pt x="38" y="88"/>
                    <a:pt x="38" y="88"/>
                  </a:cubicBezTo>
                  <a:cubicBezTo>
                    <a:pt x="44" y="95"/>
                    <a:pt x="44" y="95"/>
                    <a:pt x="44" y="95"/>
                  </a:cubicBezTo>
                  <a:cubicBezTo>
                    <a:pt x="45" y="97"/>
                    <a:pt x="45" y="97"/>
                    <a:pt x="45" y="97"/>
                  </a:cubicBezTo>
                  <a:cubicBezTo>
                    <a:pt x="46" y="97"/>
                    <a:pt x="46" y="98"/>
                    <a:pt x="46" y="98"/>
                  </a:cubicBezTo>
                  <a:cubicBezTo>
                    <a:pt x="46" y="98"/>
                    <a:pt x="45" y="97"/>
                    <a:pt x="45" y="97"/>
                  </a:cubicBezTo>
                  <a:cubicBezTo>
                    <a:pt x="44" y="95"/>
                    <a:pt x="44" y="95"/>
                    <a:pt x="44" y="95"/>
                  </a:cubicBezTo>
                  <a:cubicBezTo>
                    <a:pt x="42" y="93"/>
                    <a:pt x="42" y="93"/>
                    <a:pt x="42" y="93"/>
                  </a:cubicBezTo>
                  <a:cubicBezTo>
                    <a:pt x="35" y="83"/>
                    <a:pt x="35" y="83"/>
                    <a:pt x="35" y="83"/>
                  </a:cubicBezTo>
                  <a:cubicBezTo>
                    <a:pt x="19" y="64"/>
                    <a:pt x="19" y="64"/>
                    <a:pt x="19" y="64"/>
                  </a:cubicBezTo>
                  <a:cubicBezTo>
                    <a:pt x="12" y="55"/>
                    <a:pt x="12" y="55"/>
                    <a:pt x="12" y="55"/>
                  </a:cubicBezTo>
                  <a:cubicBezTo>
                    <a:pt x="8" y="50"/>
                    <a:pt x="8" y="50"/>
                    <a:pt x="8" y="50"/>
                  </a:cubicBezTo>
                  <a:cubicBezTo>
                    <a:pt x="6" y="48"/>
                    <a:pt x="5" y="46"/>
                    <a:pt x="4" y="44"/>
                  </a:cubicBezTo>
                  <a:cubicBezTo>
                    <a:pt x="2" y="39"/>
                    <a:pt x="0" y="34"/>
                    <a:pt x="0" y="29"/>
                  </a:cubicBezTo>
                  <a:cubicBezTo>
                    <a:pt x="0" y="27"/>
                    <a:pt x="0" y="24"/>
                    <a:pt x="1" y="21"/>
                  </a:cubicBezTo>
                  <a:cubicBezTo>
                    <a:pt x="2" y="18"/>
                    <a:pt x="3" y="16"/>
                    <a:pt x="5" y="13"/>
                  </a:cubicBezTo>
                  <a:cubicBezTo>
                    <a:pt x="5" y="14"/>
                    <a:pt x="4" y="15"/>
                    <a:pt x="6" y="14"/>
                  </a:cubicBezTo>
                  <a:cubicBezTo>
                    <a:pt x="4" y="16"/>
                    <a:pt x="3" y="18"/>
                    <a:pt x="2" y="21"/>
                  </a:cubicBezTo>
                  <a:cubicBezTo>
                    <a:pt x="1" y="24"/>
                    <a:pt x="1" y="27"/>
                    <a:pt x="1" y="29"/>
                  </a:cubicBezTo>
                  <a:cubicBezTo>
                    <a:pt x="1" y="34"/>
                    <a:pt x="3" y="39"/>
                    <a:pt x="5" y="43"/>
                  </a:cubicBezTo>
                  <a:cubicBezTo>
                    <a:pt x="6" y="46"/>
                    <a:pt x="7" y="48"/>
                    <a:pt x="9" y="50"/>
                  </a:cubicBezTo>
                  <a:cubicBezTo>
                    <a:pt x="13" y="54"/>
                    <a:pt x="13" y="54"/>
                    <a:pt x="13" y="54"/>
                  </a:cubicBezTo>
                  <a:cubicBezTo>
                    <a:pt x="20" y="64"/>
                    <a:pt x="20" y="64"/>
                    <a:pt x="20" y="64"/>
                  </a:cubicBezTo>
                  <a:cubicBezTo>
                    <a:pt x="25" y="71"/>
                    <a:pt x="30" y="77"/>
                    <a:pt x="36" y="84"/>
                  </a:cubicBezTo>
                  <a:cubicBezTo>
                    <a:pt x="38" y="87"/>
                    <a:pt x="41" y="90"/>
                    <a:pt x="43" y="93"/>
                  </a:cubicBezTo>
                  <a:cubicBezTo>
                    <a:pt x="45" y="96"/>
                    <a:pt x="45" y="96"/>
                    <a:pt x="45" y="96"/>
                  </a:cubicBezTo>
                  <a:cubicBezTo>
                    <a:pt x="46" y="96"/>
                    <a:pt x="46" y="96"/>
                    <a:pt x="46" y="96"/>
                  </a:cubicBezTo>
                  <a:cubicBezTo>
                    <a:pt x="46" y="97"/>
                    <a:pt x="47" y="97"/>
                    <a:pt x="47" y="97"/>
                  </a:cubicBezTo>
                  <a:cubicBezTo>
                    <a:pt x="47" y="98"/>
                    <a:pt x="48" y="98"/>
                    <a:pt x="48" y="99"/>
                  </a:cubicBezTo>
                  <a:cubicBezTo>
                    <a:pt x="51" y="101"/>
                    <a:pt x="53" y="102"/>
                    <a:pt x="56" y="103"/>
                  </a:cubicBezTo>
                  <a:cubicBezTo>
                    <a:pt x="55" y="104"/>
                    <a:pt x="55" y="104"/>
                    <a:pt x="55" y="104"/>
                  </a:cubicBezTo>
                  <a:cubicBezTo>
                    <a:pt x="59" y="106"/>
                    <a:pt x="63" y="106"/>
                    <a:pt x="67" y="106"/>
                  </a:cubicBezTo>
                  <a:cubicBezTo>
                    <a:pt x="71" y="106"/>
                    <a:pt x="75" y="105"/>
                    <a:pt x="78" y="103"/>
                  </a:cubicBezTo>
                  <a:cubicBezTo>
                    <a:pt x="80" y="102"/>
                    <a:pt x="82" y="101"/>
                    <a:pt x="84" y="100"/>
                  </a:cubicBezTo>
                  <a:cubicBezTo>
                    <a:pt x="84" y="100"/>
                    <a:pt x="85" y="99"/>
                    <a:pt x="86" y="98"/>
                  </a:cubicBezTo>
                  <a:cubicBezTo>
                    <a:pt x="86" y="98"/>
                    <a:pt x="87" y="98"/>
                    <a:pt x="87" y="97"/>
                  </a:cubicBezTo>
                  <a:cubicBezTo>
                    <a:pt x="88" y="97"/>
                    <a:pt x="88" y="97"/>
                    <a:pt x="88" y="96"/>
                  </a:cubicBezTo>
                  <a:cubicBezTo>
                    <a:pt x="91" y="93"/>
                    <a:pt x="93" y="90"/>
                    <a:pt x="95" y="86"/>
                  </a:cubicBezTo>
                  <a:cubicBezTo>
                    <a:pt x="96" y="82"/>
                    <a:pt x="96" y="79"/>
                    <a:pt x="95" y="76"/>
                  </a:cubicBezTo>
                  <a:cubicBezTo>
                    <a:pt x="95" y="73"/>
                    <a:pt x="94" y="71"/>
                    <a:pt x="93" y="69"/>
                  </a:cubicBezTo>
                  <a:cubicBezTo>
                    <a:pt x="95" y="74"/>
                    <a:pt x="95" y="80"/>
                    <a:pt x="92" y="86"/>
                  </a:cubicBezTo>
                  <a:cubicBezTo>
                    <a:pt x="91" y="89"/>
                    <a:pt x="90" y="91"/>
                    <a:pt x="88" y="93"/>
                  </a:cubicBezTo>
                  <a:cubicBezTo>
                    <a:pt x="87" y="94"/>
                    <a:pt x="86" y="95"/>
                    <a:pt x="85" y="96"/>
                  </a:cubicBezTo>
                  <a:cubicBezTo>
                    <a:pt x="84" y="97"/>
                    <a:pt x="83" y="98"/>
                    <a:pt x="81" y="99"/>
                  </a:cubicBezTo>
                  <a:cubicBezTo>
                    <a:pt x="76" y="102"/>
                    <a:pt x="71" y="103"/>
                    <a:pt x="65" y="103"/>
                  </a:cubicBezTo>
                  <a:cubicBezTo>
                    <a:pt x="62" y="103"/>
                    <a:pt x="60" y="103"/>
                    <a:pt x="57" y="102"/>
                  </a:cubicBezTo>
                  <a:cubicBezTo>
                    <a:pt x="54" y="101"/>
                    <a:pt x="51" y="100"/>
                    <a:pt x="49" y="97"/>
                  </a:cubicBezTo>
                  <a:cubicBezTo>
                    <a:pt x="48" y="96"/>
                    <a:pt x="47" y="95"/>
                    <a:pt x="46" y="94"/>
                  </a:cubicBezTo>
                  <a:cubicBezTo>
                    <a:pt x="44" y="91"/>
                    <a:pt x="44" y="91"/>
                    <a:pt x="44" y="91"/>
                  </a:cubicBezTo>
                  <a:cubicBezTo>
                    <a:pt x="40" y="86"/>
                    <a:pt x="40" y="86"/>
                    <a:pt x="40" y="86"/>
                  </a:cubicBezTo>
                  <a:cubicBezTo>
                    <a:pt x="31" y="74"/>
                    <a:pt x="31" y="74"/>
                    <a:pt x="31" y="74"/>
                  </a:cubicBezTo>
                  <a:cubicBezTo>
                    <a:pt x="13" y="52"/>
                    <a:pt x="13" y="52"/>
                    <a:pt x="13" y="52"/>
                  </a:cubicBezTo>
                  <a:cubicBezTo>
                    <a:pt x="23" y="64"/>
                    <a:pt x="35" y="78"/>
                    <a:pt x="44" y="91"/>
                  </a:cubicBezTo>
                  <a:cubicBezTo>
                    <a:pt x="47" y="94"/>
                    <a:pt x="47" y="94"/>
                    <a:pt x="47" y="94"/>
                  </a:cubicBezTo>
                  <a:cubicBezTo>
                    <a:pt x="47" y="95"/>
                    <a:pt x="48" y="96"/>
                    <a:pt x="48" y="96"/>
                  </a:cubicBezTo>
                  <a:cubicBezTo>
                    <a:pt x="49" y="97"/>
                    <a:pt x="49" y="98"/>
                    <a:pt x="50" y="98"/>
                  </a:cubicBezTo>
                  <a:cubicBezTo>
                    <a:pt x="53" y="100"/>
                    <a:pt x="56" y="102"/>
                    <a:pt x="59" y="103"/>
                  </a:cubicBezTo>
                  <a:cubicBezTo>
                    <a:pt x="63" y="103"/>
                    <a:pt x="66" y="103"/>
                    <a:pt x="69" y="103"/>
                  </a:cubicBezTo>
                  <a:cubicBezTo>
                    <a:pt x="72" y="103"/>
                    <a:pt x="75" y="102"/>
                    <a:pt x="78" y="101"/>
                  </a:cubicBezTo>
                  <a:cubicBezTo>
                    <a:pt x="81" y="99"/>
                    <a:pt x="83" y="97"/>
                    <a:pt x="86" y="95"/>
                  </a:cubicBezTo>
                  <a:cubicBezTo>
                    <a:pt x="88" y="93"/>
                    <a:pt x="90" y="90"/>
                    <a:pt x="91" y="87"/>
                  </a:cubicBezTo>
                  <a:cubicBezTo>
                    <a:pt x="94" y="81"/>
                    <a:pt x="94" y="75"/>
                    <a:pt x="92" y="69"/>
                  </a:cubicBezTo>
                  <a:cubicBezTo>
                    <a:pt x="92" y="68"/>
                    <a:pt x="91" y="66"/>
                    <a:pt x="91" y="65"/>
                  </a:cubicBezTo>
                  <a:cubicBezTo>
                    <a:pt x="90" y="64"/>
                    <a:pt x="89" y="62"/>
                    <a:pt x="88" y="61"/>
                  </a:cubicBezTo>
                  <a:cubicBezTo>
                    <a:pt x="86" y="60"/>
                    <a:pt x="84" y="59"/>
                    <a:pt x="83" y="59"/>
                  </a:cubicBezTo>
                  <a:cubicBezTo>
                    <a:pt x="83" y="60"/>
                    <a:pt x="83" y="60"/>
                    <a:pt x="83" y="61"/>
                  </a:cubicBezTo>
                  <a:cubicBezTo>
                    <a:pt x="83" y="62"/>
                    <a:pt x="84" y="64"/>
                    <a:pt x="84" y="66"/>
                  </a:cubicBezTo>
                  <a:cubicBezTo>
                    <a:pt x="85" y="67"/>
                    <a:pt x="86" y="69"/>
                    <a:pt x="86" y="70"/>
                  </a:cubicBezTo>
                  <a:cubicBezTo>
                    <a:pt x="87" y="71"/>
                    <a:pt x="87" y="72"/>
                    <a:pt x="87" y="72"/>
                  </a:cubicBezTo>
                  <a:cubicBezTo>
                    <a:pt x="86" y="73"/>
                    <a:pt x="86" y="73"/>
                    <a:pt x="85" y="73"/>
                  </a:cubicBezTo>
                  <a:cubicBezTo>
                    <a:pt x="86" y="76"/>
                    <a:pt x="86" y="79"/>
                    <a:pt x="85" y="82"/>
                  </a:cubicBezTo>
                  <a:cubicBezTo>
                    <a:pt x="84" y="85"/>
                    <a:pt x="82" y="88"/>
                    <a:pt x="80" y="90"/>
                  </a:cubicBezTo>
                  <a:cubicBezTo>
                    <a:pt x="75" y="94"/>
                    <a:pt x="68" y="96"/>
                    <a:pt x="62" y="95"/>
                  </a:cubicBezTo>
                  <a:cubicBezTo>
                    <a:pt x="60" y="95"/>
                    <a:pt x="58" y="94"/>
                    <a:pt x="57" y="93"/>
                  </a:cubicBezTo>
                  <a:cubicBezTo>
                    <a:pt x="56" y="93"/>
                    <a:pt x="55" y="92"/>
                    <a:pt x="55" y="92"/>
                  </a:cubicBezTo>
                  <a:cubicBezTo>
                    <a:pt x="54" y="91"/>
                    <a:pt x="54" y="91"/>
                    <a:pt x="54" y="91"/>
                  </a:cubicBezTo>
                  <a:cubicBezTo>
                    <a:pt x="54" y="90"/>
                    <a:pt x="53" y="90"/>
                    <a:pt x="53" y="90"/>
                  </a:cubicBezTo>
                  <a:cubicBezTo>
                    <a:pt x="53" y="89"/>
                    <a:pt x="53" y="89"/>
                    <a:pt x="53" y="89"/>
                  </a:cubicBezTo>
                  <a:cubicBezTo>
                    <a:pt x="44" y="79"/>
                    <a:pt x="44" y="79"/>
                    <a:pt x="44" y="79"/>
                  </a:cubicBezTo>
                  <a:cubicBezTo>
                    <a:pt x="39" y="71"/>
                    <a:pt x="33" y="64"/>
                    <a:pt x="28" y="57"/>
                  </a:cubicBezTo>
                  <a:cubicBezTo>
                    <a:pt x="34" y="64"/>
                    <a:pt x="39" y="72"/>
                    <a:pt x="45" y="79"/>
                  </a:cubicBezTo>
                  <a:cubicBezTo>
                    <a:pt x="53" y="89"/>
                    <a:pt x="53" y="89"/>
                    <a:pt x="53" y="89"/>
                  </a:cubicBezTo>
                  <a:cubicBezTo>
                    <a:pt x="53" y="90"/>
                    <a:pt x="54" y="90"/>
                    <a:pt x="54" y="91"/>
                  </a:cubicBezTo>
                  <a:cubicBezTo>
                    <a:pt x="54" y="91"/>
                    <a:pt x="54" y="91"/>
                    <a:pt x="55" y="92"/>
                  </a:cubicBezTo>
                  <a:cubicBezTo>
                    <a:pt x="55" y="92"/>
                    <a:pt x="56" y="93"/>
                    <a:pt x="57" y="93"/>
                  </a:cubicBezTo>
                  <a:cubicBezTo>
                    <a:pt x="58" y="94"/>
                    <a:pt x="60" y="95"/>
                    <a:pt x="62" y="95"/>
                  </a:cubicBezTo>
                  <a:cubicBezTo>
                    <a:pt x="68" y="96"/>
                    <a:pt x="75" y="94"/>
                    <a:pt x="79" y="90"/>
                  </a:cubicBezTo>
                  <a:cubicBezTo>
                    <a:pt x="82" y="87"/>
                    <a:pt x="83" y="85"/>
                    <a:pt x="84" y="82"/>
                  </a:cubicBezTo>
                  <a:cubicBezTo>
                    <a:pt x="85" y="79"/>
                    <a:pt x="85" y="76"/>
                    <a:pt x="84" y="72"/>
                  </a:cubicBezTo>
                  <a:cubicBezTo>
                    <a:pt x="83" y="72"/>
                    <a:pt x="83" y="72"/>
                    <a:pt x="83" y="75"/>
                  </a:cubicBezTo>
                  <a:cubicBezTo>
                    <a:pt x="83" y="77"/>
                    <a:pt x="83" y="81"/>
                    <a:pt x="81" y="84"/>
                  </a:cubicBezTo>
                  <a:cubicBezTo>
                    <a:pt x="80" y="85"/>
                    <a:pt x="80" y="86"/>
                    <a:pt x="79" y="87"/>
                  </a:cubicBezTo>
                  <a:cubicBezTo>
                    <a:pt x="79" y="88"/>
                    <a:pt x="78" y="88"/>
                    <a:pt x="78" y="88"/>
                  </a:cubicBezTo>
                  <a:cubicBezTo>
                    <a:pt x="78" y="89"/>
                    <a:pt x="77" y="89"/>
                    <a:pt x="77" y="89"/>
                  </a:cubicBezTo>
                  <a:cubicBezTo>
                    <a:pt x="75" y="91"/>
                    <a:pt x="73" y="92"/>
                    <a:pt x="72" y="92"/>
                  </a:cubicBezTo>
                  <a:cubicBezTo>
                    <a:pt x="69" y="93"/>
                    <a:pt x="67" y="93"/>
                    <a:pt x="64" y="93"/>
                  </a:cubicBezTo>
                  <a:cubicBezTo>
                    <a:pt x="62" y="93"/>
                    <a:pt x="60" y="92"/>
                    <a:pt x="58" y="91"/>
                  </a:cubicBezTo>
                  <a:cubicBezTo>
                    <a:pt x="57" y="90"/>
                    <a:pt x="56" y="90"/>
                    <a:pt x="56" y="89"/>
                  </a:cubicBezTo>
                  <a:cubicBezTo>
                    <a:pt x="53" y="85"/>
                    <a:pt x="53" y="85"/>
                    <a:pt x="53" y="85"/>
                  </a:cubicBezTo>
                  <a:cubicBezTo>
                    <a:pt x="47" y="78"/>
                    <a:pt x="47" y="78"/>
                    <a:pt x="47" y="78"/>
                  </a:cubicBezTo>
                  <a:cubicBezTo>
                    <a:pt x="39" y="67"/>
                    <a:pt x="31" y="57"/>
                    <a:pt x="23" y="47"/>
                  </a:cubicBezTo>
                  <a:cubicBezTo>
                    <a:pt x="19" y="42"/>
                    <a:pt x="19" y="42"/>
                    <a:pt x="19" y="42"/>
                  </a:cubicBezTo>
                  <a:cubicBezTo>
                    <a:pt x="19" y="41"/>
                    <a:pt x="18" y="41"/>
                    <a:pt x="18" y="41"/>
                  </a:cubicBezTo>
                  <a:cubicBezTo>
                    <a:pt x="18" y="40"/>
                    <a:pt x="18" y="40"/>
                    <a:pt x="18" y="40"/>
                  </a:cubicBezTo>
                  <a:cubicBezTo>
                    <a:pt x="17" y="39"/>
                    <a:pt x="17" y="38"/>
                    <a:pt x="16" y="37"/>
                  </a:cubicBezTo>
                  <a:cubicBezTo>
                    <a:pt x="15" y="34"/>
                    <a:pt x="14" y="31"/>
                    <a:pt x="14" y="28"/>
                  </a:cubicBezTo>
                  <a:cubicBezTo>
                    <a:pt x="14" y="25"/>
                    <a:pt x="15" y="23"/>
                    <a:pt x="17" y="21"/>
                  </a:cubicBezTo>
                  <a:cubicBezTo>
                    <a:pt x="17" y="21"/>
                    <a:pt x="17" y="20"/>
                    <a:pt x="18" y="20"/>
                  </a:cubicBezTo>
                  <a:cubicBezTo>
                    <a:pt x="18" y="20"/>
                    <a:pt x="18" y="20"/>
                    <a:pt x="19" y="19"/>
                  </a:cubicBezTo>
                  <a:cubicBezTo>
                    <a:pt x="19" y="19"/>
                    <a:pt x="20" y="18"/>
                    <a:pt x="21" y="18"/>
                  </a:cubicBezTo>
                  <a:cubicBezTo>
                    <a:pt x="22" y="17"/>
                    <a:pt x="24" y="16"/>
                    <a:pt x="26" y="16"/>
                  </a:cubicBezTo>
                  <a:cubicBezTo>
                    <a:pt x="28" y="15"/>
                    <a:pt x="30" y="15"/>
                    <a:pt x="32" y="15"/>
                  </a:cubicBezTo>
                  <a:cubicBezTo>
                    <a:pt x="34" y="15"/>
                    <a:pt x="36" y="16"/>
                    <a:pt x="37" y="17"/>
                  </a:cubicBezTo>
                  <a:cubicBezTo>
                    <a:pt x="38" y="17"/>
                    <a:pt x="38" y="17"/>
                    <a:pt x="38" y="18"/>
                  </a:cubicBezTo>
                  <a:cubicBezTo>
                    <a:pt x="39" y="18"/>
                    <a:pt x="39" y="18"/>
                    <a:pt x="39" y="18"/>
                  </a:cubicBezTo>
                  <a:cubicBezTo>
                    <a:pt x="39" y="19"/>
                    <a:pt x="39" y="19"/>
                    <a:pt x="39" y="19"/>
                  </a:cubicBezTo>
                  <a:cubicBezTo>
                    <a:pt x="42" y="22"/>
                    <a:pt x="42" y="22"/>
                    <a:pt x="42" y="22"/>
                  </a:cubicBezTo>
                  <a:cubicBezTo>
                    <a:pt x="48" y="30"/>
                    <a:pt x="48" y="30"/>
                    <a:pt x="48" y="30"/>
                  </a:cubicBezTo>
                  <a:cubicBezTo>
                    <a:pt x="56" y="40"/>
                    <a:pt x="63" y="49"/>
                    <a:pt x="70" y="57"/>
                  </a:cubicBezTo>
                  <a:cubicBezTo>
                    <a:pt x="82" y="70"/>
                    <a:pt x="82" y="62"/>
                    <a:pt x="72" y="47"/>
                  </a:cubicBezTo>
                  <a:cubicBezTo>
                    <a:pt x="72" y="46"/>
                    <a:pt x="72" y="46"/>
                    <a:pt x="72" y="46"/>
                  </a:cubicBezTo>
                  <a:cubicBezTo>
                    <a:pt x="83" y="61"/>
                    <a:pt x="80" y="52"/>
                    <a:pt x="83" y="53"/>
                  </a:cubicBezTo>
                  <a:cubicBezTo>
                    <a:pt x="77" y="45"/>
                    <a:pt x="72" y="38"/>
                    <a:pt x="67" y="30"/>
                  </a:cubicBezTo>
                  <a:cubicBezTo>
                    <a:pt x="61" y="23"/>
                    <a:pt x="61" y="23"/>
                    <a:pt x="61" y="23"/>
                  </a:cubicBezTo>
                  <a:cubicBezTo>
                    <a:pt x="55" y="16"/>
                    <a:pt x="55" y="16"/>
                    <a:pt x="55" y="16"/>
                  </a:cubicBezTo>
                  <a:cubicBezTo>
                    <a:pt x="52" y="12"/>
                    <a:pt x="52" y="12"/>
                    <a:pt x="52" y="12"/>
                  </a:cubicBezTo>
                  <a:cubicBezTo>
                    <a:pt x="50" y="10"/>
                    <a:pt x="50" y="10"/>
                    <a:pt x="50" y="10"/>
                  </a:cubicBezTo>
                  <a:cubicBezTo>
                    <a:pt x="50" y="9"/>
                    <a:pt x="49" y="8"/>
                    <a:pt x="48" y="7"/>
                  </a:cubicBezTo>
                  <a:cubicBezTo>
                    <a:pt x="45" y="4"/>
                    <a:pt x="40" y="2"/>
                    <a:pt x="36" y="1"/>
                  </a:cubicBezTo>
                  <a:cubicBezTo>
                    <a:pt x="31" y="0"/>
                    <a:pt x="27" y="1"/>
                    <a:pt x="23" y="2"/>
                  </a:cubicBezTo>
                  <a:cubicBezTo>
                    <a:pt x="19" y="3"/>
                    <a:pt x="16" y="4"/>
                    <a:pt x="12" y="6"/>
                  </a:cubicBezTo>
                  <a:cubicBezTo>
                    <a:pt x="11" y="7"/>
                    <a:pt x="11" y="7"/>
                    <a:pt x="10" y="8"/>
                  </a:cubicBezTo>
                  <a:cubicBezTo>
                    <a:pt x="9" y="8"/>
                    <a:pt x="9" y="9"/>
                    <a:pt x="9" y="9"/>
                  </a:cubicBezTo>
                  <a:cubicBezTo>
                    <a:pt x="8" y="9"/>
                    <a:pt x="8" y="10"/>
                    <a:pt x="7" y="10"/>
                  </a:cubicBezTo>
                  <a:cubicBezTo>
                    <a:pt x="6" y="12"/>
                    <a:pt x="4" y="13"/>
                    <a:pt x="3" y="15"/>
                  </a:cubicBezTo>
                  <a:cubicBezTo>
                    <a:pt x="1" y="19"/>
                    <a:pt x="0" y="24"/>
                    <a:pt x="0" y="28"/>
                  </a:cubicBezTo>
                  <a:cubicBezTo>
                    <a:pt x="0" y="32"/>
                    <a:pt x="0" y="36"/>
                    <a:pt x="2" y="40"/>
                  </a:cubicBezTo>
                  <a:cubicBezTo>
                    <a:pt x="3" y="43"/>
                    <a:pt x="5" y="47"/>
                    <a:pt x="7" y="50"/>
                  </a:cubicBezTo>
                  <a:lnTo>
                    <a:pt x="14" y="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99" name="Google Shape;99;p10"/>
            <p:cNvSpPr/>
            <p:nvPr/>
          </p:nvSpPr>
          <p:spPr>
            <a:xfrm>
              <a:off x="5984876" y="929668"/>
              <a:ext cx="222250" cy="431800"/>
            </a:xfrm>
            <a:custGeom>
              <a:rect b="b" l="l" r="r" t="t"/>
              <a:pathLst>
                <a:path extrusionOk="0" h="115" w="59">
                  <a:moveTo>
                    <a:pt x="0" y="83"/>
                  </a:moveTo>
                  <a:cubicBezTo>
                    <a:pt x="0" y="85"/>
                    <a:pt x="0" y="85"/>
                    <a:pt x="0" y="85"/>
                  </a:cubicBezTo>
                  <a:cubicBezTo>
                    <a:pt x="0" y="87"/>
                    <a:pt x="0" y="87"/>
                    <a:pt x="0" y="87"/>
                  </a:cubicBezTo>
                  <a:cubicBezTo>
                    <a:pt x="0" y="87"/>
                    <a:pt x="0" y="88"/>
                    <a:pt x="0" y="88"/>
                  </a:cubicBezTo>
                  <a:cubicBezTo>
                    <a:pt x="0" y="90"/>
                    <a:pt x="0" y="92"/>
                    <a:pt x="1" y="94"/>
                  </a:cubicBezTo>
                  <a:cubicBezTo>
                    <a:pt x="3" y="103"/>
                    <a:pt x="9" y="109"/>
                    <a:pt x="17" y="113"/>
                  </a:cubicBezTo>
                  <a:cubicBezTo>
                    <a:pt x="21" y="115"/>
                    <a:pt x="25" y="115"/>
                    <a:pt x="29" y="115"/>
                  </a:cubicBezTo>
                  <a:cubicBezTo>
                    <a:pt x="33" y="115"/>
                    <a:pt x="37" y="115"/>
                    <a:pt x="41" y="113"/>
                  </a:cubicBezTo>
                  <a:cubicBezTo>
                    <a:pt x="43" y="112"/>
                    <a:pt x="45" y="111"/>
                    <a:pt x="47" y="110"/>
                  </a:cubicBezTo>
                  <a:cubicBezTo>
                    <a:pt x="47" y="109"/>
                    <a:pt x="48" y="109"/>
                    <a:pt x="48" y="109"/>
                  </a:cubicBezTo>
                  <a:cubicBezTo>
                    <a:pt x="48" y="108"/>
                    <a:pt x="48" y="108"/>
                    <a:pt x="48" y="108"/>
                  </a:cubicBezTo>
                  <a:cubicBezTo>
                    <a:pt x="48" y="108"/>
                    <a:pt x="48" y="108"/>
                    <a:pt x="48" y="108"/>
                  </a:cubicBezTo>
                  <a:cubicBezTo>
                    <a:pt x="48" y="108"/>
                    <a:pt x="48" y="108"/>
                    <a:pt x="48" y="108"/>
                  </a:cubicBezTo>
                  <a:cubicBezTo>
                    <a:pt x="49" y="108"/>
                    <a:pt x="49" y="108"/>
                    <a:pt x="49" y="108"/>
                  </a:cubicBezTo>
                  <a:cubicBezTo>
                    <a:pt x="50" y="107"/>
                    <a:pt x="50" y="106"/>
                    <a:pt x="51" y="106"/>
                  </a:cubicBezTo>
                  <a:cubicBezTo>
                    <a:pt x="54" y="103"/>
                    <a:pt x="56" y="99"/>
                    <a:pt x="57" y="94"/>
                  </a:cubicBezTo>
                  <a:cubicBezTo>
                    <a:pt x="58" y="92"/>
                    <a:pt x="58" y="90"/>
                    <a:pt x="58" y="88"/>
                  </a:cubicBezTo>
                  <a:cubicBezTo>
                    <a:pt x="58" y="88"/>
                    <a:pt x="58" y="87"/>
                    <a:pt x="58" y="87"/>
                  </a:cubicBezTo>
                  <a:cubicBezTo>
                    <a:pt x="58" y="86"/>
                    <a:pt x="58" y="86"/>
                    <a:pt x="58" y="86"/>
                  </a:cubicBezTo>
                  <a:cubicBezTo>
                    <a:pt x="58" y="83"/>
                    <a:pt x="58" y="83"/>
                    <a:pt x="58" y="83"/>
                  </a:cubicBezTo>
                  <a:cubicBezTo>
                    <a:pt x="58" y="73"/>
                    <a:pt x="58" y="73"/>
                    <a:pt x="58" y="73"/>
                  </a:cubicBezTo>
                  <a:cubicBezTo>
                    <a:pt x="59" y="54"/>
                    <a:pt x="59" y="54"/>
                    <a:pt x="59" y="54"/>
                  </a:cubicBezTo>
                  <a:cubicBezTo>
                    <a:pt x="58" y="79"/>
                    <a:pt x="58" y="79"/>
                    <a:pt x="58" y="79"/>
                  </a:cubicBezTo>
                  <a:cubicBezTo>
                    <a:pt x="58" y="85"/>
                    <a:pt x="58" y="85"/>
                    <a:pt x="58" y="85"/>
                  </a:cubicBezTo>
                  <a:cubicBezTo>
                    <a:pt x="58" y="86"/>
                    <a:pt x="58" y="86"/>
                    <a:pt x="58" y="86"/>
                  </a:cubicBezTo>
                  <a:cubicBezTo>
                    <a:pt x="58" y="87"/>
                    <a:pt x="58" y="88"/>
                    <a:pt x="58" y="88"/>
                  </a:cubicBezTo>
                  <a:cubicBezTo>
                    <a:pt x="58" y="90"/>
                    <a:pt x="58" y="91"/>
                    <a:pt x="57" y="92"/>
                  </a:cubicBezTo>
                  <a:cubicBezTo>
                    <a:pt x="57" y="97"/>
                    <a:pt x="54" y="102"/>
                    <a:pt x="50" y="106"/>
                  </a:cubicBezTo>
                  <a:cubicBezTo>
                    <a:pt x="50" y="107"/>
                    <a:pt x="49" y="107"/>
                    <a:pt x="49" y="108"/>
                  </a:cubicBezTo>
                  <a:cubicBezTo>
                    <a:pt x="48" y="108"/>
                    <a:pt x="48" y="108"/>
                    <a:pt x="48" y="108"/>
                  </a:cubicBezTo>
                  <a:cubicBezTo>
                    <a:pt x="48" y="108"/>
                    <a:pt x="48" y="108"/>
                    <a:pt x="48" y="108"/>
                  </a:cubicBezTo>
                  <a:cubicBezTo>
                    <a:pt x="48" y="108"/>
                    <a:pt x="48" y="108"/>
                    <a:pt x="48" y="108"/>
                  </a:cubicBezTo>
                  <a:cubicBezTo>
                    <a:pt x="47" y="108"/>
                    <a:pt x="47" y="108"/>
                    <a:pt x="47" y="108"/>
                  </a:cubicBezTo>
                  <a:cubicBezTo>
                    <a:pt x="46" y="109"/>
                    <a:pt x="45" y="110"/>
                    <a:pt x="44" y="111"/>
                  </a:cubicBezTo>
                  <a:cubicBezTo>
                    <a:pt x="42" y="112"/>
                    <a:pt x="39" y="113"/>
                    <a:pt x="37" y="114"/>
                  </a:cubicBezTo>
                  <a:cubicBezTo>
                    <a:pt x="34" y="115"/>
                    <a:pt x="32" y="115"/>
                    <a:pt x="29" y="115"/>
                  </a:cubicBezTo>
                  <a:cubicBezTo>
                    <a:pt x="27" y="115"/>
                    <a:pt x="24" y="115"/>
                    <a:pt x="21" y="114"/>
                  </a:cubicBezTo>
                  <a:cubicBezTo>
                    <a:pt x="11" y="111"/>
                    <a:pt x="3" y="103"/>
                    <a:pt x="1" y="92"/>
                  </a:cubicBezTo>
                  <a:cubicBezTo>
                    <a:pt x="1" y="92"/>
                    <a:pt x="1" y="93"/>
                    <a:pt x="1" y="92"/>
                  </a:cubicBezTo>
                  <a:cubicBezTo>
                    <a:pt x="4" y="102"/>
                    <a:pt x="12" y="110"/>
                    <a:pt x="22" y="113"/>
                  </a:cubicBezTo>
                  <a:cubicBezTo>
                    <a:pt x="24" y="114"/>
                    <a:pt x="27" y="114"/>
                    <a:pt x="30" y="114"/>
                  </a:cubicBezTo>
                  <a:cubicBezTo>
                    <a:pt x="32" y="114"/>
                    <a:pt x="35" y="114"/>
                    <a:pt x="37" y="113"/>
                  </a:cubicBezTo>
                  <a:cubicBezTo>
                    <a:pt x="40" y="112"/>
                    <a:pt x="42" y="111"/>
                    <a:pt x="44" y="110"/>
                  </a:cubicBezTo>
                  <a:cubicBezTo>
                    <a:pt x="45" y="109"/>
                    <a:pt x="46" y="108"/>
                    <a:pt x="47" y="107"/>
                  </a:cubicBezTo>
                  <a:cubicBezTo>
                    <a:pt x="47" y="107"/>
                    <a:pt x="48" y="107"/>
                    <a:pt x="48" y="106"/>
                  </a:cubicBezTo>
                  <a:cubicBezTo>
                    <a:pt x="49" y="106"/>
                    <a:pt x="49" y="106"/>
                    <a:pt x="50" y="105"/>
                  </a:cubicBezTo>
                  <a:cubicBezTo>
                    <a:pt x="54" y="101"/>
                    <a:pt x="56" y="96"/>
                    <a:pt x="57" y="91"/>
                  </a:cubicBezTo>
                  <a:cubicBezTo>
                    <a:pt x="57" y="90"/>
                    <a:pt x="57" y="89"/>
                    <a:pt x="57" y="87"/>
                  </a:cubicBezTo>
                  <a:cubicBezTo>
                    <a:pt x="57" y="84"/>
                    <a:pt x="57" y="84"/>
                    <a:pt x="57" y="84"/>
                  </a:cubicBezTo>
                  <a:cubicBezTo>
                    <a:pt x="57" y="78"/>
                    <a:pt x="57" y="78"/>
                    <a:pt x="57" y="78"/>
                  </a:cubicBezTo>
                  <a:cubicBezTo>
                    <a:pt x="58" y="70"/>
                    <a:pt x="58" y="61"/>
                    <a:pt x="57" y="53"/>
                  </a:cubicBezTo>
                  <a:cubicBezTo>
                    <a:pt x="59" y="53"/>
                    <a:pt x="59" y="53"/>
                    <a:pt x="59" y="53"/>
                  </a:cubicBezTo>
                  <a:cubicBezTo>
                    <a:pt x="59" y="35"/>
                    <a:pt x="59" y="35"/>
                    <a:pt x="59" y="35"/>
                  </a:cubicBezTo>
                  <a:cubicBezTo>
                    <a:pt x="59" y="30"/>
                    <a:pt x="59" y="30"/>
                    <a:pt x="59" y="30"/>
                  </a:cubicBezTo>
                  <a:cubicBezTo>
                    <a:pt x="59" y="28"/>
                    <a:pt x="59" y="27"/>
                    <a:pt x="59" y="25"/>
                  </a:cubicBezTo>
                  <a:cubicBezTo>
                    <a:pt x="59" y="21"/>
                    <a:pt x="58" y="17"/>
                    <a:pt x="56" y="13"/>
                  </a:cubicBezTo>
                  <a:cubicBezTo>
                    <a:pt x="53" y="7"/>
                    <a:pt x="48" y="4"/>
                    <a:pt x="43" y="2"/>
                  </a:cubicBezTo>
                  <a:cubicBezTo>
                    <a:pt x="48" y="5"/>
                    <a:pt x="52" y="10"/>
                    <a:pt x="54" y="15"/>
                  </a:cubicBezTo>
                  <a:cubicBezTo>
                    <a:pt x="55" y="17"/>
                    <a:pt x="56" y="20"/>
                    <a:pt x="57" y="23"/>
                  </a:cubicBezTo>
                  <a:cubicBezTo>
                    <a:pt x="57" y="24"/>
                    <a:pt x="57" y="25"/>
                    <a:pt x="57" y="25"/>
                  </a:cubicBezTo>
                  <a:cubicBezTo>
                    <a:pt x="57" y="26"/>
                    <a:pt x="57" y="26"/>
                    <a:pt x="57" y="26"/>
                  </a:cubicBezTo>
                  <a:cubicBezTo>
                    <a:pt x="57" y="27"/>
                    <a:pt x="57" y="27"/>
                    <a:pt x="57" y="27"/>
                  </a:cubicBezTo>
                  <a:cubicBezTo>
                    <a:pt x="57" y="31"/>
                    <a:pt x="57" y="31"/>
                    <a:pt x="57" y="31"/>
                  </a:cubicBezTo>
                  <a:cubicBezTo>
                    <a:pt x="56" y="40"/>
                    <a:pt x="56" y="50"/>
                    <a:pt x="56" y="59"/>
                  </a:cubicBezTo>
                  <a:cubicBezTo>
                    <a:pt x="56" y="74"/>
                    <a:pt x="56" y="74"/>
                    <a:pt x="56" y="74"/>
                  </a:cubicBezTo>
                  <a:cubicBezTo>
                    <a:pt x="56" y="81"/>
                    <a:pt x="56" y="81"/>
                    <a:pt x="56" y="81"/>
                  </a:cubicBezTo>
                  <a:cubicBezTo>
                    <a:pt x="56" y="85"/>
                    <a:pt x="56" y="85"/>
                    <a:pt x="56" y="85"/>
                  </a:cubicBezTo>
                  <a:cubicBezTo>
                    <a:pt x="56" y="86"/>
                    <a:pt x="56" y="86"/>
                    <a:pt x="56" y="86"/>
                  </a:cubicBezTo>
                  <a:cubicBezTo>
                    <a:pt x="56" y="87"/>
                    <a:pt x="56" y="88"/>
                    <a:pt x="56" y="88"/>
                  </a:cubicBezTo>
                  <a:cubicBezTo>
                    <a:pt x="55" y="91"/>
                    <a:pt x="55" y="94"/>
                    <a:pt x="54" y="97"/>
                  </a:cubicBezTo>
                  <a:cubicBezTo>
                    <a:pt x="53" y="99"/>
                    <a:pt x="51" y="102"/>
                    <a:pt x="49" y="104"/>
                  </a:cubicBezTo>
                  <a:cubicBezTo>
                    <a:pt x="48" y="104"/>
                    <a:pt x="48" y="105"/>
                    <a:pt x="47" y="105"/>
                  </a:cubicBezTo>
                  <a:cubicBezTo>
                    <a:pt x="47" y="106"/>
                    <a:pt x="47" y="106"/>
                    <a:pt x="47" y="106"/>
                  </a:cubicBezTo>
                  <a:cubicBezTo>
                    <a:pt x="46" y="106"/>
                    <a:pt x="46" y="106"/>
                    <a:pt x="46" y="106"/>
                  </a:cubicBezTo>
                  <a:cubicBezTo>
                    <a:pt x="46" y="107"/>
                    <a:pt x="46" y="107"/>
                    <a:pt x="46" y="107"/>
                  </a:cubicBezTo>
                  <a:cubicBezTo>
                    <a:pt x="45" y="107"/>
                    <a:pt x="44" y="108"/>
                    <a:pt x="43" y="109"/>
                  </a:cubicBezTo>
                  <a:cubicBezTo>
                    <a:pt x="40" y="110"/>
                    <a:pt x="37" y="111"/>
                    <a:pt x="35" y="112"/>
                  </a:cubicBezTo>
                  <a:cubicBezTo>
                    <a:pt x="37" y="111"/>
                    <a:pt x="39" y="111"/>
                    <a:pt x="41" y="110"/>
                  </a:cubicBezTo>
                  <a:cubicBezTo>
                    <a:pt x="42" y="109"/>
                    <a:pt x="44" y="108"/>
                    <a:pt x="45" y="108"/>
                  </a:cubicBezTo>
                  <a:cubicBezTo>
                    <a:pt x="45" y="107"/>
                    <a:pt x="46" y="107"/>
                    <a:pt x="46" y="106"/>
                  </a:cubicBezTo>
                  <a:cubicBezTo>
                    <a:pt x="46" y="106"/>
                    <a:pt x="46" y="106"/>
                    <a:pt x="46" y="106"/>
                  </a:cubicBezTo>
                  <a:cubicBezTo>
                    <a:pt x="46" y="106"/>
                    <a:pt x="46" y="106"/>
                    <a:pt x="46" y="106"/>
                  </a:cubicBezTo>
                  <a:cubicBezTo>
                    <a:pt x="47" y="105"/>
                    <a:pt x="47" y="105"/>
                    <a:pt x="47" y="105"/>
                  </a:cubicBezTo>
                  <a:cubicBezTo>
                    <a:pt x="51" y="102"/>
                    <a:pt x="54" y="97"/>
                    <a:pt x="55" y="93"/>
                  </a:cubicBezTo>
                  <a:cubicBezTo>
                    <a:pt x="55" y="91"/>
                    <a:pt x="55" y="90"/>
                    <a:pt x="55" y="89"/>
                  </a:cubicBezTo>
                  <a:cubicBezTo>
                    <a:pt x="55" y="88"/>
                    <a:pt x="55" y="86"/>
                    <a:pt x="55" y="85"/>
                  </a:cubicBezTo>
                  <a:cubicBezTo>
                    <a:pt x="55" y="79"/>
                    <a:pt x="55" y="79"/>
                    <a:pt x="55" y="79"/>
                  </a:cubicBezTo>
                  <a:cubicBezTo>
                    <a:pt x="55" y="75"/>
                    <a:pt x="55" y="71"/>
                    <a:pt x="56" y="67"/>
                  </a:cubicBezTo>
                  <a:cubicBezTo>
                    <a:pt x="56" y="55"/>
                    <a:pt x="56" y="45"/>
                    <a:pt x="56" y="34"/>
                  </a:cubicBezTo>
                  <a:cubicBezTo>
                    <a:pt x="56" y="26"/>
                    <a:pt x="56" y="26"/>
                    <a:pt x="56" y="26"/>
                  </a:cubicBezTo>
                  <a:cubicBezTo>
                    <a:pt x="56" y="23"/>
                    <a:pt x="56" y="20"/>
                    <a:pt x="54" y="17"/>
                  </a:cubicBezTo>
                  <a:cubicBezTo>
                    <a:pt x="52" y="11"/>
                    <a:pt x="48" y="6"/>
                    <a:pt x="43" y="3"/>
                  </a:cubicBezTo>
                  <a:cubicBezTo>
                    <a:pt x="41" y="2"/>
                    <a:pt x="40" y="1"/>
                    <a:pt x="39" y="1"/>
                  </a:cubicBezTo>
                  <a:cubicBezTo>
                    <a:pt x="37" y="0"/>
                    <a:pt x="35" y="0"/>
                    <a:pt x="34" y="0"/>
                  </a:cubicBezTo>
                  <a:cubicBezTo>
                    <a:pt x="31" y="1"/>
                    <a:pt x="29" y="2"/>
                    <a:pt x="29" y="3"/>
                  </a:cubicBezTo>
                  <a:cubicBezTo>
                    <a:pt x="29" y="3"/>
                    <a:pt x="30" y="4"/>
                    <a:pt x="31" y="4"/>
                  </a:cubicBezTo>
                  <a:cubicBezTo>
                    <a:pt x="32" y="5"/>
                    <a:pt x="33" y="5"/>
                    <a:pt x="35" y="6"/>
                  </a:cubicBezTo>
                  <a:cubicBezTo>
                    <a:pt x="36" y="6"/>
                    <a:pt x="38" y="7"/>
                    <a:pt x="39" y="8"/>
                  </a:cubicBezTo>
                  <a:cubicBezTo>
                    <a:pt x="40" y="8"/>
                    <a:pt x="41" y="9"/>
                    <a:pt x="41" y="9"/>
                  </a:cubicBezTo>
                  <a:cubicBezTo>
                    <a:pt x="41" y="10"/>
                    <a:pt x="41" y="10"/>
                    <a:pt x="40" y="10"/>
                  </a:cubicBezTo>
                  <a:cubicBezTo>
                    <a:pt x="45" y="14"/>
                    <a:pt x="49" y="21"/>
                    <a:pt x="48" y="27"/>
                  </a:cubicBezTo>
                  <a:cubicBezTo>
                    <a:pt x="48" y="49"/>
                    <a:pt x="48" y="49"/>
                    <a:pt x="48" y="49"/>
                  </a:cubicBezTo>
                  <a:cubicBezTo>
                    <a:pt x="48" y="58"/>
                    <a:pt x="48" y="67"/>
                    <a:pt x="48" y="76"/>
                  </a:cubicBezTo>
                  <a:cubicBezTo>
                    <a:pt x="47" y="83"/>
                    <a:pt x="47" y="83"/>
                    <a:pt x="47" y="83"/>
                  </a:cubicBezTo>
                  <a:cubicBezTo>
                    <a:pt x="47" y="86"/>
                    <a:pt x="47" y="86"/>
                    <a:pt x="47" y="86"/>
                  </a:cubicBezTo>
                  <a:cubicBezTo>
                    <a:pt x="47" y="87"/>
                    <a:pt x="47" y="88"/>
                    <a:pt x="47" y="89"/>
                  </a:cubicBezTo>
                  <a:cubicBezTo>
                    <a:pt x="46" y="93"/>
                    <a:pt x="45" y="96"/>
                    <a:pt x="42" y="98"/>
                  </a:cubicBezTo>
                  <a:cubicBezTo>
                    <a:pt x="45" y="96"/>
                    <a:pt x="46" y="93"/>
                    <a:pt x="47" y="89"/>
                  </a:cubicBezTo>
                  <a:cubicBezTo>
                    <a:pt x="47" y="88"/>
                    <a:pt x="47" y="87"/>
                    <a:pt x="47" y="86"/>
                  </a:cubicBezTo>
                  <a:cubicBezTo>
                    <a:pt x="47" y="83"/>
                    <a:pt x="47" y="83"/>
                    <a:pt x="47" y="83"/>
                  </a:cubicBezTo>
                  <a:cubicBezTo>
                    <a:pt x="47" y="76"/>
                    <a:pt x="47" y="76"/>
                    <a:pt x="47" y="76"/>
                  </a:cubicBezTo>
                  <a:cubicBezTo>
                    <a:pt x="48" y="49"/>
                    <a:pt x="48" y="49"/>
                    <a:pt x="48" y="49"/>
                  </a:cubicBezTo>
                  <a:cubicBezTo>
                    <a:pt x="48" y="27"/>
                    <a:pt x="48" y="27"/>
                    <a:pt x="48" y="27"/>
                  </a:cubicBezTo>
                  <a:cubicBezTo>
                    <a:pt x="48" y="20"/>
                    <a:pt x="45" y="14"/>
                    <a:pt x="39" y="11"/>
                  </a:cubicBezTo>
                  <a:cubicBezTo>
                    <a:pt x="38" y="11"/>
                    <a:pt x="38" y="12"/>
                    <a:pt x="40" y="14"/>
                  </a:cubicBezTo>
                  <a:cubicBezTo>
                    <a:pt x="41" y="15"/>
                    <a:pt x="44" y="18"/>
                    <a:pt x="45" y="22"/>
                  </a:cubicBezTo>
                  <a:cubicBezTo>
                    <a:pt x="46" y="23"/>
                    <a:pt x="46" y="24"/>
                    <a:pt x="46" y="25"/>
                  </a:cubicBezTo>
                  <a:cubicBezTo>
                    <a:pt x="46" y="26"/>
                    <a:pt x="46" y="26"/>
                    <a:pt x="46" y="27"/>
                  </a:cubicBezTo>
                  <a:cubicBezTo>
                    <a:pt x="46" y="29"/>
                    <a:pt x="46" y="29"/>
                    <a:pt x="46" y="29"/>
                  </a:cubicBezTo>
                  <a:cubicBezTo>
                    <a:pt x="46" y="32"/>
                    <a:pt x="46" y="35"/>
                    <a:pt x="46" y="37"/>
                  </a:cubicBezTo>
                  <a:cubicBezTo>
                    <a:pt x="45" y="49"/>
                    <a:pt x="45" y="62"/>
                    <a:pt x="45" y="75"/>
                  </a:cubicBezTo>
                  <a:cubicBezTo>
                    <a:pt x="45" y="85"/>
                    <a:pt x="45" y="85"/>
                    <a:pt x="45" y="85"/>
                  </a:cubicBezTo>
                  <a:cubicBezTo>
                    <a:pt x="45" y="86"/>
                    <a:pt x="45" y="86"/>
                    <a:pt x="45" y="86"/>
                  </a:cubicBezTo>
                  <a:cubicBezTo>
                    <a:pt x="45" y="87"/>
                    <a:pt x="45" y="87"/>
                    <a:pt x="45" y="87"/>
                  </a:cubicBezTo>
                  <a:cubicBezTo>
                    <a:pt x="45" y="88"/>
                    <a:pt x="45" y="89"/>
                    <a:pt x="45" y="89"/>
                  </a:cubicBezTo>
                  <a:cubicBezTo>
                    <a:pt x="44" y="90"/>
                    <a:pt x="44" y="91"/>
                    <a:pt x="44" y="92"/>
                  </a:cubicBezTo>
                  <a:cubicBezTo>
                    <a:pt x="43" y="94"/>
                    <a:pt x="42" y="96"/>
                    <a:pt x="40" y="97"/>
                  </a:cubicBezTo>
                  <a:cubicBezTo>
                    <a:pt x="40" y="97"/>
                    <a:pt x="40" y="97"/>
                    <a:pt x="40" y="97"/>
                  </a:cubicBezTo>
                  <a:cubicBezTo>
                    <a:pt x="40" y="98"/>
                    <a:pt x="39" y="98"/>
                    <a:pt x="39" y="98"/>
                  </a:cubicBezTo>
                  <a:cubicBezTo>
                    <a:pt x="39" y="98"/>
                    <a:pt x="39" y="98"/>
                    <a:pt x="38" y="99"/>
                  </a:cubicBezTo>
                  <a:cubicBezTo>
                    <a:pt x="38" y="99"/>
                    <a:pt x="38" y="99"/>
                    <a:pt x="37" y="99"/>
                  </a:cubicBezTo>
                  <a:cubicBezTo>
                    <a:pt x="36" y="100"/>
                    <a:pt x="35" y="100"/>
                    <a:pt x="34" y="101"/>
                  </a:cubicBezTo>
                  <a:cubicBezTo>
                    <a:pt x="33" y="101"/>
                    <a:pt x="31" y="101"/>
                    <a:pt x="30" y="101"/>
                  </a:cubicBezTo>
                  <a:cubicBezTo>
                    <a:pt x="28" y="101"/>
                    <a:pt x="27" y="101"/>
                    <a:pt x="25" y="101"/>
                  </a:cubicBezTo>
                  <a:cubicBezTo>
                    <a:pt x="22" y="100"/>
                    <a:pt x="20" y="98"/>
                    <a:pt x="18" y="96"/>
                  </a:cubicBezTo>
                  <a:cubicBezTo>
                    <a:pt x="16" y="93"/>
                    <a:pt x="14" y="90"/>
                    <a:pt x="14" y="87"/>
                  </a:cubicBezTo>
                  <a:cubicBezTo>
                    <a:pt x="14" y="87"/>
                    <a:pt x="14" y="87"/>
                    <a:pt x="14" y="86"/>
                  </a:cubicBezTo>
                  <a:cubicBezTo>
                    <a:pt x="14" y="85"/>
                    <a:pt x="14" y="85"/>
                    <a:pt x="14" y="85"/>
                  </a:cubicBezTo>
                  <a:cubicBezTo>
                    <a:pt x="14" y="81"/>
                    <a:pt x="14" y="81"/>
                    <a:pt x="14" y="81"/>
                  </a:cubicBezTo>
                  <a:cubicBezTo>
                    <a:pt x="14" y="75"/>
                    <a:pt x="14" y="75"/>
                    <a:pt x="14" y="75"/>
                  </a:cubicBezTo>
                  <a:cubicBezTo>
                    <a:pt x="14" y="62"/>
                    <a:pt x="14" y="49"/>
                    <a:pt x="14" y="36"/>
                  </a:cubicBezTo>
                  <a:cubicBezTo>
                    <a:pt x="14" y="27"/>
                    <a:pt x="14" y="27"/>
                    <a:pt x="14" y="27"/>
                  </a:cubicBezTo>
                  <a:cubicBezTo>
                    <a:pt x="14" y="26"/>
                    <a:pt x="14" y="26"/>
                    <a:pt x="14" y="26"/>
                  </a:cubicBezTo>
                  <a:cubicBezTo>
                    <a:pt x="14" y="26"/>
                    <a:pt x="14" y="26"/>
                    <a:pt x="14" y="26"/>
                  </a:cubicBezTo>
                  <a:cubicBezTo>
                    <a:pt x="14" y="25"/>
                    <a:pt x="14" y="25"/>
                    <a:pt x="14" y="24"/>
                  </a:cubicBezTo>
                  <a:cubicBezTo>
                    <a:pt x="14" y="23"/>
                    <a:pt x="14" y="22"/>
                    <a:pt x="15" y="21"/>
                  </a:cubicBezTo>
                  <a:cubicBezTo>
                    <a:pt x="16" y="18"/>
                    <a:pt x="19" y="15"/>
                    <a:pt x="22" y="13"/>
                  </a:cubicBezTo>
                  <a:cubicBezTo>
                    <a:pt x="25" y="11"/>
                    <a:pt x="27" y="10"/>
                    <a:pt x="28" y="10"/>
                  </a:cubicBezTo>
                  <a:cubicBezTo>
                    <a:pt x="29" y="10"/>
                    <a:pt x="29" y="9"/>
                    <a:pt x="29" y="9"/>
                  </a:cubicBezTo>
                  <a:cubicBezTo>
                    <a:pt x="29" y="9"/>
                    <a:pt x="30" y="9"/>
                    <a:pt x="30" y="9"/>
                  </a:cubicBezTo>
                  <a:cubicBezTo>
                    <a:pt x="30" y="8"/>
                    <a:pt x="30" y="8"/>
                    <a:pt x="29" y="8"/>
                  </a:cubicBezTo>
                  <a:cubicBezTo>
                    <a:pt x="28" y="7"/>
                    <a:pt x="27" y="6"/>
                    <a:pt x="24" y="6"/>
                  </a:cubicBezTo>
                  <a:cubicBezTo>
                    <a:pt x="21" y="6"/>
                    <a:pt x="17" y="7"/>
                    <a:pt x="13" y="10"/>
                  </a:cubicBezTo>
                  <a:cubicBezTo>
                    <a:pt x="13" y="9"/>
                    <a:pt x="13" y="9"/>
                    <a:pt x="13" y="9"/>
                  </a:cubicBezTo>
                  <a:cubicBezTo>
                    <a:pt x="16" y="6"/>
                    <a:pt x="19" y="5"/>
                    <a:pt x="21" y="4"/>
                  </a:cubicBezTo>
                  <a:cubicBezTo>
                    <a:pt x="22" y="3"/>
                    <a:pt x="23" y="3"/>
                    <a:pt x="23" y="2"/>
                  </a:cubicBezTo>
                  <a:cubicBezTo>
                    <a:pt x="23" y="1"/>
                    <a:pt x="21" y="1"/>
                    <a:pt x="22" y="0"/>
                  </a:cubicBezTo>
                  <a:cubicBezTo>
                    <a:pt x="17" y="1"/>
                    <a:pt x="12" y="4"/>
                    <a:pt x="8" y="8"/>
                  </a:cubicBezTo>
                  <a:cubicBezTo>
                    <a:pt x="4" y="12"/>
                    <a:pt x="1" y="18"/>
                    <a:pt x="0" y="24"/>
                  </a:cubicBezTo>
                  <a:cubicBezTo>
                    <a:pt x="0" y="25"/>
                    <a:pt x="0" y="26"/>
                    <a:pt x="0" y="27"/>
                  </a:cubicBezTo>
                  <a:cubicBezTo>
                    <a:pt x="0" y="29"/>
                    <a:pt x="0" y="29"/>
                    <a:pt x="0" y="29"/>
                  </a:cubicBezTo>
                  <a:cubicBezTo>
                    <a:pt x="0" y="34"/>
                    <a:pt x="0" y="34"/>
                    <a:pt x="0" y="34"/>
                  </a:cubicBezTo>
                  <a:cubicBezTo>
                    <a:pt x="0" y="73"/>
                    <a:pt x="0" y="73"/>
                    <a:pt x="0" y="73"/>
                  </a:cubicBezTo>
                  <a:lnTo>
                    <a:pt x="0" y="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0" name="Google Shape;100;p10"/>
            <p:cNvSpPr/>
            <p:nvPr/>
          </p:nvSpPr>
          <p:spPr>
            <a:xfrm>
              <a:off x="6292851" y="2822576"/>
              <a:ext cx="49213" cy="33338"/>
            </a:xfrm>
            <a:custGeom>
              <a:rect b="b" l="l" r="r" t="t"/>
              <a:pathLst>
                <a:path extrusionOk="0" h="9" w="13">
                  <a:moveTo>
                    <a:pt x="13" y="0"/>
                  </a:moveTo>
                  <a:cubicBezTo>
                    <a:pt x="12" y="1"/>
                    <a:pt x="10" y="2"/>
                    <a:pt x="9" y="3"/>
                  </a:cubicBezTo>
                  <a:cubicBezTo>
                    <a:pt x="0" y="9"/>
                    <a:pt x="0" y="9"/>
                    <a:pt x="0" y="9"/>
                  </a:cubicBezTo>
                  <a:cubicBezTo>
                    <a:pt x="0" y="9"/>
                    <a:pt x="0" y="9"/>
                    <a:pt x="0" y="9"/>
                  </a:cubicBezTo>
                  <a:cubicBezTo>
                    <a:pt x="9" y="3"/>
                    <a:pt x="9" y="3"/>
                    <a:pt x="9" y="3"/>
                  </a:cubicBezTo>
                  <a:cubicBezTo>
                    <a:pt x="10" y="2"/>
                    <a:pt x="12" y="1"/>
                    <a:pt x="13"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1" name="Google Shape;101;p10"/>
            <p:cNvSpPr/>
            <p:nvPr/>
          </p:nvSpPr>
          <p:spPr>
            <a:xfrm>
              <a:off x="6289676" y="2833688"/>
              <a:ext cx="3175" cy="22225"/>
            </a:xfrm>
            <a:custGeom>
              <a:rect b="b" l="l" r="r" t="t"/>
              <a:pathLst>
                <a:path extrusionOk="0" h="14" w="2">
                  <a:moveTo>
                    <a:pt x="2" y="14"/>
                  </a:moveTo>
                  <a:lnTo>
                    <a:pt x="2" y="14"/>
                  </a:lnTo>
                  <a:lnTo>
                    <a:pt x="0" y="0"/>
                  </a:lnTo>
                  <a:lnTo>
                    <a:pt x="2"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2" name="Google Shape;102;p10"/>
            <p:cNvSpPr/>
            <p:nvPr/>
          </p:nvSpPr>
          <p:spPr>
            <a:xfrm>
              <a:off x="6286501" y="2674938"/>
              <a:ext cx="120650" cy="177800"/>
            </a:xfrm>
            <a:custGeom>
              <a:rect b="b" l="l" r="r" t="t"/>
              <a:pathLst>
                <a:path extrusionOk="0" h="47" w="32">
                  <a:moveTo>
                    <a:pt x="0" y="25"/>
                  </a:moveTo>
                  <a:cubicBezTo>
                    <a:pt x="0" y="23"/>
                    <a:pt x="1" y="21"/>
                    <a:pt x="1" y="18"/>
                  </a:cubicBezTo>
                  <a:cubicBezTo>
                    <a:pt x="2" y="17"/>
                    <a:pt x="2" y="16"/>
                    <a:pt x="3" y="15"/>
                  </a:cubicBezTo>
                  <a:cubicBezTo>
                    <a:pt x="3" y="14"/>
                    <a:pt x="3" y="14"/>
                    <a:pt x="3" y="14"/>
                  </a:cubicBezTo>
                  <a:cubicBezTo>
                    <a:pt x="3" y="14"/>
                    <a:pt x="3" y="14"/>
                    <a:pt x="3" y="14"/>
                  </a:cubicBezTo>
                  <a:cubicBezTo>
                    <a:pt x="3" y="13"/>
                    <a:pt x="3" y="13"/>
                    <a:pt x="3" y="13"/>
                  </a:cubicBezTo>
                  <a:cubicBezTo>
                    <a:pt x="4" y="12"/>
                    <a:pt x="4" y="12"/>
                    <a:pt x="5" y="11"/>
                  </a:cubicBezTo>
                  <a:cubicBezTo>
                    <a:pt x="5" y="11"/>
                    <a:pt x="5" y="12"/>
                    <a:pt x="5" y="12"/>
                  </a:cubicBezTo>
                  <a:cubicBezTo>
                    <a:pt x="4" y="13"/>
                    <a:pt x="4" y="14"/>
                    <a:pt x="3" y="15"/>
                  </a:cubicBezTo>
                  <a:cubicBezTo>
                    <a:pt x="3" y="16"/>
                    <a:pt x="3" y="18"/>
                    <a:pt x="2" y="19"/>
                  </a:cubicBezTo>
                  <a:cubicBezTo>
                    <a:pt x="2" y="21"/>
                    <a:pt x="1" y="23"/>
                    <a:pt x="1" y="25"/>
                  </a:cubicBezTo>
                  <a:cubicBezTo>
                    <a:pt x="1" y="29"/>
                    <a:pt x="1" y="34"/>
                    <a:pt x="1" y="38"/>
                  </a:cubicBezTo>
                  <a:cubicBezTo>
                    <a:pt x="3" y="47"/>
                    <a:pt x="3" y="47"/>
                    <a:pt x="3" y="47"/>
                  </a:cubicBezTo>
                  <a:cubicBezTo>
                    <a:pt x="11" y="41"/>
                    <a:pt x="11" y="41"/>
                    <a:pt x="11" y="41"/>
                  </a:cubicBezTo>
                  <a:cubicBezTo>
                    <a:pt x="12" y="40"/>
                    <a:pt x="13" y="39"/>
                    <a:pt x="15" y="38"/>
                  </a:cubicBezTo>
                  <a:cubicBezTo>
                    <a:pt x="15" y="39"/>
                    <a:pt x="15" y="39"/>
                    <a:pt x="15" y="39"/>
                  </a:cubicBezTo>
                  <a:cubicBezTo>
                    <a:pt x="18" y="37"/>
                    <a:pt x="21" y="34"/>
                    <a:pt x="24" y="32"/>
                  </a:cubicBezTo>
                  <a:cubicBezTo>
                    <a:pt x="25" y="30"/>
                    <a:pt x="25" y="29"/>
                    <a:pt x="25" y="27"/>
                  </a:cubicBezTo>
                  <a:cubicBezTo>
                    <a:pt x="20" y="32"/>
                    <a:pt x="15" y="36"/>
                    <a:pt x="10" y="40"/>
                  </a:cubicBezTo>
                  <a:cubicBezTo>
                    <a:pt x="4" y="44"/>
                    <a:pt x="4" y="44"/>
                    <a:pt x="4" y="44"/>
                  </a:cubicBezTo>
                  <a:cubicBezTo>
                    <a:pt x="4" y="43"/>
                    <a:pt x="4" y="43"/>
                    <a:pt x="4" y="43"/>
                  </a:cubicBezTo>
                  <a:cubicBezTo>
                    <a:pt x="10" y="40"/>
                    <a:pt x="10" y="40"/>
                    <a:pt x="10" y="40"/>
                  </a:cubicBezTo>
                  <a:cubicBezTo>
                    <a:pt x="10" y="39"/>
                    <a:pt x="10" y="39"/>
                    <a:pt x="10" y="39"/>
                  </a:cubicBezTo>
                  <a:cubicBezTo>
                    <a:pt x="13" y="38"/>
                    <a:pt x="16" y="36"/>
                    <a:pt x="18" y="34"/>
                  </a:cubicBezTo>
                  <a:cubicBezTo>
                    <a:pt x="20" y="31"/>
                    <a:pt x="22" y="29"/>
                    <a:pt x="24" y="27"/>
                  </a:cubicBezTo>
                  <a:cubicBezTo>
                    <a:pt x="25" y="26"/>
                    <a:pt x="25" y="26"/>
                    <a:pt x="25" y="26"/>
                  </a:cubicBezTo>
                  <a:cubicBezTo>
                    <a:pt x="25" y="25"/>
                    <a:pt x="25" y="25"/>
                    <a:pt x="25" y="24"/>
                  </a:cubicBezTo>
                  <a:cubicBezTo>
                    <a:pt x="24" y="22"/>
                    <a:pt x="22" y="21"/>
                    <a:pt x="20" y="22"/>
                  </a:cubicBezTo>
                  <a:cubicBezTo>
                    <a:pt x="19" y="23"/>
                    <a:pt x="19" y="24"/>
                    <a:pt x="19" y="24"/>
                  </a:cubicBezTo>
                  <a:cubicBezTo>
                    <a:pt x="18" y="24"/>
                    <a:pt x="18" y="23"/>
                    <a:pt x="17" y="23"/>
                  </a:cubicBezTo>
                  <a:cubicBezTo>
                    <a:pt x="16" y="24"/>
                    <a:pt x="15" y="26"/>
                    <a:pt x="14" y="27"/>
                  </a:cubicBezTo>
                  <a:cubicBezTo>
                    <a:pt x="14" y="27"/>
                    <a:pt x="14" y="26"/>
                    <a:pt x="14" y="26"/>
                  </a:cubicBezTo>
                  <a:cubicBezTo>
                    <a:pt x="15" y="25"/>
                    <a:pt x="16" y="24"/>
                    <a:pt x="17" y="22"/>
                  </a:cubicBezTo>
                  <a:cubicBezTo>
                    <a:pt x="16" y="22"/>
                    <a:pt x="16" y="22"/>
                    <a:pt x="15" y="22"/>
                  </a:cubicBezTo>
                  <a:cubicBezTo>
                    <a:pt x="15" y="22"/>
                    <a:pt x="15" y="21"/>
                    <a:pt x="15" y="21"/>
                  </a:cubicBezTo>
                  <a:cubicBezTo>
                    <a:pt x="15" y="20"/>
                    <a:pt x="16" y="20"/>
                    <a:pt x="16" y="20"/>
                  </a:cubicBezTo>
                  <a:cubicBezTo>
                    <a:pt x="16" y="20"/>
                    <a:pt x="16" y="20"/>
                    <a:pt x="16" y="19"/>
                  </a:cubicBezTo>
                  <a:cubicBezTo>
                    <a:pt x="16" y="19"/>
                    <a:pt x="16" y="19"/>
                    <a:pt x="16" y="19"/>
                  </a:cubicBezTo>
                  <a:cubicBezTo>
                    <a:pt x="16" y="19"/>
                    <a:pt x="16" y="19"/>
                    <a:pt x="17" y="19"/>
                  </a:cubicBezTo>
                  <a:cubicBezTo>
                    <a:pt x="17" y="19"/>
                    <a:pt x="17" y="19"/>
                    <a:pt x="17" y="19"/>
                  </a:cubicBezTo>
                  <a:cubicBezTo>
                    <a:pt x="18" y="20"/>
                    <a:pt x="18" y="20"/>
                    <a:pt x="18" y="20"/>
                  </a:cubicBezTo>
                  <a:cubicBezTo>
                    <a:pt x="19" y="20"/>
                    <a:pt x="20" y="20"/>
                    <a:pt x="21" y="20"/>
                  </a:cubicBezTo>
                  <a:cubicBezTo>
                    <a:pt x="21" y="19"/>
                    <a:pt x="22" y="18"/>
                    <a:pt x="23" y="17"/>
                  </a:cubicBezTo>
                  <a:cubicBezTo>
                    <a:pt x="24" y="17"/>
                    <a:pt x="24" y="17"/>
                    <a:pt x="24" y="17"/>
                  </a:cubicBezTo>
                  <a:cubicBezTo>
                    <a:pt x="23" y="20"/>
                    <a:pt x="24" y="20"/>
                    <a:pt x="25" y="21"/>
                  </a:cubicBezTo>
                  <a:cubicBezTo>
                    <a:pt x="25" y="21"/>
                    <a:pt x="27" y="21"/>
                    <a:pt x="27" y="22"/>
                  </a:cubicBezTo>
                  <a:cubicBezTo>
                    <a:pt x="28" y="18"/>
                    <a:pt x="28" y="15"/>
                    <a:pt x="29" y="11"/>
                  </a:cubicBezTo>
                  <a:cubicBezTo>
                    <a:pt x="29" y="11"/>
                    <a:pt x="28" y="9"/>
                    <a:pt x="28" y="8"/>
                  </a:cubicBezTo>
                  <a:cubicBezTo>
                    <a:pt x="28" y="8"/>
                    <a:pt x="28" y="7"/>
                    <a:pt x="27" y="6"/>
                  </a:cubicBezTo>
                  <a:cubicBezTo>
                    <a:pt x="27" y="6"/>
                    <a:pt x="27" y="6"/>
                    <a:pt x="27" y="5"/>
                  </a:cubicBezTo>
                  <a:cubicBezTo>
                    <a:pt x="27" y="5"/>
                    <a:pt x="27" y="5"/>
                    <a:pt x="27" y="5"/>
                  </a:cubicBezTo>
                  <a:cubicBezTo>
                    <a:pt x="26" y="5"/>
                    <a:pt x="26" y="5"/>
                    <a:pt x="26" y="5"/>
                  </a:cubicBezTo>
                  <a:cubicBezTo>
                    <a:pt x="26" y="5"/>
                    <a:pt x="26" y="5"/>
                    <a:pt x="26" y="5"/>
                  </a:cubicBezTo>
                  <a:cubicBezTo>
                    <a:pt x="32" y="8"/>
                    <a:pt x="19" y="0"/>
                    <a:pt x="20" y="1"/>
                  </a:cubicBezTo>
                  <a:cubicBezTo>
                    <a:pt x="20" y="1"/>
                    <a:pt x="20" y="1"/>
                    <a:pt x="20" y="1"/>
                  </a:cubicBezTo>
                  <a:cubicBezTo>
                    <a:pt x="20" y="1"/>
                    <a:pt x="20" y="1"/>
                    <a:pt x="20" y="1"/>
                  </a:cubicBezTo>
                  <a:cubicBezTo>
                    <a:pt x="20" y="1"/>
                    <a:pt x="20" y="1"/>
                    <a:pt x="20" y="1"/>
                  </a:cubicBezTo>
                  <a:cubicBezTo>
                    <a:pt x="18" y="1"/>
                    <a:pt x="17" y="2"/>
                    <a:pt x="15" y="2"/>
                  </a:cubicBezTo>
                  <a:cubicBezTo>
                    <a:pt x="13" y="3"/>
                    <a:pt x="11" y="4"/>
                    <a:pt x="10" y="5"/>
                  </a:cubicBezTo>
                  <a:cubicBezTo>
                    <a:pt x="8" y="7"/>
                    <a:pt x="7" y="8"/>
                    <a:pt x="5" y="10"/>
                  </a:cubicBezTo>
                  <a:cubicBezTo>
                    <a:pt x="4" y="11"/>
                    <a:pt x="4" y="12"/>
                    <a:pt x="3" y="13"/>
                  </a:cubicBezTo>
                  <a:cubicBezTo>
                    <a:pt x="3" y="13"/>
                    <a:pt x="3" y="13"/>
                    <a:pt x="3" y="14"/>
                  </a:cubicBezTo>
                  <a:cubicBezTo>
                    <a:pt x="2" y="14"/>
                    <a:pt x="2" y="14"/>
                    <a:pt x="2" y="14"/>
                  </a:cubicBezTo>
                  <a:cubicBezTo>
                    <a:pt x="2" y="15"/>
                    <a:pt x="2" y="15"/>
                    <a:pt x="2" y="16"/>
                  </a:cubicBezTo>
                  <a:cubicBezTo>
                    <a:pt x="0" y="20"/>
                    <a:pt x="0" y="23"/>
                    <a:pt x="0" y="27"/>
                  </a:cubicBezTo>
                  <a:cubicBezTo>
                    <a:pt x="0" y="31"/>
                    <a:pt x="0" y="34"/>
                    <a:pt x="0" y="38"/>
                  </a:cubicBezTo>
                  <a:cubicBezTo>
                    <a:pt x="1" y="42"/>
                    <a:pt x="1" y="42"/>
                    <a:pt x="1" y="42"/>
                  </a:cubicBezTo>
                  <a:cubicBezTo>
                    <a:pt x="1" y="38"/>
                    <a:pt x="1" y="38"/>
                    <a:pt x="1" y="38"/>
                  </a:cubicBezTo>
                  <a:cubicBezTo>
                    <a:pt x="0" y="34"/>
                    <a:pt x="0" y="29"/>
                    <a:pt x="0" y="25"/>
                  </a:cubicBezTo>
                  <a:close/>
                  <a:moveTo>
                    <a:pt x="11" y="29"/>
                  </a:moveTo>
                  <a:cubicBezTo>
                    <a:pt x="11" y="29"/>
                    <a:pt x="11" y="29"/>
                    <a:pt x="11" y="29"/>
                  </a:cubicBezTo>
                  <a:cubicBezTo>
                    <a:pt x="11" y="29"/>
                    <a:pt x="11" y="29"/>
                    <a:pt x="11" y="29"/>
                  </a:cubicBezTo>
                  <a:cubicBezTo>
                    <a:pt x="11" y="29"/>
                    <a:pt x="11" y="29"/>
                    <a:pt x="11" y="29"/>
                  </a:cubicBezTo>
                  <a:cubicBezTo>
                    <a:pt x="11" y="29"/>
                    <a:pt x="11" y="29"/>
                    <a:pt x="11" y="29"/>
                  </a:cubicBezTo>
                  <a:close/>
                  <a:moveTo>
                    <a:pt x="3" y="37"/>
                  </a:moveTo>
                  <a:cubicBezTo>
                    <a:pt x="2" y="33"/>
                    <a:pt x="2" y="28"/>
                    <a:pt x="3" y="24"/>
                  </a:cubicBezTo>
                  <a:cubicBezTo>
                    <a:pt x="2" y="28"/>
                    <a:pt x="3" y="33"/>
                    <a:pt x="3" y="37"/>
                  </a:cubicBezTo>
                  <a:cubicBezTo>
                    <a:pt x="4" y="42"/>
                    <a:pt x="4" y="42"/>
                    <a:pt x="4" y="42"/>
                  </a:cubicBezTo>
                  <a:lnTo>
                    <a:pt x="3" y="37"/>
                  </a:lnTo>
                  <a:close/>
                  <a:moveTo>
                    <a:pt x="6" y="32"/>
                  </a:moveTo>
                  <a:cubicBezTo>
                    <a:pt x="6" y="32"/>
                    <a:pt x="6" y="32"/>
                    <a:pt x="6" y="32"/>
                  </a:cubicBezTo>
                  <a:cubicBezTo>
                    <a:pt x="6" y="33"/>
                    <a:pt x="5" y="33"/>
                    <a:pt x="5" y="33"/>
                  </a:cubicBezTo>
                  <a:cubicBezTo>
                    <a:pt x="5" y="33"/>
                    <a:pt x="5" y="33"/>
                    <a:pt x="5" y="33"/>
                  </a:cubicBezTo>
                  <a:cubicBezTo>
                    <a:pt x="5" y="33"/>
                    <a:pt x="6" y="33"/>
                    <a:pt x="6" y="32"/>
                  </a:cubicBezTo>
                  <a:close/>
                  <a:moveTo>
                    <a:pt x="11" y="36"/>
                  </a:moveTo>
                  <a:cubicBezTo>
                    <a:pt x="11" y="35"/>
                    <a:pt x="11" y="35"/>
                    <a:pt x="11" y="34"/>
                  </a:cubicBezTo>
                  <a:cubicBezTo>
                    <a:pt x="11" y="34"/>
                    <a:pt x="11" y="34"/>
                    <a:pt x="11" y="34"/>
                  </a:cubicBezTo>
                  <a:cubicBezTo>
                    <a:pt x="11" y="35"/>
                    <a:pt x="11" y="35"/>
                    <a:pt x="11" y="36"/>
                  </a:cubicBezTo>
                  <a:close/>
                  <a:moveTo>
                    <a:pt x="21" y="15"/>
                  </a:moveTo>
                  <a:cubicBezTo>
                    <a:pt x="21" y="15"/>
                    <a:pt x="21" y="15"/>
                    <a:pt x="21" y="15"/>
                  </a:cubicBezTo>
                  <a:cubicBezTo>
                    <a:pt x="21" y="15"/>
                    <a:pt x="21" y="15"/>
                    <a:pt x="21" y="1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3" name="Google Shape;103;p10"/>
            <p:cNvSpPr/>
            <p:nvPr/>
          </p:nvSpPr>
          <p:spPr>
            <a:xfrm>
              <a:off x="5940426" y="2652713"/>
              <a:ext cx="112713" cy="173038"/>
            </a:xfrm>
            <a:custGeom>
              <a:rect b="b" l="l" r="r" t="t"/>
              <a:pathLst>
                <a:path extrusionOk="0" h="46" w="30">
                  <a:moveTo>
                    <a:pt x="15" y="42"/>
                  </a:moveTo>
                  <a:cubicBezTo>
                    <a:pt x="15" y="42"/>
                    <a:pt x="15" y="42"/>
                    <a:pt x="15" y="42"/>
                  </a:cubicBezTo>
                  <a:cubicBezTo>
                    <a:pt x="15" y="42"/>
                    <a:pt x="15" y="42"/>
                    <a:pt x="15" y="42"/>
                  </a:cubicBezTo>
                  <a:cubicBezTo>
                    <a:pt x="15" y="42"/>
                    <a:pt x="15" y="42"/>
                    <a:pt x="15" y="42"/>
                  </a:cubicBezTo>
                  <a:cubicBezTo>
                    <a:pt x="15" y="42"/>
                    <a:pt x="15" y="42"/>
                    <a:pt x="15" y="42"/>
                  </a:cubicBezTo>
                  <a:cubicBezTo>
                    <a:pt x="16" y="41"/>
                    <a:pt x="16" y="41"/>
                    <a:pt x="16" y="41"/>
                  </a:cubicBezTo>
                  <a:cubicBezTo>
                    <a:pt x="18" y="39"/>
                    <a:pt x="20" y="36"/>
                    <a:pt x="22" y="34"/>
                  </a:cubicBezTo>
                  <a:cubicBezTo>
                    <a:pt x="24" y="32"/>
                    <a:pt x="25" y="29"/>
                    <a:pt x="25" y="27"/>
                  </a:cubicBezTo>
                  <a:cubicBezTo>
                    <a:pt x="22" y="30"/>
                    <a:pt x="20" y="33"/>
                    <a:pt x="17" y="36"/>
                  </a:cubicBezTo>
                  <a:cubicBezTo>
                    <a:pt x="16" y="37"/>
                    <a:pt x="16" y="38"/>
                    <a:pt x="15" y="38"/>
                  </a:cubicBezTo>
                  <a:cubicBezTo>
                    <a:pt x="15" y="37"/>
                    <a:pt x="15" y="37"/>
                    <a:pt x="15" y="37"/>
                  </a:cubicBezTo>
                  <a:cubicBezTo>
                    <a:pt x="15" y="36"/>
                    <a:pt x="15" y="36"/>
                    <a:pt x="14" y="36"/>
                  </a:cubicBezTo>
                  <a:cubicBezTo>
                    <a:pt x="14" y="36"/>
                    <a:pt x="14" y="36"/>
                    <a:pt x="14" y="36"/>
                  </a:cubicBezTo>
                  <a:cubicBezTo>
                    <a:pt x="13" y="37"/>
                    <a:pt x="13" y="37"/>
                    <a:pt x="13" y="37"/>
                  </a:cubicBezTo>
                  <a:cubicBezTo>
                    <a:pt x="12" y="38"/>
                    <a:pt x="11" y="39"/>
                    <a:pt x="10" y="40"/>
                  </a:cubicBezTo>
                  <a:cubicBezTo>
                    <a:pt x="9" y="41"/>
                    <a:pt x="8" y="42"/>
                    <a:pt x="7" y="43"/>
                  </a:cubicBezTo>
                  <a:cubicBezTo>
                    <a:pt x="7" y="43"/>
                    <a:pt x="7" y="43"/>
                    <a:pt x="7" y="43"/>
                  </a:cubicBezTo>
                  <a:cubicBezTo>
                    <a:pt x="7" y="43"/>
                    <a:pt x="7" y="43"/>
                    <a:pt x="7" y="43"/>
                  </a:cubicBezTo>
                  <a:cubicBezTo>
                    <a:pt x="7" y="43"/>
                    <a:pt x="7" y="43"/>
                    <a:pt x="7" y="43"/>
                  </a:cubicBezTo>
                  <a:cubicBezTo>
                    <a:pt x="7" y="42"/>
                    <a:pt x="7" y="42"/>
                    <a:pt x="7" y="42"/>
                  </a:cubicBezTo>
                  <a:cubicBezTo>
                    <a:pt x="6" y="41"/>
                    <a:pt x="6" y="41"/>
                    <a:pt x="6" y="41"/>
                  </a:cubicBezTo>
                  <a:cubicBezTo>
                    <a:pt x="6" y="40"/>
                    <a:pt x="6" y="40"/>
                    <a:pt x="5" y="39"/>
                  </a:cubicBezTo>
                  <a:cubicBezTo>
                    <a:pt x="5" y="38"/>
                    <a:pt x="5" y="37"/>
                    <a:pt x="5" y="36"/>
                  </a:cubicBezTo>
                  <a:cubicBezTo>
                    <a:pt x="5" y="36"/>
                    <a:pt x="5" y="36"/>
                    <a:pt x="5" y="36"/>
                  </a:cubicBezTo>
                  <a:cubicBezTo>
                    <a:pt x="5" y="36"/>
                    <a:pt x="4" y="36"/>
                    <a:pt x="4" y="36"/>
                  </a:cubicBezTo>
                  <a:cubicBezTo>
                    <a:pt x="4" y="37"/>
                    <a:pt x="4" y="37"/>
                    <a:pt x="4" y="37"/>
                  </a:cubicBezTo>
                  <a:cubicBezTo>
                    <a:pt x="4" y="37"/>
                    <a:pt x="4" y="37"/>
                    <a:pt x="4" y="37"/>
                  </a:cubicBezTo>
                  <a:cubicBezTo>
                    <a:pt x="4" y="37"/>
                    <a:pt x="4" y="37"/>
                    <a:pt x="4" y="37"/>
                  </a:cubicBezTo>
                  <a:cubicBezTo>
                    <a:pt x="4" y="36"/>
                    <a:pt x="3" y="36"/>
                    <a:pt x="3" y="36"/>
                  </a:cubicBezTo>
                  <a:cubicBezTo>
                    <a:pt x="3" y="34"/>
                    <a:pt x="3" y="32"/>
                    <a:pt x="3" y="31"/>
                  </a:cubicBezTo>
                  <a:cubicBezTo>
                    <a:pt x="3" y="32"/>
                    <a:pt x="3" y="33"/>
                    <a:pt x="3" y="35"/>
                  </a:cubicBezTo>
                  <a:cubicBezTo>
                    <a:pt x="4" y="36"/>
                    <a:pt x="4" y="36"/>
                    <a:pt x="4" y="36"/>
                  </a:cubicBezTo>
                  <a:cubicBezTo>
                    <a:pt x="4" y="36"/>
                    <a:pt x="4" y="36"/>
                    <a:pt x="4" y="36"/>
                  </a:cubicBezTo>
                  <a:cubicBezTo>
                    <a:pt x="4" y="36"/>
                    <a:pt x="4" y="36"/>
                    <a:pt x="4" y="36"/>
                  </a:cubicBezTo>
                  <a:cubicBezTo>
                    <a:pt x="4" y="36"/>
                    <a:pt x="4" y="37"/>
                    <a:pt x="4" y="37"/>
                  </a:cubicBezTo>
                  <a:cubicBezTo>
                    <a:pt x="4" y="36"/>
                    <a:pt x="4" y="36"/>
                    <a:pt x="4"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5" y="37"/>
                    <a:pt x="5" y="37"/>
                    <a:pt x="5" y="37"/>
                  </a:cubicBezTo>
                  <a:cubicBezTo>
                    <a:pt x="6" y="39"/>
                    <a:pt x="6" y="40"/>
                    <a:pt x="7" y="41"/>
                  </a:cubicBezTo>
                  <a:cubicBezTo>
                    <a:pt x="7" y="42"/>
                    <a:pt x="7" y="42"/>
                    <a:pt x="7" y="42"/>
                  </a:cubicBezTo>
                  <a:cubicBezTo>
                    <a:pt x="7" y="43"/>
                    <a:pt x="7" y="43"/>
                    <a:pt x="7" y="43"/>
                  </a:cubicBezTo>
                  <a:cubicBezTo>
                    <a:pt x="7" y="43"/>
                    <a:pt x="7" y="42"/>
                    <a:pt x="8" y="42"/>
                  </a:cubicBezTo>
                  <a:cubicBezTo>
                    <a:pt x="8" y="42"/>
                    <a:pt x="8" y="42"/>
                    <a:pt x="9" y="41"/>
                  </a:cubicBezTo>
                  <a:cubicBezTo>
                    <a:pt x="12" y="38"/>
                    <a:pt x="12" y="38"/>
                    <a:pt x="12" y="38"/>
                  </a:cubicBezTo>
                  <a:cubicBezTo>
                    <a:pt x="14" y="36"/>
                    <a:pt x="14" y="36"/>
                    <a:pt x="14" y="36"/>
                  </a:cubicBezTo>
                  <a:cubicBezTo>
                    <a:pt x="14" y="36"/>
                    <a:pt x="14" y="36"/>
                    <a:pt x="14" y="36"/>
                  </a:cubicBezTo>
                  <a:cubicBezTo>
                    <a:pt x="14" y="36"/>
                    <a:pt x="14" y="36"/>
                    <a:pt x="14" y="36"/>
                  </a:cubicBezTo>
                  <a:cubicBezTo>
                    <a:pt x="15" y="36"/>
                    <a:pt x="15" y="36"/>
                    <a:pt x="15" y="36"/>
                  </a:cubicBezTo>
                  <a:cubicBezTo>
                    <a:pt x="15" y="38"/>
                    <a:pt x="15" y="38"/>
                    <a:pt x="15" y="38"/>
                  </a:cubicBezTo>
                  <a:cubicBezTo>
                    <a:pt x="15" y="38"/>
                    <a:pt x="15" y="38"/>
                    <a:pt x="15" y="38"/>
                  </a:cubicBezTo>
                  <a:cubicBezTo>
                    <a:pt x="15" y="38"/>
                    <a:pt x="15" y="38"/>
                    <a:pt x="15" y="38"/>
                  </a:cubicBezTo>
                  <a:cubicBezTo>
                    <a:pt x="15" y="38"/>
                    <a:pt x="15" y="38"/>
                    <a:pt x="15" y="38"/>
                  </a:cubicBezTo>
                  <a:cubicBezTo>
                    <a:pt x="15" y="38"/>
                    <a:pt x="15" y="38"/>
                    <a:pt x="15" y="38"/>
                  </a:cubicBezTo>
                  <a:cubicBezTo>
                    <a:pt x="16" y="37"/>
                    <a:pt x="16" y="37"/>
                    <a:pt x="16" y="37"/>
                  </a:cubicBezTo>
                  <a:cubicBezTo>
                    <a:pt x="16" y="37"/>
                    <a:pt x="16" y="37"/>
                    <a:pt x="16" y="37"/>
                  </a:cubicBezTo>
                  <a:cubicBezTo>
                    <a:pt x="19" y="33"/>
                    <a:pt x="22" y="30"/>
                    <a:pt x="25" y="26"/>
                  </a:cubicBezTo>
                  <a:cubicBezTo>
                    <a:pt x="26" y="25"/>
                    <a:pt x="26" y="25"/>
                    <a:pt x="26" y="25"/>
                  </a:cubicBezTo>
                  <a:cubicBezTo>
                    <a:pt x="26" y="24"/>
                    <a:pt x="26" y="23"/>
                    <a:pt x="26" y="22"/>
                  </a:cubicBezTo>
                  <a:cubicBezTo>
                    <a:pt x="26" y="21"/>
                    <a:pt x="25" y="20"/>
                    <a:pt x="24" y="20"/>
                  </a:cubicBezTo>
                  <a:cubicBezTo>
                    <a:pt x="23" y="19"/>
                    <a:pt x="22" y="19"/>
                    <a:pt x="21" y="20"/>
                  </a:cubicBezTo>
                  <a:cubicBezTo>
                    <a:pt x="21" y="20"/>
                    <a:pt x="20" y="22"/>
                    <a:pt x="20" y="22"/>
                  </a:cubicBezTo>
                  <a:cubicBezTo>
                    <a:pt x="20" y="21"/>
                    <a:pt x="19" y="20"/>
                    <a:pt x="19" y="20"/>
                  </a:cubicBezTo>
                  <a:cubicBezTo>
                    <a:pt x="17" y="22"/>
                    <a:pt x="16" y="24"/>
                    <a:pt x="14" y="25"/>
                  </a:cubicBezTo>
                  <a:cubicBezTo>
                    <a:pt x="14" y="25"/>
                    <a:pt x="13" y="26"/>
                    <a:pt x="13" y="26"/>
                  </a:cubicBezTo>
                  <a:cubicBezTo>
                    <a:pt x="13" y="27"/>
                    <a:pt x="13" y="27"/>
                    <a:pt x="12" y="27"/>
                  </a:cubicBezTo>
                  <a:cubicBezTo>
                    <a:pt x="12" y="27"/>
                    <a:pt x="12" y="27"/>
                    <a:pt x="12" y="27"/>
                  </a:cubicBezTo>
                  <a:cubicBezTo>
                    <a:pt x="12" y="27"/>
                    <a:pt x="12" y="27"/>
                    <a:pt x="12" y="27"/>
                  </a:cubicBezTo>
                  <a:cubicBezTo>
                    <a:pt x="12" y="27"/>
                    <a:pt x="12" y="27"/>
                    <a:pt x="12" y="27"/>
                  </a:cubicBezTo>
                  <a:cubicBezTo>
                    <a:pt x="12" y="25"/>
                    <a:pt x="12" y="23"/>
                    <a:pt x="12" y="21"/>
                  </a:cubicBezTo>
                  <a:cubicBezTo>
                    <a:pt x="12" y="23"/>
                    <a:pt x="12" y="24"/>
                    <a:pt x="12" y="26"/>
                  </a:cubicBezTo>
                  <a:cubicBezTo>
                    <a:pt x="12" y="27"/>
                    <a:pt x="12" y="27"/>
                    <a:pt x="12" y="27"/>
                  </a:cubicBezTo>
                  <a:cubicBezTo>
                    <a:pt x="12" y="27"/>
                    <a:pt x="12" y="27"/>
                    <a:pt x="12" y="27"/>
                  </a:cubicBezTo>
                  <a:cubicBezTo>
                    <a:pt x="12" y="26"/>
                    <a:pt x="12" y="26"/>
                    <a:pt x="12" y="26"/>
                  </a:cubicBezTo>
                  <a:cubicBezTo>
                    <a:pt x="13" y="26"/>
                    <a:pt x="13" y="26"/>
                    <a:pt x="13" y="26"/>
                  </a:cubicBezTo>
                  <a:cubicBezTo>
                    <a:pt x="13" y="26"/>
                    <a:pt x="14" y="25"/>
                    <a:pt x="14" y="25"/>
                  </a:cubicBezTo>
                  <a:cubicBezTo>
                    <a:pt x="16" y="23"/>
                    <a:pt x="17" y="21"/>
                    <a:pt x="19" y="19"/>
                  </a:cubicBezTo>
                  <a:cubicBezTo>
                    <a:pt x="18" y="19"/>
                    <a:pt x="18" y="18"/>
                    <a:pt x="17" y="18"/>
                  </a:cubicBezTo>
                  <a:cubicBezTo>
                    <a:pt x="17" y="18"/>
                    <a:pt x="17" y="18"/>
                    <a:pt x="16" y="19"/>
                  </a:cubicBezTo>
                  <a:cubicBezTo>
                    <a:pt x="16" y="19"/>
                    <a:pt x="16" y="20"/>
                    <a:pt x="15" y="20"/>
                  </a:cubicBezTo>
                  <a:cubicBezTo>
                    <a:pt x="15" y="20"/>
                    <a:pt x="15" y="20"/>
                    <a:pt x="15" y="20"/>
                  </a:cubicBezTo>
                  <a:cubicBezTo>
                    <a:pt x="15" y="20"/>
                    <a:pt x="15" y="20"/>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8"/>
                    <a:pt x="14" y="17"/>
                    <a:pt x="15" y="16"/>
                  </a:cubicBezTo>
                  <a:cubicBezTo>
                    <a:pt x="15" y="16"/>
                    <a:pt x="15" y="16"/>
                    <a:pt x="15" y="16"/>
                  </a:cubicBezTo>
                  <a:cubicBezTo>
                    <a:pt x="15" y="16"/>
                    <a:pt x="15" y="15"/>
                    <a:pt x="15" y="15"/>
                  </a:cubicBezTo>
                  <a:cubicBezTo>
                    <a:pt x="15" y="15"/>
                    <a:pt x="16" y="15"/>
                    <a:pt x="16" y="15"/>
                  </a:cubicBezTo>
                  <a:cubicBezTo>
                    <a:pt x="16" y="15"/>
                    <a:pt x="16" y="15"/>
                    <a:pt x="16" y="15"/>
                  </a:cubicBezTo>
                  <a:cubicBezTo>
                    <a:pt x="16" y="15"/>
                    <a:pt x="16" y="15"/>
                    <a:pt x="17" y="16"/>
                  </a:cubicBezTo>
                  <a:cubicBezTo>
                    <a:pt x="17" y="16"/>
                    <a:pt x="17" y="16"/>
                    <a:pt x="18" y="16"/>
                  </a:cubicBezTo>
                  <a:cubicBezTo>
                    <a:pt x="18" y="17"/>
                    <a:pt x="18" y="17"/>
                    <a:pt x="18" y="17"/>
                  </a:cubicBezTo>
                  <a:cubicBezTo>
                    <a:pt x="18" y="17"/>
                    <a:pt x="19" y="17"/>
                    <a:pt x="19" y="17"/>
                  </a:cubicBezTo>
                  <a:cubicBezTo>
                    <a:pt x="19" y="17"/>
                    <a:pt x="19" y="17"/>
                    <a:pt x="20" y="17"/>
                  </a:cubicBezTo>
                  <a:cubicBezTo>
                    <a:pt x="20" y="18"/>
                    <a:pt x="21" y="17"/>
                    <a:pt x="22" y="17"/>
                  </a:cubicBezTo>
                  <a:cubicBezTo>
                    <a:pt x="23" y="16"/>
                    <a:pt x="24" y="15"/>
                    <a:pt x="24" y="14"/>
                  </a:cubicBezTo>
                  <a:cubicBezTo>
                    <a:pt x="25" y="13"/>
                    <a:pt x="25" y="13"/>
                    <a:pt x="25" y="13"/>
                  </a:cubicBezTo>
                  <a:cubicBezTo>
                    <a:pt x="25" y="15"/>
                    <a:pt x="25" y="16"/>
                    <a:pt x="25" y="17"/>
                  </a:cubicBezTo>
                  <a:cubicBezTo>
                    <a:pt x="25" y="17"/>
                    <a:pt x="26" y="18"/>
                    <a:pt x="26" y="18"/>
                  </a:cubicBezTo>
                  <a:cubicBezTo>
                    <a:pt x="27" y="18"/>
                    <a:pt x="28" y="18"/>
                    <a:pt x="29" y="18"/>
                  </a:cubicBezTo>
                  <a:cubicBezTo>
                    <a:pt x="29" y="16"/>
                    <a:pt x="30" y="14"/>
                    <a:pt x="30" y="11"/>
                  </a:cubicBezTo>
                  <a:cubicBezTo>
                    <a:pt x="30" y="9"/>
                    <a:pt x="30" y="6"/>
                    <a:pt x="29" y="4"/>
                  </a:cubicBezTo>
                  <a:cubicBezTo>
                    <a:pt x="29" y="4"/>
                    <a:pt x="29" y="3"/>
                    <a:pt x="28" y="2"/>
                  </a:cubicBezTo>
                  <a:cubicBezTo>
                    <a:pt x="28" y="2"/>
                    <a:pt x="27" y="1"/>
                    <a:pt x="27" y="1"/>
                  </a:cubicBezTo>
                  <a:cubicBezTo>
                    <a:pt x="26" y="0"/>
                    <a:pt x="24" y="0"/>
                    <a:pt x="23" y="0"/>
                  </a:cubicBezTo>
                  <a:cubicBezTo>
                    <a:pt x="21" y="0"/>
                    <a:pt x="20" y="0"/>
                    <a:pt x="18" y="0"/>
                  </a:cubicBezTo>
                  <a:cubicBezTo>
                    <a:pt x="15" y="1"/>
                    <a:pt x="11" y="3"/>
                    <a:pt x="8" y="7"/>
                  </a:cubicBezTo>
                  <a:cubicBezTo>
                    <a:pt x="4" y="10"/>
                    <a:pt x="2" y="15"/>
                    <a:pt x="1" y="18"/>
                  </a:cubicBezTo>
                  <a:cubicBezTo>
                    <a:pt x="0" y="22"/>
                    <a:pt x="0" y="25"/>
                    <a:pt x="0" y="28"/>
                  </a:cubicBezTo>
                  <a:cubicBezTo>
                    <a:pt x="0" y="31"/>
                    <a:pt x="0" y="33"/>
                    <a:pt x="0" y="36"/>
                  </a:cubicBezTo>
                  <a:cubicBezTo>
                    <a:pt x="1" y="37"/>
                    <a:pt x="1" y="38"/>
                    <a:pt x="1" y="39"/>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3" y="39"/>
                    <a:pt x="3" y="39"/>
                    <a:pt x="3" y="39"/>
                  </a:cubicBezTo>
                  <a:cubicBezTo>
                    <a:pt x="3" y="39"/>
                    <a:pt x="3" y="39"/>
                    <a:pt x="3" y="39"/>
                  </a:cubicBezTo>
                  <a:cubicBezTo>
                    <a:pt x="4" y="40"/>
                    <a:pt x="4" y="40"/>
                    <a:pt x="4" y="40"/>
                  </a:cubicBezTo>
                  <a:cubicBezTo>
                    <a:pt x="4" y="41"/>
                    <a:pt x="5" y="42"/>
                    <a:pt x="5" y="43"/>
                  </a:cubicBezTo>
                  <a:cubicBezTo>
                    <a:pt x="5" y="43"/>
                    <a:pt x="5" y="44"/>
                    <a:pt x="6" y="44"/>
                  </a:cubicBezTo>
                  <a:cubicBezTo>
                    <a:pt x="6" y="45"/>
                    <a:pt x="6" y="45"/>
                    <a:pt x="6" y="45"/>
                  </a:cubicBezTo>
                  <a:cubicBezTo>
                    <a:pt x="6" y="45"/>
                    <a:pt x="6" y="46"/>
                    <a:pt x="7" y="45"/>
                  </a:cubicBezTo>
                  <a:cubicBezTo>
                    <a:pt x="8" y="44"/>
                    <a:pt x="9" y="42"/>
                    <a:pt x="11" y="41"/>
                  </a:cubicBezTo>
                  <a:cubicBezTo>
                    <a:pt x="10" y="42"/>
                    <a:pt x="9" y="43"/>
                    <a:pt x="8" y="44"/>
                  </a:cubicBezTo>
                  <a:cubicBezTo>
                    <a:pt x="7" y="45"/>
                    <a:pt x="7" y="45"/>
                    <a:pt x="7" y="45"/>
                  </a:cubicBezTo>
                  <a:cubicBezTo>
                    <a:pt x="6" y="45"/>
                    <a:pt x="6" y="45"/>
                    <a:pt x="6" y="45"/>
                  </a:cubicBezTo>
                  <a:cubicBezTo>
                    <a:pt x="6" y="45"/>
                    <a:pt x="6" y="45"/>
                    <a:pt x="6" y="45"/>
                  </a:cubicBezTo>
                  <a:cubicBezTo>
                    <a:pt x="6" y="44"/>
                    <a:pt x="6" y="44"/>
                    <a:pt x="6" y="44"/>
                  </a:cubicBezTo>
                  <a:cubicBezTo>
                    <a:pt x="5" y="43"/>
                    <a:pt x="5" y="41"/>
                    <a:pt x="4" y="40"/>
                  </a:cubicBezTo>
                  <a:cubicBezTo>
                    <a:pt x="4" y="39"/>
                    <a:pt x="4" y="39"/>
                    <a:pt x="4" y="39"/>
                  </a:cubicBezTo>
                  <a:cubicBezTo>
                    <a:pt x="4" y="38"/>
                    <a:pt x="4" y="38"/>
                    <a:pt x="4" y="38"/>
                  </a:cubicBezTo>
                  <a:cubicBezTo>
                    <a:pt x="4" y="38"/>
                    <a:pt x="4" y="38"/>
                    <a:pt x="4" y="38"/>
                  </a:cubicBezTo>
                  <a:cubicBezTo>
                    <a:pt x="3" y="39"/>
                    <a:pt x="3" y="39"/>
                    <a:pt x="3" y="39"/>
                  </a:cubicBezTo>
                  <a:cubicBezTo>
                    <a:pt x="2" y="39"/>
                    <a:pt x="2" y="39"/>
                    <a:pt x="2" y="39"/>
                  </a:cubicBezTo>
                  <a:cubicBezTo>
                    <a:pt x="2" y="40"/>
                    <a:pt x="2" y="40"/>
                    <a:pt x="2" y="40"/>
                  </a:cubicBezTo>
                  <a:cubicBezTo>
                    <a:pt x="2" y="40"/>
                    <a:pt x="2" y="40"/>
                    <a:pt x="2" y="40"/>
                  </a:cubicBezTo>
                  <a:cubicBezTo>
                    <a:pt x="2" y="39"/>
                    <a:pt x="2" y="39"/>
                    <a:pt x="2" y="39"/>
                  </a:cubicBezTo>
                  <a:cubicBezTo>
                    <a:pt x="2" y="38"/>
                    <a:pt x="2" y="38"/>
                    <a:pt x="2" y="38"/>
                  </a:cubicBezTo>
                  <a:cubicBezTo>
                    <a:pt x="1" y="35"/>
                    <a:pt x="0" y="33"/>
                    <a:pt x="0" y="29"/>
                  </a:cubicBezTo>
                  <a:cubicBezTo>
                    <a:pt x="0" y="26"/>
                    <a:pt x="0" y="22"/>
                    <a:pt x="2" y="17"/>
                  </a:cubicBezTo>
                  <a:cubicBezTo>
                    <a:pt x="2" y="17"/>
                    <a:pt x="2" y="18"/>
                    <a:pt x="3" y="17"/>
                  </a:cubicBezTo>
                  <a:cubicBezTo>
                    <a:pt x="2" y="22"/>
                    <a:pt x="1" y="25"/>
                    <a:pt x="1" y="28"/>
                  </a:cubicBezTo>
                  <a:cubicBezTo>
                    <a:pt x="1" y="32"/>
                    <a:pt x="2" y="35"/>
                    <a:pt x="2" y="37"/>
                  </a:cubicBezTo>
                  <a:cubicBezTo>
                    <a:pt x="2" y="38"/>
                    <a:pt x="2" y="40"/>
                    <a:pt x="4" y="38"/>
                  </a:cubicBezTo>
                  <a:cubicBezTo>
                    <a:pt x="4" y="38"/>
                    <a:pt x="4" y="38"/>
                    <a:pt x="4" y="38"/>
                  </a:cubicBezTo>
                  <a:cubicBezTo>
                    <a:pt x="4" y="38"/>
                    <a:pt x="4" y="38"/>
                    <a:pt x="4" y="38"/>
                  </a:cubicBezTo>
                  <a:cubicBezTo>
                    <a:pt x="4" y="38"/>
                    <a:pt x="4" y="38"/>
                    <a:pt x="4" y="38"/>
                  </a:cubicBezTo>
                  <a:cubicBezTo>
                    <a:pt x="4" y="39"/>
                    <a:pt x="4" y="39"/>
                    <a:pt x="4" y="39"/>
                  </a:cubicBezTo>
                  <a:cubicBezTo>
                    <a:pt x="4" y="40"/>
                    <a:pt x="4" y="40"/>
                    <a:pt x="4" y="40"/>
                  </a:cubicBezTo>
                  <a:cubicBezTo>
                    <a:pt x="5" y="41"/>
                    <a:pt x="5" y="42"/>
                    <a:pt x="6" y="44"/>
                  </a:cubicBezTo>
                  <a:cubicBezTo>
                    <a:pt x="7" y="44"/>
                    <a:pt x="7" y="44"/>
                    <a:pt x="7" y="44"/>
                  </a:cubicBezTo>
                  <a:cubicBezTo>
                    <a:pt x="7" y="45"/>
                    <a:pt x="7" y="44"/>
                    <a:pt x="7" y="44"/>
                  </a:cubicBezTo>
                  <a:cubicBezTo>
                    <a:pt x="7" y="44"/>
                    <a:pt x="7" y="44"/>
                    <a:pt x="7" y="44"/>
                  </a:cubicBezTo>
                  <a:cubicBezTo>
                    <a:pt x="9" y="43"/>
                    <a:pt x="9" y="43"/>
                    <a:pt x="9" y="43"/>
                  </a:cubicBezTo>
                  <a:cubicBezTo>
                    <a:pt x="10" y="42"/>
                    <a:pt x="11" y="41"/>
                    <a:pt x="12" y="40"/>
                  </a:cubicBezTo>
                  <a:cubicBezTo>
                    <a:pt x="11" y="41"/>
                    <a:pt x="11" y="41"/>
                    <a:pt x="11" y="41"/>
                  </a:cubicBezTo>
                  <a:cubicBezTo>
                    <a:pt x="14" y="39"/>
                    <a:pt x="14" y="39"/>
                    <a:pt x="14" y="39"/>
                  </a:cubicBezTo>
                  <a:cubicBezTo>
                    <a:pt x="14" y="38"/>
                    <a:pt x="14" y="38"/>
                    <a:pt x="14" y="38"/>
                  </a:cubicBezTo>
                  <a:cubicBezTo>
                    <a:pt x="14" y="38"/>
                    <a:pt x="14" y="38"/>
                    <a:pt x="14" y="38"/>
                  </a:cubicBezTo>
                  <a:cubicBezTo>
                    <a:pt x="14" y="38"/>
                    <a:pt x="14" y="38"/>
                    <a:pt x="14" y="38"/>
                  </a:cubicBezTo>
                  <a:cubicBezTo>
                    <a:pt x="14" y="39"/>
                    <a:pt x="14" y="39"/>
                    <a:pt x="14" y="39"/>
                  </a:cubicBezTo>
                  <a:cubicBezTo>
                    <a:pt x="15" y="40"/>
                    <a:pt x="15" y="40"/>
                    <a:pt x="15" y="40"/>
                  </a:cubicBezTo>
                  <a:cubicBezTo>
                    <a:pt x="15" y="42"/>
                    <a:pt x="15" y="42"/>
                    <a:pt x="15" y="42"/>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4" name="Google Shape;104;p10"/>
            <p:cNvSpPr/>
            <p:nvPr/>
          </p:nvSpPr>
          <p:spPr>
            <a:xfrm>
              <a:off x="5534026" y="2908301"/>
              <a:ext cx="160338" cy="146050"/>
            </a:xfrm>
            <a:custGeom>
              <a:rect b="b" l="l" r="r" t="t"/>
              <a:pathLst>
                <a:path extrusionOk="0" h="39" w="43">
                  <a:moveTo>
                    <a:pt x="43" y="33"/>
                  </a:moveTo>
                  <a:cubicBezTo>
                    <a:pt x="42" y="31"/>
                    <a:pt x="42" y="31"/>
                    <a:pt x="42" y="31"/>
                  </a:cubicBezTo>
                  <a:cubicBezTo>
                    <a:pt x="42" y="31"/>
                    <a:pt x="42" y="31"/>
                    <a:pt x="42" y="30"/>
                  </a:cubicBezTo>
                  <a:cubicBezTo>
                    <a:pt x="41" y="29"/>
                    <a:pt x="41" y="29"/>
                    <a:pt x="41" y="29"/>
                  </a:cubicBezTo>
                  <a:cubicBezTo>
                    <a:pt x="40" y="27"/>
                    <a:pt x="40" y="27"/>
                    <a:pt x="40" y="27"/>
                  </a:cubicBezTo>
                  <a:cubicBezTo>
                    <a:pt x="38" y="23"/>
                    <a:pt x="38" y="23"/>
                    <a:pt x="38" y="23"/>
                  </a:cubicBezTo>
                  <a:cubicBezTo>
                    <a:pt x="39" y="24"/>
                    <a:pt x="40" y="26"/>
                    <a:pt x="41" y="28"/>
                  </a:cubicBezTo>
                  <a:cubicBezTo>
                    <a:pt x="42" y="31"/>
                    <a:pt x="42" y="31"/>
                    <a:pt x="42" y="31"/>
                  </a:cubicBezTo>
                  <a:cubicBezTo>
                    <a:pt x="43" y="33"/>
                    <a:pt x="43" y="33"/>
                    <a:pt x="43" y="33"/>
                  </a:cubicBezTo>
                  <a:cubicBezTo>
                    <a:pt x="43" y="33"/>
                    <a:pt x="43" y="34"/>
                    <a:pt x="43" y="34"/>
                  </a:cubicBezTo>
                  <a:cubicBezTo>
                    <a:pt x="43" y="35"/>
                    <a:pt x="43" y="35"/>
                    <a:pt x="43" y="35"/>
                  </a:cubicBezTo>
                  <a:cubicBezTo>
                    <a:pt x="42" y="36"/>
                    <a:pt x="42" y="36"/>
                    <a:pt x="42" y="36"/>
                  </a:cubicBezTo>
                  <a:cubicBezTo>
                    <a:pt x="41" y="36"/>
                    <a:pt x="41" y="36"/>
                    <a:pt x="41" y="36"/>
                  </a:cubicBezTo>
                  <a:cubicBezTo>
                    <a:pt x="40" y="36"/>
                    <a:pt x="40" y="36"/>
                    <a:pt x="40" y="36"/>
                  </a:cubicBezTo>
                  <a:cubicBezTo>
                    <a:pt x="40" y="37"/>
                    <a:pt x="40" y="37"/>
                    <a:pt x="40" y="37"/>
                  </a:cubicBezTo>
                  <a:cubicBezTo>
                    <a:pt x="39" y="39"/>
                    <a:pt x="35" y="38"/>
                    <a:pt x="32" y="38"/>
                  </a:cubicBezTo>
                  <a:cubicBezTo>
                    <a:pt x="30" y="38"/>
                    <a:pt x="26" y="37"/>
                    <a:pt x="23" y="36"/>
                  </a:cubicBezTo>
                  <a:cubicBezTo>
                    <a:pt x="23" y="36"/>
                    <a:pt x="23" y="36"/>
                    <a:pt x="23" y="35"/>
                  </a:cubicBezTo>
                  <a:cubicBezTo>
                    <a:pt x="26" y="36"/>
                    <a:pt x="29" y="37"/>
                    <a:pt x="32" y="37"/>
                  </a:cubicBezTo>
                  <a:cubicBezTo>
                    <a:pt x="33" y="37"/>
                    <a:pt x="35" y="37"/>
                    <a:pt x="36" y="37"/>
                  </a:cubicBezTo>
                  <a:cubicBezTo>
                    <a:pt x="37" y="37"/>
                    <a:pt x="39" y="37"/>
                    <a:pt x="39" y="36"/>
                  </a:cubicBezTo>
                  <a:cubicBezTo>
                    <a:pt x="39" y="36"/>
                    <a:pt x="39" y="36"/>
                    <a:pt x="39" y="36"/>
                  </a:cubicBezTo>
                  <a:cubicBezTo>
                    <a:pt x="40" y="36"/>
                    <a:pt x="40" y="36"/>
                    <a:pt x="40" y="36"/>
                  </a:cubicBezTo>
                  <a:cubicBezTo>
                    <a:pt x="40" y="36"/>
                    <a:pt x="40" y="36"/>
                    <a:pt x="40" y="36"/>
                  </a:cubicBezTo>
                  <a:cubicBezTo>
                    <a:pt x="41" y="35"/>
                    <a:pt x="41" y="35"/>
                    <a:pt x="41" y="35"/>
                  </a:cubicBezTo>
                  <a:cubicBezTo>
                    <a:pt x="41" y="35"/>
                    <a:pt x="41" y="35"/>
                    <a:pt x="41" y="35"/>
                  </a:cubicBezTo>
                  <a:cubicBezTo>
                    <a:pt x="41" y="35"/>
                    <a:pt x="41" y="35"/>
                    <a:pt x="41" y="35"/>
                  </a:cubicBezTo>
                  <a:cubicBezTo>
                    <a:pt x="41" y="35"/>
                    <a:pt x="41" y="35"/>
                    <a:pt x="41" y="35"/>
                  </a:cubicBezTo>
                  <a:cubicBezTo>
                    <a:pt x="42" y="34"/>
                    <a:pt x="42" y="34"/>
                    <a:pt x="42" y="34"/>
                  </a:cubicBezTo>
                  <a:cubicBezTo>
                    <a:pt x="42" y="34"/>
                    <a:pt x="42" y="34"/>
                    <a:pt x="42" y="34"/>
                  </a:cubicBezTo>
                  <a:cubicBezTo>
                    <a:pt x="42" y="33"/>
                    <a:pt x="42" y="33"/>
                    <a:pt x="42" y="33"/>
                  </a:cubicBezTo>
                  <a:cubicBezTo>
                    <a:pt x="42" y="33"/>
                    <a:pt x="42" y="33"/>
                    <a:pt x="42" y="33"/>
                  </a:cubicBezTo>
                  <a:cubicBezTo>
                    <a:pt x="41" y="32"/>
                    <a:pt x="41" y="32"/>
                    <a:pt x="41" y="32"/>
                  </a:cubicBezTo>
                  <a:cubicBezTo>
                    <a:pt x="41" y="31"/>
                    <a:pt x="41" y="31"/>
                    <a:pt x="41" y="31"/>
                  </a:cubicBezTo>
                  <a:cubicBezTo>
                    <a:pt x="41" y="31"/>
                    <a:pt x="41" y="30"/>
                    <a:pt x="41" y="30"/>
                  </a:cubicBezTo>
                  <a:cubicBezTo>
                    <a:pt x="39" y="27"/>
                    <a:pt x="39" y="27"/>
                    <a:pt x="39" y="27"/>
                  </a:cubicBezTo>
                  <a:cubicBezTo>
                    <a:pt x="39" y="25"/>
                    <a:pt x="37" y="23"/>
                    <a:pt x="36" y="21"/>
                  </a:cubicBezTo>
                  <a:cubicBezTo>
                    <a:pt x="38" y="22"/>
                    <a:pt x="38" y="22"/>
                    <a:pt x="38" y="22"/>
                  </a:cubicBezTo>
                  <a:cubicBezTo>
                    <a:pt x="37" y="19"/>
                    <a:pt x="36" y="17"/>
                    <a:pt x="34" y="14"/>
                  </a:cubicBezTo>
                  <a:cubicBezTo>
                    <a:pt x="33" y="11"/>
                    <a:pt x="31" y="8"/>
                    <a:pt x="29" y="6"/>
                  </a:cubicBezTo>
                  <a:cubicBezTo>
                    <a:pt x="27" y="3"/>
                    <a:pt x="24" y="2"/>
                    <a:pt x="22" y="2"/>
                  </a:cubicBezTo>
                  <a:cubicBezTo>
                    <a:pt x="24" y="3"/>
                    <a:pt x="26" y="5"/>
                    <a:pt x="27" y="7"/>
                  </a:cubicBezTo>
                  <a:cubicBezTo>
                    <a:pt x="28" y="9"/>
                    <a:pt x="30" y="11"/>
                    <a:pt x="31" y="12"/>
                  </a:cubicBezTo>
                  <a:cubicBezTo>
                    <a:pt x="32" y="14"/>
                    <a:pt x="33" y="16"/>
                    <a:pt x="33" y="18"/>
                  </a:cubicBezTo>
                  <a:cubicBezTo>
                    <a:pt x="36" y="23"/>
                    <a:pt x="36" y="23"/>
                    <a:pt x="36" y="23"/>
                  </a:cubicBezTo>
                  <a:cubicBezTo>
                    <a:pt x="37" y="26"/>
                    <a:pt x="37" y="26"/>
                    <a:pt x="37" y="26"/>
                  </a:cubicBezTo>
                  <a:cubicBezTo>
                    <a:pt x="38" y="28"/>
                    <a:pt x="38" y="28"/>
                    <a:pt x="38" y="28"/>
                  </a:cubicBezTo>
                  <a:cubicBezTo>
                    <a:pt x="38" y="28"/>
                    <a:pt x="38" y="29"/>
                    <a:pt x="38" y="29"/>
                  </a:cubicBezTo>
                  <a:cubicBezTo>
                    <a:pt x="39" y="31"/>
                    <a:pt x="39" y="31"/>
                    <a:pt x="39" y="31"/>
                  </a:cubicBezTo>
                  <a:cubicBezTo>
                    <a:pt x="39" y="31"/>
                    <a:pt x="39" y="32"/>
                    <a:pt x="39" y="32"/>
                  </a:cubicBezTo>
                  <a:cubicBezTo>
                    <a:pt x="39" y="32"/>
                    <a:pt x="39" y="32"/>
                    <a:pt x="39" y="32"/>
                  </a:cubicBezTo>
                  <a:cubicBezTo>
                    <a:pt x="39" y="32"/>
                    <a:pt x="39" y="32"/>
                    <a:pt x="39" y="32"/>
                  </a:cubicBezTo>
                  <a:cubicBezTo>
                    <a:pt x="39" y="33"/>
                    <a:pt x="39" y="33"/>
                    <a:pt x="39" y="33"/>
                  </a:cubicBezTo>
                  <a:cubicBezTo>
                    <a:pt x="39" y="33"/>
                    <a:pt x="39" y="33"/>
                    <a:pt x="39" y="33"/>
                  </a:cubicBezTo>
                  <a:cubicBezTo>
                    <a:pt x="39" y="34"/>
                    <a:pt x="39" y="34"/>
                    <a:pt x="39" y="34"/>
                  </a:cubicBezTo>
                  <a:cubicBezTo>
                    <a:pt x="39" y="34"/>
                    <a:pt x="39" y="34"/>
                    <a:pt x="39" y="34"/>
                  </a:cubicBezTo>
                  <a:cubicBezTo>
                    <a:pt x="39" y="35"/>
                    <a:pt x="39" y="35"/>
                    <a:pt x="38" y="35"/>
                  </a:cubicBezTo>
                  <a:cubicBezTo>
                    <a:pt x="37" y="36"/>
                    <a:pt x="35" y="36"/>
                    <a:pt x="34" y="36"/>
                  </a:cubicBezTo>
                  <a:cubicBezTo>
                    <a:pt x="35" y="36"/>
                    <a:pt x="36" y="36"/>
                    <a:pt x="37" y="35"/>
                  </a:cubicBezTo>
                  <a:cubicBezTo>
                    <a:pt x="38" y="35"/>
                    <a:pt x="38" y="34"/>
                    <a:pt x="39" y="33"/>
                  </a:cubicBezTo>
                  <a:cubicBezTo>
                    <a:pt x="39" y="33"/>
                    <a:pt x="39" y="33"/>
                    <a:pt x="39" y="33"/>
                  </a:cubicBezTo>
                  <a:cubicBezTo>
                    <a:pt x="39" y="33"/>
                    <a:pt x="39" y="33"/>
                    <a:pt x="39" y="33"/>
                  </a:cubicBezTo>
                  <a:cubicBezTo>
                    <a:pt x="39" y="32"/>
                    <a:pt x="39" y="32"/>
                    <a:pt x="39" y="32"/>
                  </a:cubicBezTo>
                  <a:cubicBezTo>
                    <a:pt x="39" y="31"/>
                    <a:pt x="39" y="31"/>
                    <a:pt x="39" y="31"/>
                  </a:cubicBezTo>
                  <a:cubicBezTo>
                    <a:pt x="39" y="31"/>
                    <a:pt x="38" y="31"/>
                    <a:pt x="38" y="30"/>
                  </a:cubicBezTo>
                  <a:cubicBezTo>
                    <a:pt x="38" y="30"/>
                    <a:pt x="38" y="29"/>
                    <a:pt x="38" y="28"/>
                  </a:cubicBezTo>
                  <a:cubicBezTo>
                    <a:pt x="37" y="26"/>
                    <a:pt x="37" y="26"/>
                    <a:pt x="37" y="26"/>
                  </a:cubicBezTo>
                  <a:cubicBezTo>
                    <a:pt x="36" y="24"/>
                    <a:pt x="35" y="22"/>
                    <a:pt x="34" y="20"/>
                  </a:cubicBezTo>
                  <a:cubicBezTo>
                    <a:pt x="33" y="18"/>
                    <a:pt x="32" y="16"/>
                    <a:pt x="31" y="14"/>
                  </a:cubicBezTo>
                  <a:cubicBezTo>
                    <a:pt x="28" y="10"/>
                    <a:pt x="26" y="6"/>
                    <a:pt x="21" y="3"/>
                  </a:cubicBezTo>
                  <a:cubicBezTo>
                    <a:pt x="21" y="2"/>
                    <a:pt x="20" y="2"/>
                    <a:pt x="20" y="2"/>
                  </a:cubicBezTo>
                  <a:cubicBezTo>
                    <a:pt x="19" y="2"/>
                    <a:pt x="18" y="2"/>
                    <a:pt x="17" y="2"/>
                  </a:cubicBezTo>
                  <a:cubicBezTo>
                    <a:pt x="16" y="2"/>
                    <a:pt x="15" y="3"/>
                    <a:pt x="15" y="4"/>
                  </a:cubicBezTo>
                  <a:cubicBezTo>
                    <a:pt x="15" y="5"/>
                    <a:pt x="15" y="6"/>
                    <a:pt x="16" y="7"/>
                  </a:cubicBezTo>
                  <a:cubicBezTo>
                    <a:pt x="17" y="7"/>
                    <a:pt x="18" y="8"/>
                    <a:pt x="18" y="8"/>
                  </a:cubicBezTo>
                  <a:cubicBezTo>
                    <a:pt x="18" y="9"/>
                    <a:pt x="17" y="9"/>
                    <a:pt x="17" y="9"/>
                  </a:cubicBezTo>
                  <a:cubicBezTo>
                    <a:pt x="19" y="11"/>
                    <a:pt x="21" y="14"/>
                    <a:pt x="21" y="16"/>
                  </a:cubicBezTo>
                  <a:cubicBezTo>
                    <a:pt x="22" y="17"/>
                    <a:pt x="23" y="18"/>
                    <a:pt x="23" y="19"/>
                  </a:cubicBezTo>
                  <a:cubicBezTo>
                    <a:pt x="23" y="20"/>
                    <a:pt x="23" y="20"/>
                    <a:pt x="23" y="21"/>
                  </a:cubicBezTo>
                  <a:cubicBezTo>
                    <a:pt x="23" y="21"/>
                    <a:pt x="22" y="21"/>
                    <a:pt x="22" y="21"/>
                  </a:cubicBezTo>
                  <a:cubicBezTo>
                    <a:pt x="22" y="21"/>
                    <a:pt x="22" y="21"/>
                    <a:pt x="22" y="21"/>
                  </a:cubicBezTo>
                  <a:cubicBezTo>
                    <a:pt x="22" y="21"/>
                    <a:pt x="22" y="21"/>
                    <a:pt x="22" y="21"/>
                  </a:cubicBezTo>
                  <a:cubicBezTo>
                    <a:pt x="21" y="21"/>
                    <a:pt x="21" y="21"/>
                    <a:pt x="21" y="21"/>
                  </a:cubicBezTo>
                  <a:cubicBezTo>
                    <a:pt x="22" y="21"/>
                    <a:pt x="22" y="21"/>
                    <a:pt x="22" y="21"/>
                  </a:cubicBezTo>
                  <a:cubicBezTo>
                    <a:pt x="22" y="21"/>
                    <a:pt x="22" y="21"/>
                    <a:pt x="22" y="21"/>
                  </a:cubicBezTo>
                  <a:cubicBezTo>
                    <a:pt x="22" y="21"/>
                    <a:pt x="22" y="21"/>
                    <a:pt x="22" y="21"/>
                  </a:cubicBezTo>
                  <a:cubicBezTo>
                    <a:pt x="22" y="21"/>
                    <a:pt x="22" y="20"/>
                    <a:pt x="22" y="20"/>
                  </a:cubicBezTo>
                  <a:cubicBezTo>
                    <a:pt x="22" y="20"/>
                    <a:pt x="22" y="20"/>
                    <a:pt x="22" y="19"/>
                  </a:cubicBezTo>
                  <a:cubicBezTo>
                    <a:pt x="22" y="18"/>
                    <a:pt x="22" y="17"/>
                    <a:pt x="21" y="16"/>
                  </a:cubicBezTo>
                  <a:cubicBezTo>
                    <a:pt x="20" y="14"/>
                    <a:pt x="19" y="11"/>
                    <a:pt x="17" y="10"/>
                  </a:cubicBezTo>
                  <a:cubicBezTo>
                    <a:pt x="16" y="10"/>
                    <a:pt x="16" y="11"/>
                    <a:pt x="16" y="12"/>
                  </a:cubicBezTo>
                  <a:cubicBezTo>
                    <a:pt x="16" y="12"/>
                    <a:pt x="16" y="12"/>
                    <a:pt x="16" y="13"/>
                  </a:cubicBezTo>
                  <a:cubicBezTo>
                    <a:pt x="17" y="13"/>
                    <a:pt x="17" y="13"/>
                    <a:pt x="17" y="14"/>
                  </a:cubicBezTo>
                  <a:cubicBezTo>
                    <a:pt x="17" y="15"/>
                    <a:pt x="17" y="15"/>
                    <a:pt x="17" y="16"/>
                  </a:cubicBezTo>
                  <a:cubicBezTo>
                    <a:pt x="17" y="16"/>
                    <a:pt x="17" y="16"/>
                    <a:pt x="16" y="16"/>
                  </a:cubicBezTo>
                  <a:cubicBezTo>
                    <a:pt x="16" y="16"/>
                    <a:pt x="16" y="16"/>
                    <a:pt x="16" y="16"/>
                  </a:cubicBezTo>
                  <a:cubicBezTo>
                    <a:pt x="16" y="16"/>
                    <a:pt x="16" y="16"/>
                    <a:pt x="16" y="15"/>
                  </a:cubicBezTo>
                  <a:cubicBezTo>
                    <a:pt x="16" y="15"/>
                    <a:pt x="15" y="15"/>
                    <a:pt x="15" y="15"/>
                  </a:cubicBezTo>
                  <a:cubicBezTo>
                    <a:pt x="14" y="14"/>
                    <a:pt x="14" y="14"/>
                    <a:pt x="14" y="14"/>
                  </a:cubicBezTo>
                  <a:cubicBezTo>
                    <a:pt x="14" y="14"/>
                    <a:pt x="14" y="14"/>
                    <a:pt x="14" y="14"/>
                  </a:cubicBezTo>
                  <a:cubicBezTo>
                    <a:pt x="14" y="15"/>
                    <a:pt x="13" y="14"/>
                    <a:pt x="13" y="14"/>
                  </a:cubicBezTo>
                  <a:cubicBezTo>
                    <a:pt x="13" y="14"/>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4" y="12"/>
                    <a:pt x="14" y="12"/>
                    <a:pt x="15" y="11"/>
                  </a:cubicBezTo>
                  <a:cubicBezTo>
                    <a:pt x="15" y="11"/>
                    <a:pt x="15" y="10"/>
                    <a:pt x="15" y="10"/>
                  </a:cubicBezTo>
                  <a:cubicBezTo>
                    <a:pt x="15" y="10"/>
                    <a:pt x="15" y="9"/>
                    <a:pt x="15" y="9"/>
                  </a:cubicBezTo>
                  <a:cubicBezTo>
                    <a:pt x="15" y="8"/>
                    <a:pt x="14" y="8"/>
                    <a:pt x="13" y="7"/>
                  </a:cubicBezTo>
                  <a:cubicBezTo>
                    <a:pt x="12" y="7"/>
                    <a:pt x="11" y="6"/>
                    <a:pt x="9" y="7"/>
                  </a:cubicBezTo>
                  <a:cubicBezTo>
                    <a:pt x="9" y="6"/>
                    <a:pt x="9" y="6"/>
                    <a:pt x="9" y="6"/>
                  </a:cubicBezTo>
                  <a:cubicBezTo>
                    <a:pt x="10" y="5"/>
                    <a:pt x="11" y="5"/>
                    <a:pt x="12" y="4"/>
                  </a:cubicBezTo>
                  <a:cubicBezTo>
                    <a:pt x="12" y="4"/>
                    <a:pt x="13" y="4"/>
                    <a:pt x="13" y="3"/>
                  </a:cubicBezTo>
                  <a:cubicBezTo>
                    <a:pt x="13" y="2"/>
                    <a:pt x="12" y="1"/>
                    <a:pt x="12" y="0"/>
                  </a:cubicBezTo>
                  <a:cubicBezTo>
                    <a:pt x="11" y="0"/>
                    <a:pt x="10" y="1"/>
                    <a:pt x="9" y="1"/>
                  </a:cubicBezTo>
                  <a:cubicBezTo>
                    <a:pt x="8" y="1"/>
                    <a:pt x="7" y="2"/>
                    <a:pt x="5" y="3"/>
                  </a:cubicBezTo>
                  <a:cubicBezTo>
                    <a:pt x="3" y="4"/>
                    <a:pt x="2" y="6"/>
                    <a:pt x="1" y="9"/>
                  </a:cubicBezTo>
                  <a:cubicBezTo>
                    <a:pt x="1" y="10"/>
                    <a:pt x="0" y="11"/>
                    <a:pt x="0" y="12"/>
                  </a:cubicBezTo>
                  <a:cubicBezTo>
                    <a:pt x="0" y="13"/>
                    <a:pt x="1" y="14"/>
                    <a:pt x="1" y="15"/>
                  </a:cubicBezTo>
                  <a:cubicBezTo>
                    <a:pt x="2" y="20"/>
                    <a:pt x="4" y="24"/>
                    <a:pt x="7" y="27"/>
                  </a:cubicBezTo>
                  <a:cubicBezTo>
                    <a:pt x="10" y="30"/>
                    <a:pt x="13" y="32"/>
                    <a:pt x="16" y="33"/>
                  </a:cubicBezTo>
                  <a:cubicBezTo>
                    <a:pt x="21" y="37"/>
                    <a:pt x="27" y="38"/>
                    <a:pt x="32" y="39"/>
                  </a:cubicBezTo>
                  <a:cubicBezTo>
                    <a:pt x="33" y="39"/>
                    <a:pt x="34" y="39"/>
                    <a:pt x="35" y="39"/>
                  </a:cubicBezTo>
                  <a:cubicBezTo>
                    <a:pt x="36" y="39"/>
                    <a:pt x="37" y="39"/>
                    <a:pt x="38" y="39"/>
                  </a:cubicBezTo>
                  <a:cubicBezTo>
                    <a:pt x="39" y="39"/>
                    <a:pt x="40" y="38"/>
                    <a:pt x="40" y="37"/>
                  </a:cubicBezTo>
                  <a:cubicBezTo>
                    <a:pt x="40" y="37"/>
                    <a:pt x="40" y="37"/>
                    <a:pt x="40" y="37"/>
                  </a:cubicBezTo>
                  <a:cubicBezTo>
                    <a:pt x="41" y="37"/>
                    <a:pt x="41" y="37"/>
                    <a:pt x="41" y="37"/>
                  </a:cubicBezTo>
                  <a:cubicBezTo>
                    <a:pt x="42" y="36"/>
                    <a:pt x="42" y="36"/>
                    <a:pt x="42" y="36"/>
                  </a:cubicBezTo>
                  <a:cubicBezTo>
                    <a:pt x="43" y="36"/>
                    <a:pt x="43" y="36"/>
                    <a:pt x="43" y="36"/>
                  </a:cubicBezTo>
                  <a:cubicBezTo>
                    <a:pt x="43" y="35"/>
                    <a:pt x="43" y="35"/>
                    <a:pt x="43" y="35"/>
                  </a:cubicBezTo>
                  <a:cubicBezTo>
                    <a:pt x="43" y="34"/>
                    <a:pt x="43" y="34"/>
                    <a:pt x="43" y="34"/>
                  </a:cubicBezTo>
                  <a:cubicBezTo>
                    <a:pt x="43" y="34"/>
                    <a:pt x="43" y="34"/>
                    <a:pt x="43" y="34"/>
                  </a:cubicBezTo>
                  <a:lnTo>
                    <a:pt x="43" y="33"/>
                  </a:lnTo>
                  <a:close/>
                  <a:moveTo>
                    <a:pt x="12" y="11"/>
                  </a:moveTo>
                  <a:cubicBezTo>
                    <a:pt x="12" y="11"/>
                    <a:pt x="12" y="11"/>
                    <a:pt x="12" y="11"/>
                  </a:cubicBezTo>
                  <a:cubicBezTo>
                    <a:pt x="12" y="11"/>
                    <a:pt x="12" y="11"/>
                    <a:pt x="12" y="11"/>
                  </a:cubicBezTo>
                  <a:cubicBezTo>
                    <a:pt x="11" y="11"/>
                    <a:pt x="11" y="11"/>
                    <a:pt x="12" y="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5" name="Google Shape;105;p10"/>
            <p:cNvSpPr/>
            <p:nvPr/>
          </p:nvSpPr>
          <p:spPr>
            <a:xfrm>
              <a:off x="6613526" y="2957513"/>
              <a:ext cx="0" cy="3175"/>
            </a:xfrm>
            <a:custGeom>
              <a:rect b="b" l="l" r="r" t="t"/>
              <a:pathLst>
                <a:path extrusionOk="0" h="1" w="120000">
                  <a:moveTo>
                    <a:pt x="0" y="1"/>
                  </a:moveTo>
                  <a:cubicBezTo>
                    <a:pt x="0" y="1"/>
                    <a:pt x="0" y="1"/>
                    <a:pt x="0" y="1"/>
                  </a:cubicBezTo>
                  <a:cubicBezTo>
                    <a:pt x="0" y="1"/>
                    <a:pt x="0" y="1"/>
                    <a:pt x="0" y="0"/>
                  </a:cubicBezTo>
                  <a:cubicBezTo>
                    <a:pt x="0" y="0"/>
                    <a:pt x="0" y="1"/>
                    <a:pt x="0" y="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6" name="Google Shape;106;p10"/>
            <p:cNvSpPr/>
            <p:nvPr/>
          </p:nvSpPr>
          <p:spPr>
            <a:xfrm>
              <a:off x="6613526" y="2960688"/>
              <a:ext cx="0" cy="0"/>
            </a:xfrm>
            <a:custGeom>
              <a:rect b="b" l="l" r="r" t="t"/>
              <a:pathLst>
                <a:path extrusionOk="0" h="120000" w="120000">
                  <a:moveTo>
                    <a:pt x="0" y="0"/>
                  </a:moveTo>
                  <a:cubicBezTo>
                    <a:pt x="0" y="0"/>
                    <a:pt x="0" y="0"/>
                    <a:pt x="0" y="0"/>
                  </a:cubicBezTo>
                  <a:cubicBezTo>
                    <a:pt x="0" y="0"/>
                    <a:pt x="0" y="0"/>
                    <a:pt x="0" y="0"/>
                  </a:cubicBezTo>
                  <a:cubicBezTo>
                    <a:pt x="0" y="0"/>
                    <a:pt x="0" y="0"/>
                    <a:pt x="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7" name="Google Shape;107;p10"/>
            <p:cNvSpPr/>
            <p:nvPr/>
          </p:nvSpPr>
          <p:spPr>
            <a:xfrm>
              <a:off x="6616701" y="2960688"/>
              <a:ext cx="0" cy="0"/>
            </a:xfrm>
            <a:custGeom>
              <a:rect b="b" l="l" r="r" t="t"/>
              <a:pathLst>
                <a:path extrusionOk="0" h="120000" w="120000">
                  <a:moveTo>
                    <a:pt x="0" y="0"/>
                  </a:moveTo>
                  <a:cubicBezTo>
                    <a:pt x="0" y="0"/>
                    <a:pt x="0" y="0"/>
                    <a:pt x="0" y="0"/>
                  </a:cubicBezTo>
                  <a:cubicBezTo>
                    <a:pt x="0" y="0"/>
                    <a:pt x="0" y="0"/>
                    <a:pt x="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8" name="Google Shape;108;p10"/>
            <p:cNvSpPr/>
            <p:nvPr/>
          </p:nvSpPr>
          <p:spPr>
            <a:xfrm>
              <a:off x="6503988" y="2938463"/>
              <a:ext cx="150813" cy="153988"/>
            </a:xfrm>
            <a:custGeom>
              <a:rect b="b" l="l" r="r" t="t"/>
              <a:pathLst>
                <a:path extrusionOk="0" h="41" w="40">
                  <a:moveTo>
                    <a:pt x="26" y="36"/>
                  </a:moveTo>
                  <a:cubicBezTo>
                    <a:pt x="28" y="35"/>
                    <a:pt x="30" y="33"/>
                    <a:pt x="32" y="31"/>
                  </a:cubicBezTo>
                  <a:cubicBezTo>
                    <a:pt x="34" y="29"/>
                    <a:pt x="36" y="27"/>
                    <a:pt x="37" y="24"/>
                  </a:cubicBezTo>
                  <a:cubicBezTo>
                    <a:pt x="36" y="27"/>
                    <a:pt x="34" y="29"/>
                    <a:pt x="32" y="31"/>
                  </a:cubicBezTo>
                  <a:cubicBezTo>
                    <a:pt x="30" y="33"/>
                    <a:pt x="28" y="34"/>
                    <a:pt x="26" y="35"/>
                  </a:cubicBezTo>
                  <a:cubicBezTo>
                    <a:pt x="21" y="38"/>
                    <a:pt x="17" y="39"/>
                    <a:pt x="12" y="39"/>
                  </a:cubicBezTo>
                  <a:cubicBezTo>
                    <a:pt x="1" y="40"/>
                    <a:pt x="1" y="40"/>
                    <a:pt x="1" y="40"/>
                  </a:cubicBezTo>
                  <a:cubicBezTo>
                    <a:pt x="6" y="30"/>
                    <a:pt x="6" y="30"/>
                    <a:pt x="6" y="30"/>
                  </a:cubicBezTo>
                  <a:cubicBezTo>
                    <a:pt x="8" y="25"/>
                    <a:pt x="8" y="25"/>
                    <a:pt x="8" y="25"/>
                  </a:cubicBezTo>
                  <a:cubicBezTo>
                    <a:pt x="8" y="25"/>
                    <a:pt x="9" y="26"/>
                    <a:pt x="9" y="26"/>
                  </a:cubicBezTo>
                  <a:cubicBezTo>
                    <a:pt x="8" y="27"/>
                    <a:pt x="8" y="29"/>
                    <a:pt x="7" y="31"/>
                  </a:cubicBezTo>
                  <a:cubicBezTo>
                    <a:pt x="3" y="39"/>
                    <a:pt x="3" y="39"/>
                    <a:pt x="3" y="39"/>
                  </a:cubicBezTo>
                  <a:cubicBezTo>
                    <a:pt x="12" y="38"/>
                    <a:pt x="12" y="38"/>
                    <a:pt x="12" y="38"/>
                  </a:cubicBezTo>
                  <a:cubicBezTo>
                    <a:pt x="17" y="37"/>
                    <a:pt x="21" y="37"/>
                    <a:pt x="26" y="35"/>
                  </a:cubicBezTo>
                  <a:cubicBezTo>
                    <a:pt x="28" y="34"/>
                    <a:pt x="30" y="32"/>
                    <a:pt x="32" y="30"/>
                  </a:cubicBezTo>
                  <a:cubicBezTo>
                    <a:pt x="34" y="28"/>
                    <a:pt x="36" y="26"/>
                    <a:pt x="36" y="23"/>
                  </a:cubicBezTo>
                  <a:cubicBezTo>
                    <a:pt x="38" y="24"/>
                    <a:pt x="38" y="24"/>
                    <a:pt x="38" y="24"/>
                  </a:cubicBezTo>
                  <a:cubicBezTo>
                    <a:pt x="40" y="19"/>
                    <a:pt x="40" y="14"/>
                    <a:pt x="39" y="10"/>
                  </a:cubicBezTo>
                  <a:cubicBezTo>
                    <a:pt x="39" y="8"/>
                    <a:pt x="38" y="6"/>
                    <a:pt x="37" y="5"/>
                  </a:cubicBezTo>
                  <a:cubicBezTo>
                    <a:pt x="37" y="7"/>
                    <a:pt x="37" y="9"/>
                    <a:pt x="38" y="10"/>
                  </a:cubicBezTo>
                  <a:cubicBezTo>
                    <a:pt x="38" y="11"/>
                    <a:pt x="37" y="12"/>
                    <a:pt x="37" y="13"/>
                  </a:cubicBezTo>
                  <a:cubicBezTo>
                    <a:pt x="37" y="13"/>
                    <a:pt x="37" y="14"/>
                    <a:pt x="37" y="15"/>
                  </a:cubicBezTo>
                  <a:cubicBezTo>
                    <a:pt x="37" y="18"/>
                    <a:pt x="36" y="22"/>
                    <a:pt x="34" y="25"/>
                  </a:cubicBezTo>
                  <a:cubicBezTo>
                    <a:pt x="32" y="28"/>
                    <a:pt x="30" y="31"/>
                    <a:pt x="27" y="32"/>
                  </a:cubicBezTo>
                  <a:cubicBezTo>
                    <a:pt x="24" y="34"/>
                    <a:pt x="22" y="35"/>
                    <a:pt x="19" y="35"/>
                  </a:cubicBezTo>
                  <a:cubicBezTo>
                    <a:pt x="19" y="35"/>
                    <a:pt x="19" y="35"/>
                    <a:pt x="19" y="35"/>
                  </a:cubicBezTo>
                  <a:cubicBezTo>
                    <a:pt x="24" y="34"/>
                    <a:pt x="29" y="31"/>
                    <a:pt x="32" y="27"/>
                  </a:cubicBezTo>
                  <a:cubicBezTo>
                    <a:pt x="35" y="24"/>
                    <a:pt x="36" y="20"/>
                    <a:pt x="37" y="16"/>
                  </a:cubicBezTo>
                  <a:cubicBezTo>
                    <a:pt x="37" y="14"/>
                    <a:pt x="37" y="12"/>
                    <a:pt x="37" y="11"/>
                  </a:cubicBezTo>
                  <a:cubicBezTo>
                    <a:pt x="37" y="9"/>
                    <a:pt x="37" y="7"/>
                    <a:pt x="36" y="5"/>
                  </a:cubicBezTo>
                  <a:cubicBezTo>
                    <a:pt x="36" y="5"/>
                    <a:pt x="36" y="4"/>
                    <a:pt x="36" y="4"/>
                  </a:cubicBezTo>
                  <a:cubicBezTo>
                    <a:pt x="35" y="3"/>
                    <a:pt x="35" y="3"/>
                    <a:pt x="34" y="3"/>
                  </a:cubicBezTo>
                  <a:cubicBezTo>
                    <a:pt x="33" y="2"/>
                    <a:pt x="32" y="2"/>
                    <a:pt x="32" y="2"/>
                  </a:cubicBezTo>
                  <a:cubicBezTo>
                    <a:pt x="31" y="2"/>
                    <a:pt x="30" y="2"/>
                    <a:pt x="30" y="3"/>
                  </a:cubicBezTo>
                  <a:cubicBezTo>
                    <a:pt x="30" y="3"/>
                    <a:pt x="30" y="4"/>
                    <a:pt x="30" y="4"/>
                  </a:cubicBezTo>
                  <a:cubicBezTo>
                    <a:pt x="30" y="5"/>
                    <a:pt x="30" y="5"/>
                    <a:pt x="30" y="6"/>
                  </a:cubicBezTo>
                  <a:cubicBezTo>
                    <a:pt x="30" y="7"/>
                    <a:pt x="31" y="8"/>
                    <a:pt x="31" y="8"/>
                  </a:cubicBezTo>
                  <a:cubicBezTo>
                    <a:pt x="30" y="8"/>
                    <a:pt x="30" y="8"/>
                    <a:pt x="30" y="8"/>
                  </a:cubicBezTo>
                  <a:cubicBezTo>
                    <a:pt x="30" y="7"/>
                    <a:pt x="30" y="7"/>
                    <a:pt x="30" y="6"/>
                  </a:cubicBezTo>
                  <a:cubicBezTo>
                    <a:pt x="30" y="6"/>
                    <a:pt x="30" y="6"/>
                    <a:pt x="30" y="6"/>
                  </a:cubicBezTo>
                  <a:cubicBezTo>
                    <a:pt x="29" y="6"/>
                    <a:pt x="29" y="6"/>
                    <a:pt x="29" y="6"/>
                  </a:cubicBezTo>
                  <a:cubicBezTo>
                    <a:pt x="28" y="6"/>
                    <a:pt x="26" y="6"/>
                    <a:pt x="25" y="7"/>
                  </a:cubicBezTo>
                  <a:cubicBezTo>
                    <a:pt x="24" y="6"/>
                    <a:pt x="24" y="6"/>
                    <a:pt x="24" y="6"/>
                  </a:cubicBezTo>
                  <a:cubicBezTo>
                    <a:pt x="26" y="4"/>
                    <a:pt x="27" y="3"/>
                    <a:pt x="26" y="3"/>
                  </a:cubicBezTo>
                  <a:cubicBezTo>
                    <a:pt x="26" y="2"/>
                    <a:pt x="24" y="1"/>
                    <a:pt x="24" y="0"/>
                  </a:cubicBezTo>
                  <a:cubicBezTo>
                    <a:pt x="23" y="2"/>
                    <a:pt x="22" y="3"/>
                    <a:pt x="20" y="4"/>
                  </a:cubicBezTo>
                  <a:cubicBezTo>
                    <a:pt x="19" y="5"/>
                    <a:pt x="18" y="6"/>
                    <a:pt x="17" y="7"/>
                  </a:cubicBezTo>
                  <a:cubicBezTo>
                    <a:pt x="17" y="8"/>
                    <a:pt x="16" y="9"/>
                    <a:pt x="15" y="10"/>
                  </a:cubicBezTo>
                  <a:cubicBezTo>
                    <a:pt x="15" y="10"/>
                    <a:pt x="15" y="10"/>
                    <a:pt x="15" y="10"/>
                  </a:cubicBezTo>
                  <a:cubicBezTo>
                    <a:pt x="15" y="10"/>
                    <a:pt x="15" y="10"/>
                    <a:pt x="15" y="11"/>
                  </a:cubicBezTo>
                  <a:cubicBezTo>
                    <a:pt x="15" y="11"/>
                    <a:pt x="15" y="11"/>
                    <a:pt x="15" y="11"/>
                  </a:cubicBezTo>
                  <a:cubicBezTo>
                    <a:pt x="14" y="13"/>
                    <a:pt x="14" y="13"/>
                    <a:pt x="14" y="13"/>
                  </a:cubicBezTo>
                  <a:cubicBezTo>
                    <a:pt x="13" y="15"/>
                    <a:pt x="13" y="15"/>
                    <a:pt x="13" y="15"/>
                  </a:cubicBezTo>
                  <a:cubicBezTo>
                    <a:pt x="10" y="20"/>
                    <a:pt x="10" y="20"/>
                    <a:pt x="10" y="20"/>
                  </a:cubicBezTo>
                  <a:cubicBezTo>
                    <a:pt x="6" y="30"/>
                    <a:pt x="6" y="30"/>
                    <a:pt x="6" y="30"/>
                  </a:cubicBezTo>
                  <a:cubicBezTo>
                    <a:pt x="0" y="41"/>
                    <a:pt x="0" y="41"/>
                    <a:pt x="0" y="41"/>
                  </a:cubicBezTo>
                  <a:cubicBezTo>
                    <a:pt x="12" y="40"/>
                    <a:pt x="12" y="40"/>
                    <a:pt x="12" y="40"/>
                  </a:cubicBezTo>
                  <a:cubicBezTo>
                    <a:pt x="17" y="39"/>
                    <a:pt x="22" y="38"/>
                    <a:pt x="26" y="36"/>
                  </a:cubicBezTo>
                  <a:close/>
                  <a:moveTo>
                    <a:pt x="18" y="36"/>
                  </a:moveTo>
                  <a:cubicBezTo>
                    <a:pt x="18" y="36"/>
                    <a:pt x="18" y="36"/>
                    <a:pt x="18" y="36"/>
                  </a:cubicBezTo>
                  <a:cubicBezTo>
                    <a:pt x="18" y="36"/>
                    <a:pt x="18" y="36"/>
                    <a:pt x="18" y="36"/>
                  </a:cubicBezTo>
                  <a:close/>
                  <a:moveTo>
                    <a:pt x="25" y="24"/>
                  </a:moveTo>
                  <a:cubicBezTo>
                    <a:pt x="24" y="24"/>
                    <a:pt x="24" y="24"/>
                    <a:pt x="24" y="24"/>
                  </a:cubicBezTo>
                  <a:cubicBezTo>
                    <a:pt x="24" y="24"/>
                    <a:pt x="24" y="24"/>
                    <a:pt x="24" y="24"/>
                  </a:cubicBezTo>
                  <a:cubicBezTo>
                    <a:pt x="24" y="24"/>
                    <a:pt x="24" y="24"/>
                    <a:pt x="24" y="24"/>
                  </a:cubicBezTo>
                  <a:cubicBezTo>
                    <a:pt x="26" y="22"/>
                    <a:pt x="27" y="21"/>
                    <a:pt x="28" y="19"/>
                  </a:cubicBezTo>
                  <a:cubicBezTo>
                    <a:pt x="28" y="18"/>
                    <a:pt x="29" y="17"/>
                    <a:pt x="29" y="15"/>
                  </a:cubicBezTo>
                  <a:cubicBezTo>
                    <a:pt x="29" y="15"/>
                    <a:pt x="29" y="15"/>
                    <a:pt x="29" y="15"/>
                  </a:cubicBezTo>
                  <a:cubicBezTo>
                    <a:pt x="29" y="16"/>
                    <a:pt x="29" y="18"/>
                    <a:pt x="28" y="19"/>
                  </a:cubicBezTo>
                  <a:cubicBezTo>
                    <a:pt x="27" y="21"/>
                    <a:pt x="26" y="23"/>
                    <a:pt x="25" y="24"/>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09" name="Google Shape;109;p10"/>
            <p:cNvSpPr/>
            <p:nvPr/>
          </p:nvSpPr>
          <p:spPr>
            <a:xfrm>
              <a:off x="6613526" y="2957513"/>
              <a:ext cx="0" cy="0"/>
            </a:xfrm>
            <a:custGeom>
              <a:rect b="b" l="l" r="r" t="t"/>
              <a:pathLst>
                <a:path extrusionOk="0" h="120000" w="120000">
                  <a:moveTo>
                    <a:pt x="0" y="0"/>
                  </a:moveTo>
                  <a:cubicBezTo>
                    <a:pt x="0" y="0"/>
                    <a:pt x="0" y="0"/>
                    <a:pt x="0" y="0"/>
                  </a:cubicBezTo>
                  <a:cubicBezTo>
                    <a:pt x="0" y="0"/>
                    <a:pt x="0" y="0"/>
                    <a:pt x="0" y="0"/>
                  </a:cubicBezTo>
                  <a:cubicBezTo>
                    <a:pt x="0" y="0"/>
                    <a:pt x="0" y="0"/>
                    <a:pt x="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10" name="Google Shape;110;p10"/>
            <p:cNvSpPr/>
            <p:nvPr/>
          </p:nvSpPr>
          <p:spPr>
            <a:xfrm>
              <a:off x="6613526" y="2960688"/>
              <a:ext cx="3175" cy="0"/>
            </a:xfrm>
            <a:custGeom>
              <a:rect b="b" l="l" r="r" t="t"/>
              <a:pathLst>
                <a:path extrusionOk="0" h="120000" w="1">
                  <a:moveTo>
                    <a:pt x="1" y="0"/>
                  </a:moveTo>
                  <a:cubicBezTo>
                    <a:pt x="1" y="0"/>
                    <a:pt x="1" y="0"/>
                    <a:pt x="1" y="0"/>
                  </a:cubicBezTo>
                  <a:cubicBezTo>
                    <a:pt x="1" y="0"/>
                    <a:pt x="1" y="0"/>
                    <a:pt x="0" y="0"/>
                  </a:cubicBezTo>
                  <a:cubicBezTo>
                    <a:pt x="1" y="0"/>
                    <a:pt x="1" y="0"/>
                    <a:pt x="1"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11" name="Google Shape;111;p10"/>
            <p:cNvSpPr/>
            <p:nvPr/>
          </p:nvSpPr>
          <p:spPr>
            <a:xfrm>
              <a:off x="4999038" y="1544638"/>
              <a:ext cx="2201862" cy="3138487"/>
            </a:xfrm>
            <a:custGeom>
              <a:rect b="b" l="l" r="r" t="t"/>
              <a:pathLst>
                <a:path extrusionOk="0" h="835" w="585">
                  <a:moveTo>
                    <a:pt x="542" y="139"/>
                  </a:moveTo>
                  <a:cubicBezTo>
                    <a:pt x="526" y="111"/>
                    <a:pt x="507" y="89"/>
                    <a:pt x="486" y="71"/>
                  </a:cubicBezTo>
                  <a:cubicBezTo>
                    <a:pt x="466" y="53"/>
                    <a:pt x="445" y="39"/>
                    <a:pt x="425" y="29"/>
                  </a:cubicBezTo>
                  <a:cubicBezTo>
                    <a:pt x="460" y="48"/>
                    <a:pt x="492" y="74"/>
                    <a:pt x="517" y="106"/>
                  </a:cubicBezTo>
                  <a:cubicBezTo>
                    <a:pt x="542" y="138"/>
                    <a:pt x="561" y="175"/>
                    <a:pt x="571" y="215"/>
                  </a:cubicBezTo>
                  <a:cubicBezTo>
                    <a:pt x="581" y="255"/>
                    <a:pt x="583" y="297"/>
                    <a:pt x="575" y="338"/>
                  </a:cubicBezTo>
                  <a:cubicBezTo>
                    <a:pt x="568" y="378"/>
                    <a:pt x="552" y="418"/>
                    <a:pt x="528" y="452"/>
                  </a:cubicBezTo>
                  <a:cubicBezTo>
                    <a:pt x="504" y="486"/>
                    <a:pt x="472" y="515"/>
                    <a:pt x="436" y="536"/>
                  </a:cubicBezTo>
                  <a:cubicBezTo>
                    <a:pt x="432" y="539"/>
                    <a:pt x="427" y="541"/>
                    <a:pt x="422" y="544"/>
                  </a:cubicBezTo>
                  <a:cubicBezTo>
                    <a:pt x="419" y="545"/>
                    <a:pt x="419" y="545"/>
                    <a:pt x="419" y="545"/>
                  </a:cubicBezTo>
                  <a:cubicBezTo>
                    <a:pt x="416" y="547"/>
                    <a:pt x="416" y="547"/>
                    <a:pt x="416" y="547"/>
                  </a:cubicBezTo>
                  <a:cubicBezTo>
                    <a:pt x="414" y="548"/>
                    <a:pt x="414" y="548"/>
                    <a:pt x="414" y="548"/>
                  </a:cubicBezTo>
                  <a:cubicBezTo>
                    <a:pt x="414" y="549"/>
                    <a:pt x="414" y="549"/>
                    <a:pt x="414" y="549"/>
                  </a:cubicBezTo>
                  <a:cubicBezTo>
                    <a:pt x="414" y="580"/>
                    <a:pt x="414" y="580"/>
                    <a:pt x="414" y="580"/>
                  </a:cubicBezTo>
                  <a:cubicBezTo>
                    <a:pt x="414" y="595"/>
                    <a:pt x="414" y="595"/>
                    <a:pt x="414" y="595"/>
                  </a:cubicBezTo>
                  <a:cubicBezTo>
                    <a:pt x="414" y="599"/>
                    <a:pt x="414" y="599"/>
                    <a:pt x="414" y="599"/>
                  </a:cubicBezTo>
                  <a:cubicBezTo>
                    <a:pt x="414" y="600"/>
                    <a:pt x="414" y="600"/>
                    <a:pt x="414" y="600"/>
                  </a:cubicBezTo>
                  <a:cubicBezTo>
                    <a:pt x="414" y="600"/>
                    <a:pt x="414" y="601"/>
                    <a:pt x="414" y="601"/>
                  </a:cubicBezTo>
                  <a:cubicBezTo>
                    <a:pt x="414" y="602"/>
                    <a:pt x="414" y="603"/>
                    <a:pt x="414" y="604"/>
                  </a:cubicBezTo>
                  <a:cubicBezTo>
                    <a:pt x="413" y="607"/>
                    <a:pt x="412" y="610"/>
                    <a:pt x="410" y="613"/>
                  </a:cubicBezTo>
                  <a:cubicBezTo>
                    <a:pt x="406" y="618"/>
                    <a:pt x="400" y="621"/>
                    <a:pt x="393" y="621"/>
                  </a:cubicBezTo>
                  <a:cubicBezTo>
                    <a:pt x="377" y="621"/>
                    <a:pt x="377" y="621"/>
                    <a:pt x="377" y="621"/>
                  </a:cubicBezTo>
                  <a:cubicBezTo>
                    <a:pt x="346" y="621"/>
                    <a:pt x="346" y="621"/>
                    <a:pt x="346" y="621"/>
                  </a:cubicBezTo>
                  <a:cubicBezTo>
                    <a:pt x="336" y="621"/>
                    <a:pt x="336" y="621"/>
                    <a:pt x="336" y="621"/>
                  </a:cubicBezTo>
                  <a:cubicBezTo>
                    <a:pt x="330" y="621"/>
                    <a:pt x="330" y="621"/>
                    <a:pt x="330" y="621"/>
                  </a:cubicBezTo>
                  <a:cubicBezTo>
                    <a:pt x="328" y="621"/>
                    <a:pt x="328" y="621"/>
                    <a:pt x="328" y="621"/>
                  </a:cubicBezTo>
                  <a:cubicBezTo>
                    <a:pt x="328" y="621"/>
                    <a:pt x="328" y="621"/>
                    <a:pt x="328" y="621"/>
                  </a:cubicBezTo>
                  <a:cubicBezTo>
                    <a:pt x="328" y="621"/>
                    <a:pt x="328" y="621"/>
                    <a:pt x="328" y="621"/>
                  </a:cubicBezTo>
                  <a:cubicBezTo>
                    <a:pt x="328" y="620"/>
                    <a:pt x="328" y="620"/>
                    <a:pt x="328" y="620"/>
                  </a:cubicBezTo>
                  <a:cubicBezTo>
                    <a:pt x="329" y="617"/>
                    <a:pt x="329" y="617"/>
                    <a:pt x="329" y="617"/>
                  </a:cubicBezTo>
                  <a:cubicBezTo>
                    <a:pt x="332" y="606"/>
                    <a:pt x="332" y="606"/>
                    <a:pt x="332" y="606"/>
                  </a:cubicBezTo>
                  <a:cubicBezTo>
                    <a:pt x="334" y="598"/>
                    <a:pt x="334" y="598"/>
                    <a:pt x="334" y="598"/>
                  </a:cubicBezTo>
                  <a:cubicBezTo>
                    <a:pt x="340" y="578"/>
                    <a:pt x="346" y="558"/>
                    <a:pt x="353" y="539"/>
                  </a:cubicBezTo>
                  <a:cubicBezTo>
                    <a:pt x="360" y="519"/>
                    <a:pt x="367" y="499"/>
                    <a:pt x="374" y="480"/>
                  </a:cubicBezTo>
                  <a:cubicBezTo>
                    <a:pt x="378" y="470"/>
                    <a:pt x="382" y="460"/>
                    <a:pt x="386" y="451"/>
                  </a:cubicBezTo>
                  <a:cubicBezTo>
                    <a:pt x="388" y="446"/>
                    <a:pt x="390" y="441"/>
                    <a:pt x="392" y="437"/>
                  </a:cubicBezTo>
                  <a:cubicBezTo>
                    <a:pt x="395" y="429"/>
                    <a:pt x="395" y="429"/>
                    <a:pt x="395" y="429"/>
                  </a:cubicBezTo>
                  <a:cubicBezTo>
                    <a:pt x="397" y="425"/>
                    <a:pt x="397" y="425"/>
                    <a:pt x="397" y="425"/>
                  </a:cubicBezTo>
                  <a:cubicBezTo>
                    <a:pt x="398" y="423"/>
                    <a:pt x="399" y="421"/>
                    <a:pt x="400" y="420"/>
                  </a:cubicBezTo>
                  <a:cubicBezTo>
                    <a:pt x="404" y="420"/>
                    <a:pt x="404" y="420"/>
                    <a:pt x="404" y="420"/>
                  </a:cubicBezTo>
                  <a:cubicBezTo>
                    <a:pt x="405" y="420"/>
                    <a:pt x="405" y="420"/>
                    <a:pt x="406" y="420"/>
                  </a:cubicBezTo>
                  <a:cubicBezTo>
                    <a:pt x="407" y="420"/>
                    <a:pt x="407" y="420"/>
                    <a:pt x="407" y="420"/>
                  </a:cubicBezTo>
                  <a:cubicBezTo>
                    <a:pt x="408" y="420"/>
                    <a:pt x="408" y="420"/>
                    <a:pt x="408" y="420"/>
                  </a:cubicBezTo>
                  <a:cubicBezTo>
                    <a:pt x="410" y="420"/>
                    <a:pt x="411" y="420"/>
                    <a:pt x="413" y="420"/>
                  </a:cubicBezTo>
                  <a:cubicBezTo>
                    <a:pt x="417" y="420"/>
                    <a:pt x="420" y="419"/>
                    <a:pt x="423" y="418"/>
                  </a:cubicBezTo>
                  <a:cubicBezTo>
                    <a:pt x="430" y="416"/>
                    <a:pt x="435" y="413"/>
                    <a:pt x="440" y="408"/>
                  </a:cubicBezTo>
                  <a:cubicBezTo>
                    <a:pt x="442" y="406"/>
                    <a:pt x="444" y="403"/>
                    <a:pt x="445" y="400"/>
                  </a:cubicBezTo>
                  <a:cubicBezTo>
                    <a:pt x="446" y="397"/>
                    <a:pt x="447" y="394"/>
                    <a:pt x="448" y="390"/>
                  </a:cubicBezTo>
                  <a:cubicBezTo>
                    <a:pt x="449" y="384"/>
                    <a:pt x="448" y="377"/>
                    <a:pt x="445" y="371"/>
                  </a:cubicBezTo>
                  <a:cubicBezTo>
                    <a:pt x="443" y="365"/>
                    <a:pt x="438" y="360"/>
                    <a:pt x="432" y="359"/>
                  </a:cubicBezTo>
                  <a:cubicBezTo>
                    <a:pt x="431" y="359"/>
                    <a:pt x="430" y="359"/>
                    <a:pt x="428" y="359"/>
                  </a:cubicBezTo>
                  <a:cubicBezTo>
                    <a:pt x="427" y="359"/>
                    <a:pt x="425" y="360"/>
                    <a:pt x="424" y="361"/>
                  </a:cubicBezTo>
                  <a:cubicBezTo>
                    <a:pt x="421" y="362"/>
                    <a:pt x="419" y="364"/>
                    <a:pt x="416" y="366"/>
                  </a:cubicBezTo>
                  <a:cubicBezTo>
                    <a:pt x="414" y="368"/>
                    <a:pt x="411" y="371"/>
                    <a:pt x="409" y="374"/>
                  </a:cubicBezTo>
                  <a:cubicBezTo>
                    <a:pt x="409" y="375"/>
                    <a:pt x="408" y="375"/>
                    <a:pt x="408" y="376"/>
                  </a:cubicBezTo>
                  <a:cubicBezTo>
                    <a:pt x="407" y="377"/>
                    <a:pt x="407" y="377"/>
                    <a:pt x="407" y="377"/>
                  </a:cubicBezTo>
                  <a:cubicBezTo>
                    <a:pt x="407" y="378"/>
                    <a:pt x="407" y="378"/>
                    <a:pt x="407" y="378"/>
                  </a:cubicBezTo>
                  <a:cubicBezTo>
                    <a:pt x="404" y="383"/>
                    <a:pt x="404" y="383"/>
                    <a:pt x="404" y="383"/>
                  </a:cubicBezTo>
                  <a:cubicBezTo>
                    <a:pt x="399" y="393"/>
                    <a:pt x="399" y="393"/>
                    <a:pt x="399" y="393"/>
                  </a:cubicBezTo>
                  <a:cubicBezTo>
                    <a:pt x="393" y="406"/>
                    <a:pt x="393" y="406"/>
                    <a:pt x="393" y="406"/>
                  </a:cubicBezTo>
                  <a:cubicBezTo>
                    <a:pt x="393" y="406"/>
                    <a:pt x="392" y="406"/>
                    <a:pt x="392" y="406"/>
                  </a:cubicBezTo>
                  <a:cubicBezTo>
                    <a:pt x="391" y="405"/>
                    <a:pt x="391" y="405"/>
                    <a:pt x="391" y="405"/>
                  </a:cubicBezTo>
                  <a:cubicBezTo>
                    <a:pt x="388" y="404"/>
                    <a:pt x="388" y="404"/>
                    <a:pt x="388" y="404"/>
                  </a:cubicBezTo>
                  <a:cubicBezTo>
                    <a:pt x="386" y="403"/>
                    <a:pt x="385" y="403"/>
                    <a:pt x="383" y="402"/>
                  </a:cubicBezTo>
                  <a:cubicBezTo>
                    <a:pt x="382" y="401"/>
                    <a:pt x="382" y="401"/>
                    <a:pt x="382" y="401"/>
                  </a:cubicBezTo>
                  <a:cubicBezTo>
                    <a:pt x="381" y="400"/>
                    <a:pt x="381" y="400"/>
                    <a:pt x="381" y="400"/>
                  </a:cubicBezTo>
                  <a:cubicBezTo>
                    <a:pt x="380" y="400"/>
                    <a:pt x="380" y="400"/>
                    <a:pt x="379" y="399"/>
                  </a:cubicBezTo>
                  <a:cubicBezTo>
                    <a:pt x="378" y="398"/>
                    <a:pt x="377" y="398"/>
                    <a:pt x="376" y="397"/>
                  </a:cubicBezTo>
                  <a:cubicBezTo>
                    <a:pt x="372" y="394"/>
                    <a:pt x="368" y="390"/>
                    <a:pt x="365" y="386"/>
                  </a:cubicBezTo>
                  <a:cubicBezTo>
                    <a:pt x="362" y="381"/>
                    <a:pt x="359" y="377"/>
                    <a:pt x="357" y="373"/>
                  </a:cubicBezTo>
                  <a:cubicBezTo>
                    <a:pt x="356" y="370"/>
                    <a:pt x="355" y="368"/>
                    <a:pt x="354" y="366"/>
                  </a:cubicBezTo>
                  <a:cubicBezTo>
                    <a:pt x="353" y="363"/>
                    <a:pt x="353" y="363"/>
                    <a:pt x="353" y="363"/>
                  </a:cubicBezTo>
                  <a:cubicBezTo>
                    <a:pt x="352" y="361"/>
                    <a:pt x="352" y="361"/>
                    <a:pt x="352" y="361"/>
                  </a:cubicBezTo>
                  <a:cubicBezTo>
                    <a:pt x="351" y="359"/>
                    <a:pt x="350" y="357"/>
                    <a:pt x="350" y="356"/>
                  </a:cubicBezTo>
                  <a:cubicBezTo>
                    <a:pt x="352" y="354"/>
                    <a:pt x="354" y="353"/>
                    <a:pt x="356" y="352"/>
                  </a:cubicBezTo>
                  <a:cubicBezTo>
                    <a:pt x="358" y="351"/>
                    <a:pt x="358" y="351"/>
                    <a:pt x="358" y="351"/>
                  </a:cubicBezTo>
                  <a:cubicBezTo>
                    <a:pt x="359" y="350"/>
                    <a:pt x="359" y="350"/>
                    <a:pt x="359" y="350"/>
                  </a:cubicBezTo>
                  <a:cubicBezTo>
                    <a:pt x="359" y="349"/>
                    <a:pt x="360" y="349"/>
                    <a:pt x="360" y="349"/>
                  </a:cubicBezTo>
                  <a:cubicBezTo>
                    <a:pt x="363" y="347"/>
                    <a:pt x="365" y="345"/>
                    <a:pt x="367" y="342"/>
                  </a:cubicBezTo>
                  <a:cubicBezTo>
                    <a:pt x="372" y="338"/>
                    <a:pt x="376" y="333"/>
                    <a:pt x="378" y="328"/>
                  </a:cubicBezTo>
                  <a:cubicBezTo>
                    <a:pt x="380" y="322"/>
                    <a:pt x="382" y="317"/>
                    <a:pt x="380" y="311"/>
                  </a:cubicBezTo>
                  <a:cubicBezTo>
                    <a:pt x="380" y="308"/>
                    <a:pt x="379" y="306"/>
                    <a:pt x="377" y="303"/>
                  </a:cubicBezTo>
                  <a:cubicBezTo>
                    <a:pt x="377" y="302"/>
                    <a:pt x="376" y="301"/>
                    <a:pt x="375" y="300"/>
                  </a:cubicBezTo>
                  <a:cubicBezTo>
                    <a:pt x="374" y="299"/>
                    <a:pt x="373" y="297"/>
                    <a:pt x="372" y="297"/>
                  </a:cubicBezTo>
                  <a:cubicBezTo>
                    <a:pt x="368" y="293"/>
                    <a:pt x="362" y="292"/>
                    <a:pt x="357" y="293"/>
                  </a:cubicBezTo>
                  <a:cubicBezTo>
                    <a:pt x="354" y="294"/>
                    <a:pt x="352" y="295"/>
                    <a:pt x="349" y="296"/>
                  </a:cubicBezTo>
                  <a:cubicBezTo>
                    <a:pt x="347" y="298"/>
                    <a:pt x="345" y="300"/>
                    <a:pt x="343" y="302"/>
                  </a:cubicBezTo>
                  <a:cubicBezTo>
                    <a:pt x="338" y="306"/>
                    <a:pt x="336" y="311"/>
                    <a:pt x="334" y="317"/>
                  </a:cubicBezTo>
                  <a:cubicBezTo>
                    <a:pt x="332" y="323"/>
                    <a:pt x="332" y="329"/>
                    <a:pt x="333" y="335"/>
                  </a:cubicBezTo>
                  <a:cubicBezTo>
                    <a:pt x="332" y="329"/>
                    <a:pt x="332" y="323"/>
                    <a:pt x="334" y="317"/>
                  </a:cubicBezTo>
                  <a:cubicBezTo>
                    <a:pt x="335" y="312"/>
                    <a:pt x="338" y="307"/>
                    <a:pt x="342" y="302"/>
                  </a:cubicBezTo>
                  <a:cubicBezTo>
                    <a:pt x="343" y="301"/>
                    <a:pt x="344" y="300"/>
                    <a:pt x="345" y="299"/>
                  </a:cubicBezTo>
                  <a:cubicBezTo>
                    <a:pt x="346" y="299"/>
                    <a:pt x="346" y="298"/>
                    <a:pt x="347" y="298"/>
                  </a:cubicBezTo>
                  <a:cubicBezTo>
                    <a:pt x="348" y="297"/>
                    <a:pt x="348" y="297"/>
                    <a:pt x="349" y="297"/>
                  </a:cubicBezTo>
                  <a:cubicBezTo>
                    <a:pt x="351" y="295"/>
                    <a:pt x="354" y="294"/>
                    <a:pt x="356" y="293"/>
                  </a:cubicBezTo>
                  <a:cubicBezTo>
                    <a:pt x="362" y="292"/>
                    <a:pt x="368" y="293"/>
                    <a:pt x="372" y="296"/>
                  </a:cubicBezTo>
                  <a:cubicBezTo>
                    <a:pt x="372" y="297"/>
                    <a:pt x="373" y="297"/>
                    <a:pt x="373" y="297"/>
                  </a:cubicBezTo>
                  <a:cubicBezTo>
                    <a:pt x="374" y="298"/>
                    <a:pt x="374" y="299"/>
                    <a:pt x="375" y="299"/>
                  </a:cubicBezTo>
                  <a:cubicBezTo>
                    <a:pt x="375" y="300"/>
                    <a:pt x="376" y="301"/>
                    <a:pt x="377" y="303"/>
                  </a:cubicBezTo>
                  <a:cubicBezTo>
                    <a:pt x="379" y="305"/>
                    <a:pt x="380" y="308"/>
                    <a:pt x="380" y="310"/>
                  </a:cubicBezTo>
                  <a:cubicBezTo>
                    <a:pt x="382" y="316"/>
                    <a:pt x="381" y="322"/>
                    <a:pt x="378" y="327"/>
                  </a:cubicBezTo>
                  <a:cubicBezTo>
                    <a:pt x="376" y="333"/>
                    <a:pt x="372" y="338"/>
                    <a:pt x="368" y="342"/>
                  </a:cubicBezTo>
                  <a:cubicBezTo>
                    <a:pt x="366" y="345"/>
                    <a:pt x="363" y="347"/>
                    <a:pt x="361" y="349"/>
                  </a:cubicBezTo>
                  <a:cubicBezTo>
                    <a:pt x="360" y="349"/>
                    <a:pt x="359" y="350"/>
                    <a:pt x="359" y="350"/>
                  </a:cubicBezTo>
                  <a:cubicBezTo>
                    <a:pt x="358" y="351"/>
                    <a:pt x="358" y="351"/>
                    <a:pt x="358" y="351"/>
                  </a:cubicBezTo>
                  <a:cubicBezTo>
                    <a:pt x="356" y="352"/>
                    <a:pt x="356" y="352"/>
                    <a:pt x="356" y="352"/>
                  </a:cubicBezTo>
                  <a:cubicBezTo>
                    <a:pt x="354" y="353"/>
                    <a:pt x="352" y="354"/>
                    <a:pt x="350" y="356"/>
                  </a:cubicBezTo>
                  <a:cubicBezTo>
                    <a:pt x="350" y="356"/>
                    <a:pt x="350" y="356"/>
                    <a:pt x="350" y="356"/>
                  </a:cubicBezTo>
                  <a:cubicBezTo>
                    <a:pt x="351" y="357"/>
                    <a:pt x="351" y="357"/>
                    <a:pt x="351" y="357"/>
                  </a:cubicBezTo>
                  <a:cubicBezTo>
                    <a:pt x="351" y="358"/>
                    <a:pt x="351" y="358"/>
                    <a:pt x="351" y="358"/>
                  </a:cubicBezTo>
                  <a:cubicBezTo>
                    <a:pt x="352" y="361"/>
                    <a:pt x="352" y="361"/>
                    <a:pt x="352" y="361"/>
                  </a:cubicBezTo>
                  <a:cubicBezTo>
                    <a:pt x="353" y="363"/>
                    <a:pt x="353" y="363"/>
                    <a:pt x="353" y="363"/>
                  </a:cubicBezTo>
                  <a:cubicBezTo>
                    <a:pt x="354" y="366"/>
                    <a:pt x="354" y="366"/>
                    <a:pt x="354" y="366"/>
                  </a:cubicBezTo>
                  <a:cubicBezTo>
                    <a:pt x="355" y="368"/>
                    <a:pt x="356" y="370"/>
                    <a:pt x="357" y="372"/>
                  </a:cubicBezTo>
                  <a:cubicBezTo>
                    <a:pt x="359" y="377"/>
                    <a:pt x="362" y="381"/>
                    <a:pt x="365" y="385"/>
                  </a:cubicBezTo>
                  <a:cubicBezTo>
                    <a:pt x="368" y="389"/>
                    <a:pt x="372" y="393"/>
                    <a:pt x="376" y="397"/>
                  </a:cubicBezTo>
                  <a:cubicBezTo>
                    <a:pt x="377" y="397"/>
                    <a:pt x="378" y="398"/>
                    <a:pt x="379" y="399"/>
                  </a:cubicBezTo>
                  <a:cubicBezTo>
                    <a:pt x="380" y="399"/>
                    <a:pt x="380" y="400"/>
                    <a:pt x="381" y="400"/>
                  </a:cubicBezTo>
                  <a:cubicBezTo>
                    <a:pt x="382" y="401"/>
                    <a:pt x="382" y="401"/>
                    <a:pt x="382" y="401"/>
                  </a:cubicBezTo>
                  <a:cubicBezTo>
                    <a:pt x="383" y="401"/>
                    <a:pt x="383" y="401"/>
                    <a:pt x="383" y="401"/>
                  </a:cubicBezTo>
                  <a:cubicBezTo>
                    <a:pt x="385" y="402"/>
                    <a:pt x="386" y="403"/>
                    <a:pt x="388" y="404"/>
                  </a:cubicBezTo>
                  <a:cubicBezTo>
                    <a:pt x="390" y="405"/>
                    <a:pt x="390" y="405"/>
                    <a:pt x="390" y="405"/>
                  </a:cubicBezTo>
                  <a:cubicBezTo>
                    <a:pt x="392" y="405"/>
                    <a:pt x="392" y="405"/>
                    <a:pt x="392" y="405"/>
                  </a:cubicBezTo>
                  <a:cubicBezTo>
                    <a:pt x="392" y="405"/>
                    <a:pt x="393" y="406"/>
                    <a:pt x="393" y="406"/>
                  </a:cubicBezTo>
                  <a:cubicBezTo>
                    <a:pt x="399" y="392"/>
                    <a:pt x="399" y="392"/>
                    <a:pt x="399" y="392"/>
                  </a:cubicBezTo>
                  <a:cubicBezTo>
                    <a:pt x="404" y="383"/>
                    <a:pt x="404" y="383"/>
                    <a:pt x="404" y="383"/>
                  </a:cubicBezTo>
                  <a:cubicBezTo>
                    <a:pt x="406" y="378"/>
                    <a:pt x="406" y="378"/>
                    <a:pt x="406" y="378"/>
                  </a:cubicBezTo>
                  <a:cubicBezTo>
                    <a:pt x="407" y="377"/>
                    <a:pt x="407" y="377"/>
                    <a:pt x="407" y="377"/>
                  </a:cubicBezTo>
                  <a:cubicBezTo>
                    <a:pt x="408" y="376"/>
                    <a:pt x="408" y="376"/>
                    <a:pt x="408" y="376"/>
                  </a:cubicBezTo>
                  <a:cubicBezTo>
                    <a:pt x="408" y="375"/>
                    <a:pt x="409" y="374"/>
                    <a:pt x="409" y="374"/>
                  </a:cubicBezTo>
                  <a:cubicBezTo>
                    <a:pt x="411" y="371"/>
                    <a:pt x="414" y="368"/>
                    <a:pt x="416" y="366"/>
                  </a:cubicBezTo>
                  <a:cubicBezTo>
                    <a:pt x="421" y="361"/>
                    <a:pt x="427" y="358"/>
                    <a:pt x="432" y="359"/>
                  </a:cubicBezTo>
                  <a:cubicBezTo>
                    <a:pt x="435" y="360"/>
                    <a:pt x="438" y="361"/>
                    <a:pt x="440" y="363"/>
                  </a:cubicBezTo>
                  <a:cubicBezTo>
                    <a:pt x="443" y="365"/>
                    <a:pt x="444" y="368"/>
                    <a:pt x="446" y="371"/>
                  </a:cubicBezTo>
                  <a:cubicBezTo>
                    <a:pt x="448" y="377"/>
                    <a:pt x="449" y="384"/>
                    <a:pt x="448" y="390"/>
                  </a:cubicBezTo>
                  <a:cubicBezTo>
                    <a:pt x="447" y="394"/>
                    <a:pt x="447" y="397"/>
                    <a:pt x="445" y="400"/>
                  </a:cubicBezTo>
                  <a:cubicBezTo>
                    <a:pt x="444" y="403"/>
                    <a:pt x="442" y="406"/>
                    <a:pt x="440" y="408"/>
                  </a:cubicBezTo>
                  <a:cubicBezTo>
                    <a:pt x="436" y="413"/>
                    <a:pt x="430" y="417"/>
                    <a:pt x="423" y="419"/>
                  </a:cubicBezTo>
                  <a:cubicBezTo>
                    <a:pt x="420" y="420"/>
                    <a:pt x="416" y="420"/>
                    <a:pt x="413" y="420"/>
                  </a:cubicBezTo>
                  <a:cubicBezTo>
                    <a:pt x="411" y="421"/>
                    <a:pt x="410" y="421"/>
                    <a:pt x="408" y="421"/>
                  </a:cubicBezTo>
                  <a:cubicBezTo>
                    <a:pt x="407" y="421"/>
                    <a:pt x="407" y="421"/>
                    <a:pt x="407" y="421"/>
                  </a:cubicBezTo>
                  <a:cubicBezTo>
                    <a:pt x="407" y="421"/>
                    <a:pt x="407" y="421"/>
                    <a:pt x="406" y="421"/>
                  </a:cubicBezTo>
                  <a:cubicBezTo>
                    <a:pt x="405" y="421"/>
                    <a:pt x="405" y="421"/>
                    <a:pt x="404" y="420"/>
                  </a:cubicBezTo>
                  <a:cubicBezTo>
                    <a:pt x="400" y="420"/>
                    <a:pt x="400" y="420"/>
                    <a:pt x="400" y="420"/>
                  </a:cubicBezTo>
                  <a:cubicBezTo>
                    <a:pt x="399" y="422"/>
                    <a:pt x="399" y="423"/>
                    <a:pt x="398" y="425"/>
                  </a:cubicBezTo>
                  <a:cubicBezTo>
                    <a:pt x="396" y="429"/>
                    <a:pt x="396" y="429"/>
                    <a:pt x="396" y="429"/>
                  </a:cubicBezTo>
                  <a:cubicBezTo>
                    <a:pt x="393" y="435"/>
                    <a:pt x="393" y="435"/>
                    <a:pt x="393" y="435"/>
                  </a:cubicBezTo>
                  <a:cubicBezTo>
                    <a:pt x="388" y="447"/>
                    <a:pt x="388" y="447"/>
                    <a:pt x="388" y="447"/>
                  </a:cubicBezTo>
                  <a:cubicBezTo>
                    <a:pt x="384" y="456"/>
                    <a:pt x="381" y="464"/>
                    <a:pt x="378" y="472"/>
                  </a:cubicBezTo>
                  <a:cubicBezTo>
                    <a:pt x="371" y="489"/>
                    <a:pt x="365" y="506"/>
                    <a:pt x="359" y="523"/>
                  </a:cubicBezTo>
                  <a:cubicBezTo>
                    <a:pt x="353" y="539"/>
                    <a:pt x="347" y="556"/>
                    <a:pt x="342" y="573"/>
                  </a:cubicBezTo>
                  <a:cubicBezTo>
                    <a:pt x="340" y="581"/>
                    <a:pt x="337" y="590"/>
                    <a:pt x="335" y="598"/>
                  </a:cubicBezTo>
                  <a:cubicBezTo>
                    <a:pt x="330" y="612"/>
                    <a:pt x="330" y="612"/>
                    <a:pt x="330" y="612"/>
                  </a:cubicBezTo>
                  <a:cubicBezTo>
                    <a:pt x="329" y="617"/>
                    <a:pt x="329" y="617"/>
                    <a:pt x="329" y="617"/>
                  </a:cubicBezTo>
                  <a:cubicBezTo>
                    <a:pt x="328" y="620"/>
                    <a:pt x="328" y="620"/>
                    <a:pt x="328" y="620"/>
                  </a:cubicBezTo>
                  <a:cubicBezTo>
                    <a:pt x="328" y="621"/>
                    <a:pt x="328" y="621"/>
                    <a:pt x="328" y="621"/>
                  </a:cubicBezTo>
                  <a:cubicBezTo>
                    <a:pt x="328" y="621"/>
                    <a:pt x="328" y="621"/>
                    <a:pt x="328" y="621"/>
                  </a:cubicBezTo>
                  <a:cubicBezTo>
                    <a:pt x="329" y="621"/>
                    <a:pt x="329" y="621"/>
                    <a:pt x="329" y="621"/>
                  </a:cubicBezTo>
                  <a:cubicBezTo>
                    <a:pt x="329" y="621"/>
                    <a:pt x="329" y="621"/>
                    <a:pt x="329" y="621"/>
                  </a:cubicBezTo>
                  <a:cubicBezTo>
                    <a:pt x="339" y="621"/>
                    <a:pt x="339" y="621"/>
                    <a:pt x="339" y="621"/>
                  </a:cubicBezTo>
                  <a:cubicBezTo>
                    <a:pt x="392" y="621"/>
                    <a:pt x="392" y="621"/>
                    <a:pt x="392" y="621"/>
                  </a:cubicBezTo>
                  <a:cubicBezTo>
                    <a:pt x="393" y="621"/>
                    <a:pt x="393" y="621"/>
                    <a:pt x="393" y="621"/>
                  </a:cubicBezTo>
                  <a:cubicBezTo>
                    <a:pt x="393" y="621"/>
                    <a:pt x="393" y="621"/>
                    <a:pt x="393" y="621"/>
                  </a:cubicBezTo>
                  <a:cubicBezTo>
                    <a:pt x="394" y="621"/>
                    <a:pt x="395" y="621"/>
                    <a:pt x="395" y="621"/>
                  </a:cubicBezTo>
                  <a:cubicBezTo>
                    <a:pt x="397" y="621"/>
                    <a:pt x="398" y="620"/>
                    <a:pt x="399" y="620"/>
                  </a:cubicBezTo>
                  <a:cubicBezTo>
                    <a:pt x="402" y="619"/>
                    <a:pt x="404" y="618"/>
                    <a:pt x="406" y="616"/>
                  </a:cubicBezTo>
                  <a:cubicBezTo>
                    <a:pt x="410" y="613"/>
                    <a:pt x="413" y="608"/>
                    <a:pt x="414" y="603"/>
                  </a:cubicBezTo>
                  <a:cubicBezTo>
                    <a:pt x="414" y="602"/>
                    <a:pt x="414" y="601"/>
                    <a:pt x="414" y="601"/>
                  </a:cubicBezTo>
                  <a:cubicBezTo>
                    <a:pt x="414" y="600"/>
                    <a:pt x="414" y="600"/>
                    <a:pt x="414" y="600"/>
                  </a:cubicBezTo>
                  <a:cubicBezTo>
                    <a:pt x="414" y="599"/>
                    <a:pt x="414" y="599"/>
                    <a:pt x="414" y="599"/>
                  </a:cubicBezTo>
                  <a:cubicBezTo>
                    <a:pt x="414" y="596"/>
                    <a:pt x="414" y="596"/>
                    <a:pt x="414" y="596"/>
                  </a:cubicBezTo>
                  <a:cubicBezTo>
                    <a:pt x="414" y="590"/>
                    <a:pt x="414" y="590"/>
                    <a:pt x="414" y="590"/>
                  </a:cubicBezTo>
                  <a:cubicBezTo>
                    <a:pt x="414" y="577"/>
                    <a:pt x="414" y="577"/>
                    <a:pt x="414" y="577"/>
                  </a:cubicBezTo>
                  <a:cubicBezTo>
                    <a:pt x="414" y="552"/>
                    <a:pt x="414" y="552"/>
                    <a:pt x="414" y="552"/>
                  </a:cubicBezTo>
                  <a:cubicBezTo>
                    <a:pt x="414" y="548"/>
                    <a:pt x="414" y="548"/>
                    <a:pt x="414" y="548"/>
                  </a:cubicBezTo>
                  <a:cubicBezTo>
                    <a:pt x="414" y="547"/>
                    <a:pt x="415" y="547"/>
                    <a:pt x="415" y="547"/>
                  </a:cubicBezTo>
                  <a:cubicBezTo>
                    <a:pt x="416" y="546"/>
                    <a:pt x="416" y="546"/>
                    <a:pt x="416" y="546"/>
                  </a:cubicBezTo>
                  <a:cubicBezTo>
                    <a:pt x="420" y="545"/>
                    <a:pt x="424" y="543"/>
                    <a:pt x="428" y="541"/>
                  </a:cubicBezTo>
                  <a:cubicBezTo>
                    <a:pt x="442" y="533"/>
                    <a:pt x="456" y="523"/>
                    <a:pt x="470" y="513"/>
                  </a:cubicBezTo>
                  <a:cubicBezTo>
                    <a:pt x="496" y="493"/>
                    <a:pt x="518" y="468"/>
                    <a:pt x="535" y="440"/>
                  </a:cubicBezTo>
                  <a:cubicBezTo>
                    <a:pt x="553" y="412"/>
                    <a:pt x="565" y="382"/>
                    <a:pt x="572" y="350"/>
                  </a:cubicBezTo>
                  <a:cubicBezTo>
                    <a:pt x="580" y="319"/>
                    <a:pt x="581" y="286"/>
                    <a:pt x="578" y="255"/>
                  </a:cubicBezTo>
                  <a:cubicBezTo>
                    <a:pt x="574" y="223"/>
                    <a:pt x="566" y="192"/>
                    <a:pt x="552" y="164"/>
                  </a:cubicBezTo>
                  <a:cubicBezTo>
                    <a:pt x="539" y="135"/>
                    <a:pt x="521" y="109"/>
                    <a:pt x="499" y="86"/>
                  </a:cubicBezTo>
                  <a:cubicBezTo>
                    <a:pt x="477" y="63"/>
                    <a:pt x="451" y="44"/>
                    <a:pt x="424" y="30"/>
                  </a:cubicBezTo>
                  <a:cubicBezTo>
                    <a:pt x="412" y="23"/>
                    <a:pt x="399" y="18"/>
                    <a:pt x="386" y="13"/>
                  </a:cubicBezTo>
                  <a:cubicBezTo>
                    <a:pt x="369" y="8"/>
                    <a:pt x="353" y="4"/>
                    <a:pt x="339" y="2"/>
                  </a:cubicBezTo>
                  <a:cubicBezTo>
                    <a:pt x="325" y="0"/>
                    <a:pt x="313" y="0"/>
                    <a:pt x="305" y="0"/>
                  </a:cubicBezTo>
                  <a:cubicBezTo>
                    <a:pt x="296" y="0"/>
                    <a:pt x="291" y="0"/>
                    <a:pt x="291" y="1"/>
                  </a:cubicBezTo>
                  <a:cubicBezTo>
                    <a:pt x="291" y="1"/>
                    <a:pt x="296" y="2"/>
                    <a:pt x="308" y="3"/>
                  </a:cubicBezTo>
                  <a:cubicBezTo>
                    <a:pt x="314" y="3"/>
                    <a:pt x="322" y="4"/>
                    <a:pt x="331" y="6"/>
                  </a:cubicBezTo>
                  <a:cubicBezTo>
                    <a:pt x="341" y="7"/>
                    <a:pt x="352" y="10"/>
                    <a:pt x="365" y="13"/>
                  </a:cubicBezTo>
                  <a:cubicBezTo>
                    <a:pt x="372" y="15"/>
                    <a:pt x="380" y="18"/>
                    <a:pt x="388" y="21"/>
                  </a:cubicBezTo>
                  <a:cubicBezTo>
                    <a:pt x="397" y="24"/>
                    <a:pt x="405" y="28"/>
                    <a:pt x="413" y="31"/>
                  </a:cubicBezTo>
                  <a:cubicBezTo>
                    <a:pt x="429" y="39"/>
                    <a:pt x="440" y="46"/>
                    <a:pt x="440" y="46"/>
                  </a:cubicBezTo>
                  <a:cubicBezTo>
                    <a:pt x="445" y="49"/>
                    <a:pt x="445" y="50"/>
                    <a:pt x="444" y="50"/>
                  </a:cubicBezTo>
                  <a:cubicBezTo>
                    <a:pt x="443" y="50"/>
                    <a:pt x="440" y="48"/>
                    <a:pt x="437" y="47"/>
                  </a:cubicBezTo>
                  <a:cubicBezTo>
                    <a:pt x="475" y="70"/>
                    <a:pt x="507" y="102"/>
                    <a:pt x="530" y="139"/>
                  </a:cubicBezTo>
                  <a:cubicBezTo>
                    <a:pt x="553" y="176"/>
                    <a:pt x="567" y="219"/>
                    <a:pt x="571" y="263"/>
                  </a:cubicBezTo>
                  <a:cubicBezTo>
                    <a:pt x="572" y="285"/>
                    <a:pt x="572" y="307"/>
                    <a:pt x="568" y="329"/>
                  </a:cubicBezTo>
                  <a:cubicBezTo>
                    <a:pt x="565" y="350"/>
                    <a:pt x="559" y="371"/>
                    <a:pt x="551" y="392"/>
                  </a:cubicBezTo>
                  <a:cubicBezTo>
                    <a:pt x="535" y="432"/>
                    <a:pt x="509" y="469"/>
                    <a:pt x="475" y="498"/>
                  </a:cubicBezTo>
                  <a:cubicBezTo>
                    <a:pt x="462" y="510"/>
                    <a:pt x="448" y="520"/>
                    <a:pt x="432" y="529"/>
                  </a:cubicBezTo>
                  <a:cubicBezTo>
                    <a:pt x="428" y="531"/>
                    <a:pt x="425" y="533"/>
                    <a:pt x="421" y="535"/>
                  </a:cubicBezTo>
                  <a:cubicBezTo>
                    <a:pt x="419" y="536"/>
                    <a:pt x="417" y="537"/>
                    <a:pt x="415" y="538"/>
                  </a:cubicBezTo>
                  <a:cubicBezTo>
                    <a:pt x="413" y="539"/>
                    <a:pt x="410" y="541"/>
                    <a:pt x="407" y="542"/>
                  </a:cubicBezTo>
                  <a:cubicBezTo>
                    <a:pt x="406" y="542"/>
                    <a:pt x="406" y="542"/>
                    <a:pt x="406" y="542"/>
                  </a:cubicBezTo>
                  <a:cubicBezTo>
                    <a:pt x="406" y="542"/>
                    <a:pt x="406" y="542"/>
                    <a:pt x="406" y="542"/>
                  </a:cubicBezTo>
                  <a:cubicBezTo>
                    <a:pt x="406" y="543"/>
                    <a:pt x="406" y="543"/>
                    <a:pt x="406" y="543"/>
                  </a:cubicBezTo>
                  <a:cubicBezTo>
                    <a:pt x="406" y="544"/>
                    <a:pt x="406" y="544"/>
                    <a:pt x="406" y="544"/>
                  </a:cubicBezTo>
                  <a:cubicBezTo>
                    <a:pt x="406" y="547"/>
                    <a:pt x="406" y="547"/>
                    <a:pt x="406" y="547"/>
                  </a:cubicBezTo>
                  <a:cubicBezTo>
                    <a:pt x="406" y="551"/>
                    <a:pt x="406" y="551"/>
                    <a:pt x="406" y="551"/>
                  </a:cubicBezTo>
                  <a:cubicBezTo>
                    <a:pt x="406" y="558"/>
                    <a:pt x="406" y="558"/>
                    <a:pt x="406" y="558"/>
                  </a:cubicBezTo>
                  <a:cubicBezTo>
                    <a:pt x="406" y="571"/>
                    <a:pt x="406" y="571"/>
                    <a:pt x="406" y="571"/>
                  </a:cubicBezTo>
                  <a:cubicBezTo>
                    <a:pt x="406" y="598"/>
                    <a:pt x="406" y="598"/>
                    <a:pt x="406" y="598"/>
                  </a:cubicBezTo>
                  <a:cubicBezTo>
                    <a:pt x="406" y="600"/>
                    <a:pt x="406" y="600"/>
                    <a:pt x="406" y="600"/>
                  </a:cubicBezTo>
                  <a:cubicBezTo>
                    <a:pt x="406" y="600"/>
                    <a:pt x="406" y="600"/>
                    <a:pt x="406" y="600"/>
                  </a:cubicBezTo>
                  <a:cubicBezTo>
                    <a:pt x="406" y="601"/>
                    <a:pt x="406" y="601"/>
                    <a:pt x="406" y="601"/>
                  </a:cubicBezTo>
                  <a:cubicBezTo>
                    <a:pt x="406" y="602"/>
                    <a:pt x="406" y="603"/>
                    <a:pt x="406" y="604"/>
                  </a:cubicBezTo>
                  <a:cubicBezTo>
                    <a:pt x="405" y="605"/>
                    <a:pt x="404" y="607"/>
                    <a:pt x="403" y="608"/>
                  </a:cubicBezTo>
                  <a:cubicBezTo>
                    <a:pt x="401" y="611"/>
                    <a:pt x="398" y="613"/>
                    <a:pt x="394" y="613"/>
                  </a:cubicBezTo>
                  <a:cubicBezTo>
                    <a:pt x="394" y="613"/>
                    <a:pt x="393" y="613"/>
                    <a:pt x="393" y="613"/>
                  </a:cubicBezTo>
                  <a:cubicBezTo>
                    <a:pt x="391" y="613"/>
                    <a:pt x="391" y="613"/>
                    <a:pt x="391" y="613"/>
                  </a:cubicBezTo>
                  <a:cubicBezTo>
                    <a:pt x="388" y="613"/>
                    <a:pt x="388" y="613"/>
                    <a:pt x="388" y="613"/>
                  </a:cubicBezTo>
                  <a:cubicBezTo>
                    <a:pt x="381" y="613"/>
                    <a:pt x="381" y="613"/>
                    <a:pt x="381" y="613"/>
                  </a:cubicBezTo>
                  <a:cubicBezTo>
                    <a:pt x="368" y="613"/>
                    <a:pt x="368" y="613"/>
                    <a:pt x="368" y="613"/>
                  </a:cubicBezTo>
                  <a:cubicBezTo>
                    <a:pt x="342" y="613"/>
                    <a:pt x="342" y="613"/>
                    <a:pt x="342" y="613"/>
                  </a:cubicBezTo>
                  <a:cubicBezTo>
                    <a:pt x="339" y="613"/>
                    <a:pt x="339" y="613"/>
                    <a:pt x="339" y="613"/>
                  </a:cubicBezTo>
                  <a:cubicBezTo>
                    <a:pt x="339" y="613"/>
                    <a:pt x="339" y="613"/>
                    <a:pt x="339" y="613"/>
                  </a:cubicBezTo>
                  <a:cubicBezTo>
                    <a:pt x="338" y="613"/>
                    <a:pt x="339" y="613"/>
                    <a:pt x="339" y="613"/>
                  </a:cubicBezTo>
                  <a:cubicBezTo>
                    <a:pt x="339" y="612"/>
                    <a:pt x="339" y="612"/>
                    <a:pt x="339" y="612"/>
                  </a:cubicBezTo>
                  <a:cubicBezTo>
                    <a:pt x="339" y="610"/>
                    <a:pt x="339" y="610"/>
                    <a:pt x="339" y="610"/>
                  </a:cubicBezTo>
                  <a:cubicBezTo>
                    <a:pt x="342" y="599"/>
                    <a:pt x="342" y="599"/>
                    <a:pt x="342" y="599"/>
                  </a:cubicBezTo>
                  <a:cubicBezTo>
                    <a:pt x="345" y="591"/>
                    <a:pt x="348" y="582"/>
                    <a:pt x="350" y="574"/>
                  </a:cubicBezTo>
                  <a:cubicBezTo>
                    <a:pt x="355" y="557"/>
                    <a:pt x="361" y="540"/>
                    <a:pt x="367" y="524"/>
                  </a:cubicBezTo>
                  <a:cubicBezTo>
                    <a:pt x="373" y="507"/>
                    <a:pt x="379" y="490"/>
                    <a:pt x="385" y="474"/>
                  </a:cubicBezTo>
                  <a:cubicBezTo>
                    <a:pt x="389" y="466"/>
                    <a:pt x="392" y="458"/>
                    <a:pt x="396" y="450"/>
                  </a:cubicBezTo>
                  <a:cubicBezTo>
                    <a:pt x="401" y="438"/>
                    <a:pt x="401" y="438"/>
                    <a:pt x="401" y="438"/>
                  </a:cubicBezTo>
                  <a:cubicBezTo>
                    <a:pt x="403" y="432"/>
                    <a:pt x="403" y="432"/>
                    <a:pt x="403" y="432"/>
                  </a:cubicBezTo>
                  <a:cubicBezTo>
                    <a:pt x="404" y="430"/>
                    <a:pt x="404" y="430"/>
                    <a:pt x="404" y="430"/>
                  </a:cubicBezTo>
                  <a:cubicBezTo>
                    <a:pt x="405" y="429"/>
                    <a:pt x="405" y="429"/>
                    <a:pt x="405" y="428"/>
                  </a:cubicBezTo>
                  <a:cubicBezTo>
                    <a:pt x="405" y="428"/>
                    <a:pt x="406" y="428"/>
                    <a:pt x="406" y="429"/>
                  </a:cubicBezTo>
                  <a:cubicBezTo>
                    <a:pt x="407" y="429"/>
                    <a:pt x="407" y="429"/>
                    <a:pt x="407" y="429"/>
                  </a:cubicBezTo>
                  <a:cubicBezTo>
                    <a:pt x="408" y="429"/>
                    <a:pt x="408" y="429"/>
                    <a:pt x="408" y="429"/>
                  </a:cubicBezTo>
                  <a:cubicBezTo>
                    <a:pt x="410" y="429"/>
                    <a:pt x="412" y="429"/>
                    <a:pt x="414" y="428"/>
                  </a:cubicBezTo>
                  <a:cubicBezTo>
                    <a:pt x="418" y="428"/>
                    <a:pt x="422" y="427"/>
                    <a:pt x="426" y="426"/>
                  </a:cubicBezTo>
                  <a:cubicBezTo>
                    <a:pt x="433" y="424"/>
                    <a:pt x="441" y="420"/>
                    <a:pt x="446" y="413"/>
                  </a:cubicBezTo>
                  <a:cubicBezTo>
                    <a:pt x="449" y="410"/>
                    <a:pt x="451" y="407"/>
                    <a:pt x="453" y="403"/>
                  </a:cubicBezTo>
                  <a:cubicBezTo>
                    <a:pt x="454" y="399"/>
                    <a:pt x="455" y="395"/>
                    <a:pt x="456" y="391"/>
                  </a:cubicBezTo>
                  <a:cubicBezTo>
                    <a:pt x="457" y="383"/>
                    <a:pt x="457" y="375"/>
                    <a:pt x="453" y="367"/>
                  </a:cubicBezTo>
                  <a:cubicBezTo>
                    <a:pt x="451" y="363"/>
                    <a:pt x="449" y="360"/>
                    <a:pt x="446" y="357"/>
                  </a:cubicBezTo>
                  <a:cubicBezTo>
                    <a:pt x="442" y="354"/>
                    <a:pt x="438" y="352"/>
                    <a:pt x="434" y="351"/>
                  </a:cubicBezTo>
                  <a:cubicBezTo>
                    <a:pt x="433" y="351"/>
                    <a:pt x="431" y="351"/>
                    <a:pt x="430" y="351"/>
                  </a:cubicBezTo>
                  <a:cubicBezTo>
                    <a:pt x="429" y="351"/>
                    <a:pt x="428" y="351"/>
                    <a:pt x="427" y="351"/>
                  </a:cubicBezTo>
                  <a:cubicBezTo>
                    <a:pt x="424" y="351"/>
                    <a:pt x="422" y="352"/>
                    <a:pt x="420" y="353"/>
                  </a:cubicBezTo>
                  <a:cubicBezTo>
                    <a:pt x="416" y="355"/>
                    <a:pt x="413" y="357"/>
                    <a:pt x="410" y="360"/>
                  </a:cubicBezTo>
                  <a:cubicBezTo>
                    <a:pt x="407" y="363"/>
                    <a:pt x="405" y="366"/>
                    <a:pt x="402" y="369"/>
                  </a:cubicBezTo>
                  <a:cubicBezTo>
                    <a:pt x="402" y="369"/>
                    <a:pt x="401" y="370"/>
                    <a:pt x="401" y="371"/>
                  </a:cubicBezTo>
                  <a:cubicBezTo>
                    <a:pt x="400" y="372"/>
                    <a:pt x="400" y="372"/>
                    <a:pt x="400" y="372"/>
                  </a:cubicBezTo>
                  <a:cubicBezTo>
                    <a:pt x="400" y="373"/>
                    <a:pt x="400" y="373"/>
                    <a:pt x="400" y="373"/>
                  </a:cubicBezTo>
                  <a:cubicBezTo>
                    <a:pt x="399" y="374"/>
                    <a:pt x="399" y="374"/>
                    <a:pt x="399" y="374"/>
                  </a:cubicBezTo>
                  <a:cubicBezTo>
                    <a:pt x="396" y="379"/>
                    <a:pt x="396" y="379"/>
                    <a:pt x="396" y="379"/>
                  </a:cubicBezTo>
                  <a:cubicBezTo>
                    <a:pt x="392" y="389"/>
                    <a:pt x="392" y="389"/>
                    <a:pt x="392" y="389"/>
                  </a:cubicBezTo>
                  <a:cubicBezTo>
                    <a:pt x="389" y="394"/>
                    <a:pt x="389" y="394"/>
                    <a:pt x="389" y="394"/>
                  </a:cubicBezTo>
                  <a:cubicBezTo>
                    <a:pt x="389" y="395"/>
                    <a:pt x="389" y="395"/>
                    <a:pt x="389" y="394"/>
                  </a:cubicBezTo>
                  <a:cubicBezTo>
                    <a:pt x="388" y="394"/>
                    <a:pt x="388" y="394"/>
                    <a:pt x="388" y="394"/>
                  </a:cubicBezTo>
                  <a:cubicBezTo>
                    <a:pt x="388" y="394"/>
                    <a:pt x="388" y="394"/>
                    <a:pt x="388" y="394"/>
                  </a:cubicBezTo>
                  <a:cubicBezTo>
                    <a:pt x="387" y="394"/>
                    <a:pt x="387" y="394"/>
                    <a:pt x="387" y="394"/>
                  </a:cubicBezTo>
                  <a:cubicBezTo>
                    <a:pt x="386" y="393"/>
                    <a:pt x="386" y="393"/>
                    <a:pt x="386" y="393"/>
                  </a:cubicBezTo>
                  <a:cubicBezTo>
                    <a:pt x="385" y="393"/>
                    <a:pt x="385" y="393"/>
                    <a:pt x="385" y="393"/>
                  </a:cubicBezTo>
                  <a:cubicBezTo>
                    <a:pt x="385" y="392"/>
                    <a:pt x="384" y="392"/>
                    <a:pt x="383" y="391"/>
                  </a:cubicBezTo>
                  <a:cubicBezTo>
                    <a:pt x="380" y="389"/>
                    <a:pt x="377" y="386"/>
                    <a:pt x="375" y="383"/>
                  </a:cubicBezTo>
                  <a:cubicBezTo>
                    <a:pt x="369" y="377"/>
                    <a:pt x="365" y="370"/>
                    <a:pt x="362" y="363"/>
                  </a:cubicBezTo>
                  <a:cubicBezTo>
                    <a:pt x="365" y="370"/>
                    <a:pt x="369" y="377"/>
                    <a:pt x="375" y="383"/>
                  </a:cubicBezTo>
                  <a:cubicBezTo>
                    <a:pt x="377" y="386"/>
                    <a:pt x="380" y="389"/>
                    <a:pt x="383" y="391"/>
                  </a:cubicBezTo>
                  <a:cubicBezTo>
                    <a:pt x="384" y="392"/>
                    <a:pt x="385" y="392"/>
                    <a:pt x="385" y="393"/>
                  </a:cubicBezTo>
                  <a:cubicBezTo>
                    <a:pt x="386" y="393"/>
                    <a:pt x="386" y="393"/>
                    <a:pt x="386" y="393"/>
                  </a:cubicBezTo>
                  <a:cubicBezTo>
                    <a:pt x="387" y="393"/>
                    <a:pt x="387" y="393"/>
                    <a:pt x="387" y="393"/>
                  </a:cubicBezTo>
                  <a:cubicBezTo>
                    <a:pt x="387" y="394"/>
                    <a:pt x="387" y="394"/>
                    <a:pt x="388" y="394"/>
                  </a:cubicBezTo>
                  <a:cubicBezTo>
                    <a:pt x="388" y="394"/>
                    <a:pt x="388" y="394"/>
                    <a:pt x="388" y="394"/>
                  </a:cubicBezTo>
                  <a:cubicBezTo>
                    <a:pt x="389" y="394"/>
                    <a:pt x="389" y="394"/>
                    <a:pt x="389" y="394"/>
                  </a:cubicBezTo>
                  <a:cubicBezTo>
                    <a:pt x="389" y="394"/>
                    <a:pt x="389" y="395"/>
                    <a:pt x="389" y="394"/>
                  </a:cubicBezTo>
                  <a:cubicBezTo>
                    <a:pt x="392" y="389"/>
                    <a:pt x="392" y="389"/>
                    <a:pt x="392" y="389"/>
                  </a:cubicBezTo>
                  <a:cubicBezTo>
                    <a:pt x="396" y="379"/>
                    <a:pt x="396" y="379"/>
                    <a:pt x="396" y="379"/>
                  </a:cubicBezTo>
                  <a:cubicBezTo>
                    <a:pt x="399" y="374"/>
                    <a:pt x="399" y="374"/>
                    <a:pt x="399" y="374"/>
                  </a:cubicBezTo>
                  <a:cubicBezTo>
                    <a:pt x="399" y="373"/>
                    <a:pt x="399" y="373"/>
                    <a:pt x="400" y="372"/>
                  </a:cubicBezTo>
                  <a:cubicBezTo>
                    <a:pt x="401" y="371"/>
                    <a:pt x="401" y="371"/>
                    <a:pt x="401" y="371"/>
                  </a:cubicBezTo>
                  <a:cubicBezTo>
                    <a:pt x="401" y="370"/>
                    <a:pt x="402" y="369"/>
                    <a:pt x="402" y="369"/>
                  </a:cubicBezTo>
                  <a:cubicBezTo>
                    <a:pt x="405" y="365"/>
                    <a:pt x="407" y="362"/>
                    <a:pt x="410" y="360"/>
                  </a:cubicBezTo>
                  <a:cubicBezTo>
                    <a:pt x="413" y="357"/>
                    <a:pt x="417" y="354"/>
                    <a:pt x="421" y="353"/>
                  </a:cubicBezTo>
                  <a:cubicBezTo>
                    <a:pt x="423" y="352"/>
                    <a:pt x="425" y="351"/>
                    <a:pt x="427" y="351"/>
                  </a:cubicBezTo>
                  <a:cubicBezTo>
                    <a:pt x="429" y="350"/>
                    <a:pt x="432" y="350"/>
                    <a:pt x="434" y="351"/>
                  </a:cubicBezTo>
                  <a:cubicBezTo>
                    <a:pt x="439" y="352"/>
                    <a:pt x="443" y="354"/>
                    <a:pt x="446" y="357"/>
                  </a:cubicBezTo>
                  <a:cubicBezTo>
                    <a:pt x="449" y="360"/>
                    <a:pt x="452" y="364"/>
                    <a:pt x="453" y="368"/>
                  </a:cubicBezTo>
                  <a:cubicBezTo>
                    <a:pt x="457" y="375"/>
                    <a:pt x="457" y="384"/>
                    <a:pt x="456" y="392"/>
                  </a:cubicBezTo>
                  <a:cubicBezTo>
                    <a:pt x="455" y="396"/>
                    <a:pt x="454" y="400"/>
                    <a:pt x="453" y="403"/>
                  </a:cubicBezTo>
                  <a:cubicBezTo>
                    <a:pt x="451" y="407"/>
                    <a:pt x="449" y="411"/>
                    <a:pt x="446" y="414"/>
                  </a:cubicBezTo>
                  <a:cubicBezTo>
                    <a:pt x="441" y="420"/>
                    <a:pt x="433" y="424"/>
                    <a:pt x="425" y="426"/>
                  </a:cubicBezTo>
                  <a:cubicBezTo>
                    <a:pt x="422" y="428"/>
                    <a:pt x="418" y="428"/>
                    <a:pt x="414" y="429"/>
                  </a:cubicBezTo>
                  <a:cubicBezTo>
                    <a:pt x="412" y="429"/>
                    <a:pt x="410" y="429"/>
                    <a:pt x="408" y="429"/>
                  </a:cubicBezTo>
                  <a:cubicBezTo>
                    <a:pt x="407" y="429"/>
                    <a:pt x="407" y="429"/>
                    <a:pt x="407" y="429"/>
                  </a:cubicBezTo>
                  <a:cubicBezTo>
                    <a:pt x="407" y="429"/>
                    <a:pt x="407" y="429"/>
                    <a:pt x="407" y="429"/>
                  </a:cubicBezTo>
                  <a:cubicBezTo>
                    <a:pt x="406" y="429"/>
                    <a:pt x="406" y="429"/>
                    <a:pt x="406" y="429"/>
                  </a:cubicBezTo>
                  <a:cubicBezTo>
                    <a:pt x="406" y="429"/>
                    <a:pt x="405" y="429"/>
                    <a:pt x="405" y="429"/>
                  </a:cubicBezTo>
                  <a:cubicBezTo>
                    <a:pt x="405" y="429"/>
                    <a:pt x="405" y="429"/>
                    <a:pt x="404" y="430"/>
                  </a:cubicBezTo>
                  <a:cubicBezTo>
                    <a:pt x="404" y="432"/>
                    <a:pt x="404" y="432"/>
                    <a:pt x="404" y="432"/>
                  </a:cubicBezTo>
                  <a:cubicBezTo>
                    <a:pt x="401" y="438"/>
                    <a:pt x="401" y="438"/>
                    <a:pt x="401" y="438"/>
                  </a:cubicBezTo>
                  <a:cubicBezTo>
                    <a:pt x="396" y="450"/>
                    <a:pt x="396" y="450"/>
                    <a:pt x="396" y="450"/>
                  </a:cubicBezTo>
                  <a:cubicBezTo>
                    <a:pt x="392" y="458"/>
                    <a:pt x="389" y="466"/>
                    <a:pt x="385" y="475"/>
                  </a:cubicBezTo>
                  <a:cubicBezTo>
                    <a:pt x="379" y="491"/>
                    <a:pt x="373" y="508"/>
                    <a:pt x="367" y="525"/>
                  </a:cubicBezTo>
                  <a:cubicBezTo>
                    <a:pt x="361" y="541"/>
                    <a:pt x="355" y="558"/>
                    <a:pt x="350" y="575"/>
                  </a:cubicBezTo>
                  <a:cubicBezTo>
                    <a:pt x="347" y="584"/>
                    <a:pt x="345" y="592"/>
                    <a:pt x="342" y="601"/>
                  </a:cubicBezTo>
                  <a:cubicBezTo>
                    <a:pt x="339" y="611"/>
                    <a:pt x="339" y="611"/>
                    <a:pt x="339" y="611"/>
                  </a:cubicBezTo>
                  <a:cubicBezTo>
                    <a:pt x="339" y="612"/>
                    <a:pt x="339" y="612"/>
                    <a:pt x="339" y="612"/>
                  </a:cubicBezTo>
                  <a:cubicBezTo>
                    <a:pt x="339" y="613"/>
                    <a:pt x="339" y="613"/>
                    <a:pt x="339" y="613"/>
                  </a:cubicBezTo>
                  <a:cubicBezTo>
                    <a:pt x="339" y="613"/>
                    <a:pt x="339" y="613"/>
                    <a:pt x="339" y="613"/>
                  </a:cubicBezTo>
                  <a:cubicBezTo>
                    <a:pt x="339" y="613"/>
                    <a:pt x="339" y="613"/>
                    <a:pt x="339" y="613"/>
                  </a:cubicBezTo>
                  <a:cubicBezTo>
                    <a:pt x="340" y="613"/>
                    <a:pt x="340" y="613"/>
                    <a:pt x="340" y="613"/>
                  </a:cubicBezTo>
                  <a:cubicBezTo>
                    <a:pt x="343" y="613"/>
                    <a:pt x="343" y="613"/>
                    <a:pt x="343" y="613"/>
                  </a:cubicBezTo>
                  <a:cubicBezTo>
                    <a:pt x="369" y="613"/>
                    <a:pt x="369" y="613"/>
                    <a:pt x="369" y="613"/>
                  </a:cubicBezTo>
                  <a:cubicBezTo>
                    <a:pt x="382" y="613"/>
                    <a:pt x="382" y="613"/>
                    <a:pt x="382" y="613"/>
                  </a:cubicBezTo>
                  <a:cubicBezTo>
                    <a:pt x="389" y="613"/>
                    <a:pt x="389" y="613"/>
                    <a:pt x="389" y="613"/>
                  </a:cubicBezTo>
                  <a:cubicBezTo>
                    <a:pt x="392" y="613"/>
                    <a:pt x="392" y="613"/>
                    <a:pt x="392" y="613"/>
                  </a:cubicBezTo>
                  <a:cubicBezTo>
                    <a:pt x="393" y="613"/>
                    <a:pt x="393" y="613"/>
                    <a:pt x="394" y="613"/>
                  </a:cubicBezTo>
                  <a:cubicBezTo>
                    <a:pt x="394" y="613"/>
                    <a:pt x="395" y="613"/>
                    <a:pt x="395" y="613"/>
                  </a:cubicBezTo>
                  <a:cubicBezTo>
                    <a:pt x="398" y="612"/>
                    <a:pt x="402" y="610"/>
                    <a:pt x="404" y="607"/>
                  </a:cubicBezTo>
                  <a:cubicBezTo>
                    <a:pt x="405" y="606"/>
                    <a:pt x="405" y="604"/>
                    <a:pt x="406" y="603"/>
                  </a:cubicBezTo>
                  <a:cubicBezTo>
                    <a:pt x="406" y="602"/>
                    <a:pt x="406" y="601"/>
                    <a:pt x="406" y="600"/>
                  </a:cubicBezTo>
                  <a:cubicBezTo>
                    <a:pt x="406" y="597"/>
                    <a:pt x="406" y="597"/>
                    <a:pt x="406" y="597"/>
                  </a:cubicBezTo>
                  <a:cubicBezTo>
                    <a:pt x="406" y="570"/>
                    <a:pt x="406" y="570"/>
                    <a:pt x="406" y="570"/>
                  </a:cubicBezTo>
                  <a:cubicBezTo>
                    <a:pt x="406" y="557"/>
                    <a:pt x="406" y="557"/>
                    <a:pt x="406" y="557"/>
                  </a:cubicBezTo>
                  <a:cubicBezTo>
                    <a:pt x="406" y="550"/>
                    <a:pt x="406" y="550"/>
                    <a:pt x="406" y="550"/>
                  </a:cubicBezTo>
                  <a:cubicBezTo>
                    <a:pt x="406" y="545"/>
                    <a:pt x="406" y="545"/>
                    <a:pt x="406" y="545"/>
                  </a:cubicBezTo>
                  <a:cubicBezTo>
                    <a:pt x="406" y="543"/>
                    <a:pt x="406" y="543"/>
                    <a:pt x="406" y="543"/>
                  </a:cubicBezTo>
                  <a:cubicBezTo>
                    <a:pt x="406" y="543"/>
                    <a:pt x="406" y="543"/>
                    <a:pt x="406" y="543"/>
                  </a:cubicBezTo>
                  <a:cubicBezTo>
                    <a:pt x="406" y="542"/>
                    <a:pt x="406" y="542"/>
                    <a:pt x="406" y="542"/>
                  </a:cubicBezTo>
                  <a:cubicBezTo>
                    <a:pt x="407" y="542"/>
                    <a:pt x="407" y="542"/>
                    <a:pt x="407" y="542"/>
                  </a:cubicBezTo>
                  <a:cubicBezTo>
                    <a:pt x="408" y="542"/>
                    <a:pt x="408" y="542"/>
                    <a:pt x="408" y="542"/>
                  </a:cubicBezTo>
                  <a:cubicBezTo>
                    <a:pt x="412" y="540"/>
                    <a:pt x="412" y="540"/>
                    <a:pt x="412" y="540"/>
                  </a:cubicBezTo>
                  <a:cubicBezTo>
                    <a:pt x="415" y="538"/>
                    <a:pt x="415" y="538"/>
                    <a:pt x="415" y="538"/>
                  </a:cubicBezTo>
                  <a:cubicBezTo>
                    <a:pt x="417" y="537"/>
                    <a:pt x="419" y="536"/>
                    <a:pt x="421" y="535"/>
                  </a:cubicBezTo>
                  <a:cubicBezTo>
                    <a:pt x="425" y="533"/>
                    <a:pt x="429" y="531"/>
                    <a:pt x="433" y="529"/>
                  </a:cubicBezTo>
                  <a:cubicBezTo>
                    <a:pt x="448" y="520"/>
                    <a:pt x="462" y="509"/>
                    <a:pt x="475" y="498"/>
                  </a:cubicBezTo>
                  <a:cubicBezTo>
                    <a:pt x="509" y="469"/>
                    <a:pt x="535" y="432"/>
                    <a:pt x="551" y="391"/>
                  </a:cubicBezTo>
                  <a:cubicBezTo>
                    <a:pt x="568" y="350"/>
                    <a:pt x="574" y="305"/>
                    <a:pt x="570" y="261"/>
                  </a:cubicBezTo>
                  <a:cubicBezTo>
                    <a:pt x="566" y="217"/>
                    <a:pt x="552" y="174"/>
                    <a:pt x="528" y="136"/>
                  </a:cubicBezTo>
                  <a:cubicBezTo>
                    <a:pt x="504" y="99"/>
                    <a:pt x="471" y="67"/>
                    <a:pt x="432" y="44"/>
                  </a:cubicBezTo>
                  <a:cubicBezTo>
                    <a:pt x="430" y="43"/>
                    <a:pt x="429" y="43"/>
                    <a:pt x="432" y="45"/>
                  </a:cubicBezTo>
                  <a:cubicBezTo>
                    <a:pt x="442" y="52"/>
                    <a:pt x="442" y="52"/>
                    <a:pt x="442" y="52"/>
                  </a:cubicBezTo>
                  <a:cubicBezTo>
                    <a:pt x="446" y="55"/>
                    <a:pt x="452" y="59"/>
                    <a:pt x="460" y="65"/>
                  </a:cubicBezTo>
                  <a:cubicBezTo>
                    <a:pt x="470" y="73"/>
                    <a:pt x="487" y="88"/>
                    <a:pt x="505" y="108"/>
                  </a:cubicBezTo>
                  <a:cubicBezTo>
                    <a:pt x="513" y="119"/>
                    <a:pt x="522" y="131"/>
                    <a:pt x="530" y="144"/>
                  </a:cubicBezTo>
                  <a:cubicBezTo>
                    <a:pt x="538" y="157"/>
                    <a:pt x="545" y="172"/>
                    <a:pt x="551" y="188"/>
                  </a:cubicBezTo>
                  <a:cubicBezTo>
                    <a:pt x="557" y="203"/>
                    <a:pt x="562" y="220"/>
                    <a:pt x="565" y="237"/>
                  </a:cubicBezTo>
                  <a:cubicBezTo>
                    <a:pt x="568" y="254"/>
                    <a:pt x="569" y="271"/>
                    <a:pt x="569" y="288"/>
                  </a:cubicBezTo>
                  <a:cubicBezTo>
                    <a:pt x="569" y="305"/>
                    <a:pt x="568" y="321"/>
                    <a:pt x="565" y="337"/>
                  </a:cubicBezTo>
                  <a:cubicBezTo>
                    <a:pt x="562" y="352"/>
                    <a:pt x="558" y="366"/>
                    <a:pt x="554" y="379"/>
                  </a:cubicBezTo>
                  <a:cubicBezTo>
                    <a:pt x="539" y="422"/>
                    <a:pt x="513" y="461"/>
                    <a:pt x="478" y="492"/>
                  </a:cubicBezTo>
                  <a:cubicBezTo>
                    <a:pt x="461" y="508"/>
                    <a:pt x="442" y="521"/>
                    <a:pt x="421" y="532"/>
                  </a:cubicBezTo>
                  <a:cubicBezTo>
                    <a:pt x="419" y="534"/>
                    <a:pt x="416" y="535"/>
                    <a:pt x="413" y="536"/>
                  </a:cubicBezTo>
                  <a:cubicBezTo>
                    <a:pt x="408" y="539"/>
                    <a:pt x="408" y="539"/>
                    <a:pt x="408" y="539"/>
                  </a:cubicBezTo>
                  <a:cubicBezTo>
                    <a:pt x="404" y="541"/>
                    <a:pt x="404" y="541"/>
                    <a:pt x="404" y="541"/>
                  </a:cubicBezTo>
                  <a:cubicBezTo>
                    <a:pt x="404" y="541"/>
                    <a:pt x="404" y="541"/>
                    <a:pt x="404" y="541"/>
                  </a:cubicBezTo>
                  <a:cubicBezTo>
                    <a:pt x="404" y="541"/>
                    <a:pt x="404" y="541"/>
                    <a:pt x="404" y="541"/>
                  </a:cubicBezTo>
                  <a:cubicBezTo>
                    <a:pt x="404" y="542"/>
                    <a:pt x="404" y="542"/>
                    <a:pt x="404" y="542"/>
                  </a:cubicBezTo>
                  <a:cubicBezTo>
                    <a:pt x="404" y="543"/>
                    <a:pt x="404" y="543"/>
                    <a:pt x="404" y="543"/>
                  </a:cubicBezTo>
                  <a:cubicBezTo>
                    <a:pt x="404" y="545"/>
                    <a:pt x="404" y="545"/>
                    <a:pt x="404" y="545"/>
                  </a:cubicBezTo>
                  <a:cubicBezTo>
                    <a:pt x="404" y="565"/>
                    <a:pt x="404" y="565"/>
                    <a:pt x="404" y="565"/>
                  </a:cubicBezTo>
                  <a:cubicBezTo>
                    <a:pt x="404" y="600"/>
                    <a:pt x="404" y="600"/>
                    <a:pt x="404" y="600"/>
                  </a:cubicBezTo>
                  <a:cubicBezTo>
                    <a:pt x="403" y="602"/>
                    <a:pt x="403" y="604"/>
                    <a:pt x="402" y="606"/>
                  </a:cubicBezTo>
                  <a:cubicBezTo>
                    <a:pt x="401" y="607"/>
                    <a:pt x="399" y="609"/>
                    <a:pt x="397" y="609"/>
                  </a:cubicBezTo>
                  <a:cubicBezTo>
                    <a:pt x="397" y="610"/>
                    <a:pt x="396" y="610"/>
                    <a:pt x="395" y="610"/>
                  </a:cubicBezTo>
                  <a:cubicBezTo>
                    <a:pt x="394" y="610"/>
                    <a:pt x="393" y="610"/>
                    <a:pt x="391" y="610"/>
                  </a:cubicBezTo>
                  <a:cubicBezTo>
                    <a:pt x="382" y="610"/>
                    <a:pt x="382" y="610"/>
                    <a:pt x="382" y="610"/>
                  </a:cubicBezTo>
                  <a:cubicBezTo>
                    <a:pt x="346" y="610"/>
                    <a:pt x="346" y="610"/>
                    <a:pt x="346" y="610"/>
                  </a:cubicBezTo>
                  <a:cubicBezTo>
                    <a:pt x="343" y="610"/>
                    <a:pt x="343" y="610"/>
                    <a:pt x="343" y="610"/>
                  </a:cubicBezTo>
                  <a:cubicBezTo>
                    <a:pt x="342" y="610"/>
                    <a:pt x="342" y="610"/>
                    <a:pt x="342" y="610"/>
                  </a:cubicBezTo>
                  <a:cubicBezTo>
                    <a:pt x="342" y="610"/>
                    <a:pt x="342" y="610"/>
                    <a:pt x="342" y="610"/>
                  </a:cubicBezTo>
                  <a:cubicBezTo>
                    <a:pt x="342" y="610"/>
                    <a:pt x="342" y="610"/>
                    <a:pt x="342" y="610"/>
                  </a:cubicBezTo>
                  <a:cubicBezTo>
                    <a:pt x="342" y="609"/>
                    <a:pt x="342" y="609"/>
                    <a:pt x="342" y="609"/>
                  </a:cubicBezTo>
                  <a:cubicBezTo>
                    <a:pt x="346" y="596"/>
                    <a:pt x="346" y="596"/>
                    <a:pt x="346" y="596"/>
                  </a:cubicBezTo>
                  <a:cubicBezTo>
                    <a:pt x="350" y="584"/>
                    <a:pt x="353" y="573"/>
                    <a:pt x="357" y="561"/>
                  </a:cubicBezTo>
                  <a:cubicBezTo>
                    <a:pt x="364" y="539"/>
                    <a:pt x="372" y="516"/>
                    <a:pt x="381" y="493"/>
                  </a:cubicBezTo>
                  <a:cubicBezTo>
                    <a:pt x="385" y="482"/>
                    <a:pt x="389" y="471"/>
                    <a:pt x="394" y="460"/>
                  </a:cubicBezTo>
                  <a:cubicBezTo>
                    <a:pt x="396" y="454"/>
                    <a:pt x="399" y="449"/>
                    <a:pt x="401" y="443"/>
                  </a:cubicBezTo>
                  <a:cubicBezTo>
                    <a:pt x="405" y="435"/>
                    <a:pt x="405" y="435"/>
                    <a:pt x="405" y="435"/>
                  </a:cubicBezTo>
                  <a:cubicBezTo>
                    <a:pt x="406" y="432"/>
                    <a:pt x="406" y="432"/>
                    <a:pt x="406" y="432"/>
                  </a:cubicBezTo>
                  <a:cubicBezTo>
                    <a:pt x="406" y="431"/>
                    <a:pt x="406" y="431"/>
                    <a:pt x="406" y="431"/>
                  </a:cubicBezTo>
                  <a:cubicBezTo>
                    <a:pt x="407" y="431"/>
                    <a:pt x="407" y="431"/>
                    <a:pt x="407" y="431"/>
                  </a:cubicBezTo>
                  <a:cubicBezTo>
                    <a:pt x="407" y="431"/>
                    <a:pt x="407" y="431"/>
                    <a:pt x="407" y="431"/>
                  </a:cubicBezTo>
                  <a:cubicBezTo>
                    <a:pt x="407" y="431"/>
                    <a:pt x="407" y="431"/>
                    <a:pt x="407" y="431"/>
                  </a:cubicBezTo>
                  <a:cubicBezTo>
                    <a:pt x="408" y="431"/>
                    <a:pt x="408" y="431"/>
                    <a:pt x="408" y="431"/>
                  </a:cubicBezTo>
                  <a:cubicBezTo>
                    <a:pt x="410" y="431"/>
                    <a:pt x="412" y="431"/>
                    <a:pt x="414" y="431"/>
                  </a:cubicBezTo>
                  <a:cubicBezTo>
                    <a:pt x="418" y="430"/>
                    <a:pt x="422" y="430"/>
                    <a:pt x="426" y="429"/>
                  </a:cubicBezTo>
                  <a:cubicBezTo>
                    <a:pt x="434" y="426"/>
                    <a:pt x="442" y="422"/>
                    <a:pt x="448" y="415"/>
                  </a:cubicBezTo>
                  <a:cubicBezTo>
                    <a:pt x="451" y="412"/>
                    <a:pt x="453" y="408"/>
                    <a:pt x="455" y="404"/>
                  </a:cubicBezTo>
                  <a:cubicBezTo>
                    <a:pt x="457" y="400"/>
                    <a:pt x="458" y="396"/>
                    <a:pt x="458" y="392"/>
                  </a:cubicBezTo>
                  <a:cubicBezTo>
                    <a:pt x="460" y="383"/>
                    <a:pt x="459" y="374"/>
                    <a:pt x="455" y="366"/>
                  </a:cubicBezTo>
                  <a:cubicBezTo>
                    <a:pt x="453" y="362"/>
                    <a:pt x="450" y="358"/>
                    <a:pt x="447" y="355"/>
                  </a:cubicBezTo>
                  <a:cubicBezTo>
                    <a:pt x="444" y="352"/>
                    <a:pt x="439" y="350"/>
                    <a:pt x="434" y="349"/>
                  </a:cubicBezTo>
                  <a:cubicBezTo>
                    <a:pt x="433" y="348"/>
                    <a:pt x="432" y="348"/>
                    <a:pt x="430" y="348"/>
                  </a:cubicBezTo>
                  <a:cubicBezTo>
                    <a:pt x="429" y="348"/>
                    <a:pt x="428" y="348"/>
                    <a:pt x="426" y="349"/>
                  </a:cubicBezTo>
                  <a:cubicBezTo>
                    <a:pt x="424" y="349"/>
                    <a:pt x="421" y="350"/>
                    <a:pt x="419" y="351"/>
                  </a:cubicBezTo>
                  <a:cubicBezTo>
                    <a:pt x="415" y="353"/>
                    <a:pt x="412" y="355"/>
                    <a:pt x="409" y="358"/>
                  </a:cubicBezTo>
                  <a:cubicBezTo>
                    <a:pt x="406" y="361"/>
                    <a:pt x="403" y="364"/>
                    <a:pt x="401" y="367"/>
                  </a:cubicBezTo>
                  <a:cubicBezTo>
                    <a:pt x="400" y="368"/>
                    <a:pt x="399" y="369"/>
                    <a:pt x="399" y="370"/>
                  </a:cubicBezTo>
                  <a:cubicBezTo>
                    <a:pt x="398" y="370"/>
                    <a:pt x="398" y="370"/>
                    <a:pt x="398" y="370"/>
                  </a:cubicBezTo>
                  <a:cubicBezTo>
                    <a:pt x="398" y="371"/>
                    <a:pt x="398" y="371"/>
                    <a:pt x="398" y="371"/>
                  </a:cubicBezTo>
                  <a:cubicBezTo>
                    <a:pt x="398" y="371"/>
                    <a:pt x="398" y="371"/>
                    <a:pt x="398" y="371"/>
                  </a:cubicBezTo>
                  <a:cubicBezTo>
                    <a:pt x="397" y="373"/>
                    <a:pt x="397" y="373"/>
                    <a:pt x="397" y="373"/>
                  </a:cubicBezTo>
                  <a:cubicBezTo>
                    <a:pt x="395" y="378"/>
                    <a:pt x="395" y="378"/>
                    <a:pt x="395" y="378"/>
                  </a:cubicBezTo>
                  <a:cubicBezTo>
                    <a:pt x="388" y="392"/>
                    <a:pt x="388" y="392"/>
                    <a:pt x="388" y="392"/>
                  </a:cubicBezTo>
                  <a:cubicBezTo>
                    <a:pt x="388" y="392"/>
                    <a:pt x="387" y="391"/>
                    <a:pt x="387" y="391"/>
                  </a:cubicBezTo>
                  <a:cubicBezTo>
                    <a:pt x="387" y="391"/>
                    <a:pt x="387" y="391"/>
                    <a:pt x="387" y="391"/>
                  </a:cubicBezTo>
                  <a:cubicBezTo>
                    <a:pt x="385" y="390"/>
                    <a:pt x="385" y="390"/>
                    <a:pt x="385" y="390"/>
                  </a:cubicBezTo>
                  <a:cubicBezTo>
                    <a:pt x="384" y="390"/>
                    <a:pt x="384" y="389"/>
                    <a:pt x="383" y="388"/>
                  </a:cubicBezTo>
                  <a:cubicBezTo>
                    <a:pt x="379" y="386"/>
                    <a:pt x="376" y="382"/>
                    <a:pt x="374" y="379"/>
                  </a:cubicBezTo>
                  <a:cubicBezTo>
                    <a:pt x="371" y="375"/>
                    <a:pt x="369" y="372"/>
                    <a:pt x="367" y="367"/>
                  </a:cubicBezTo>
                  <a:cubicBezTo>
                    <a:pt x="366" y="365"/>
                    <a:pt x="365" y="363"/>
                    <a:pt x="364" y="361"/>
                  </a:cubicBezTo>
                  <a:cubicBezTo>
                    <a:pt x="363" y="361"/>
                    <a:pt x="363" y="361"/>
                    <a:pt x="363" y="361"/>
                  </a:cubicBezTo>
                  <a:cubicBezTo>
                    <a:pt x="363" y="360"/>
                    <a:pt x="363" y="360"/>
                    <a:pt x="363" y="360"/>
                  </a:cubicBezTo>
                  <a:cubicBezTo>
                    <a:pt x="363" y="360"/>
                    <a:pt x="363" y="360"/>
                    <a:pt x="363" y="360"/>
                  </a:cubicBezTo>
                  <a:cubicBezTo>
                    <a:pt x="364" y="360"/>
                    <a:pt x="364" y="360"/>
                    <a:pt x="364" y="360"/>
                  </a:cubicBezTo>
                  <a:cubicBezTo>
                    <a:pt x="364" y="360"/>
                    <a:pt x="364" y="360"/>
                    <a:pt x="364" y="360"/>
                  </a:cubicBezTo>
                  <a:cubicBezTo>
                    <a:pt x="365" y="359"/>
                    <a:pt x="365" y="359"/>
                    <a:pt x="365" y="359"/>
                  </a:cubicBezTo>
                  <a:cubicBezTo>
                    <a:pt x="368" y="357"/>
                    <a:pt x="370" y="355"/>
                    <a:pt x="372" y="353"/>
                  </a:cubicBezTo>
                  <a:cubicBezTo>
                    <a:pt x="376" y="349"/>
                    <a:pt x="380" y="345"/>
                    <a:pt x="383" y="340"/>
                  </a:cubicBezTo>
                  <a:cubicBezTo>
                    <a:pt x="387" y="336"/>
                    <a:pt x="390" y="330"/>
                    <a:pt x="391" y="324"/>
                  </a:cubicBezTo>
                  <a:cubicBezTo>
                    <a:pt x="392" y="318"/>
                    <a:pt x="392" y="311"/>
                    <a:pt x="390" y="305"/>
                  </a:cubicBezTo>
                  <a:cubicBezTo>
                    <a:pt x="389" y="302"/>
                    <a:pt x="388" y="299"/>
                    <a:pt x="386" y="296"/>
                  </a:cubicBezTo>
                  <a:cubicBezTo>
                    <a:pt x="385" y="295"/>
                    <a:pt x="384" y="294"/>
                    <a:pt x="383" y="292"/>
                  </a:cubicBezTo>
                  <a:cubicBezTo>
                    <a:pt x="383" y="292"/>
                    <a:pt x="382" y="291"/>
                    <a:pt x="382" y="291"/>
                  </a:cubicBezTo>
                  <a:cubicBezTo>
                    <a:pt x="381" y="290"/>
                    <a:pt x="381" y="290"/>
                    <a:pt x="381" y="290"/>
                  </a:cubicBezTo>
                  <a:cubicBezTo>
                    <a:pt x="380" y="289"/>
                    <a:pt x="380" y="289"/>
                    <a:pt x="380" y="289"/>
                  </a:cubicBezTo>
                  <a:cubicBezTo>
                    <a:pt x="377" y="287"/>
                    <a:pt x="374" y="285"/>
                    <a:pt x="371" y="283"/>
                  </a:cubicBezTo>
                  <a:cubicBezTo>
                    <a:pt x="368" y="282"/>
                    <a:pt x="364" y="282"/>
                    <a:pt x="361" y="282"/>
                  </a:cubicBezTo>
                  <a:cubicBezTo>
                    <a:pt x="354" y="282"/>
                    <a:pt x="348" y="284"/>
                    <a:pt x="343" y="287"/>
                  </a:cubicBezTo>
                  <a:cubicBezTo>
                    <a:pt x="340" y="289"/>
                    <a:pt x="338" y="291"/>
                    <a:pt x="336" y="293"/>
                  </a:cubicBezTo>
                  <a:cubicBezTo>
                    <a:pt x="333" y="295"/>
                    <a:pt x="331" y="298"/>
                    <a:pt x="330" y="300"/>
                  </a:cubicBezTo>
                  <a:cubicBezTo>
                    <a:pt x="327" y="304"/>
                    <a:pt x="325" y="308"/>
                    <a:pt x="324" y="312"/>
                  </a:cubicBezTo>
                  <a:cubicBezTo>
                    <a:pt x="322" y="316"/>
                    <a:pt x="322" y="321"/>
                    <a:pt x="321" y="325"/>
                  </a:cubicBezTo>
                  <a:cubicBezTo>
                    <a:pt x="321" y="329"/>
                    <a:pt x="321" y="333"/>
                    <a:pt x="322" y="337"/>
                  </a:cubicBezTo>
                  <a:cubicBezTo>
                    <a:pt x="322" y="340"/>
                    <a:pt x="322" y="340"/>
                    <a:pt x="322" y="340"/>
                  </a:cubicBezTo>
                  <a:cubicBezTo>
                    <a:pt x="322" y="343"/>
                    <a:pt x="322" y="343"/>
                    <a:pt x="322" y="343"/>
                  </a:cubicBezTo>
                  <a:cubicBezTo>
                    <a:pt x="323" y="343"/>
                    <a:pt x="323" y="343"/>
                    <a:pt x="323" y="343"/>
                  </a:cubicBezTo>
                  <a:cubicBezTo>
                    <a:pt x="322" y="343"/>
                    <a:pt x="322" y="343"/>
                    <a:pt x="322" y="343"/>
                  </a:cubicBezTo>
                  <a:cubicBezTo>
                    <a:pt x="322" y="344"/>
                    <a:pt x="322" y="344"/>
                    <a:pt x="322" y="344"/>
                  </a:cubicBezTo>
                  <a:cubicBezTo>
                    <a:pt x="320" y="344"/>
                    <a:pt x="318" y="345"/>
                    <a:pt x="315" y="345"/>
                  </a:cubicBezTo>
                  <a:cubicBezTo>
                    <a:pt x="311" y="346"/>
                    <a:pt x="307" y="347"/>
                    <a:pt x="302" y="347"/>
                  </a:cubicBezTo>
                  <a:cubicBezTo>
                    <a:pt x="298" y="346"/>
                    <a:pt x="293" y="346"/>
                    <a:pt x="289" y="345"/>
                  </a:cubicBezTo>
                  <a:cubicBezTo>
                    <a:pt x="287" y="345"/>
                    <a:pt x="287" y="345"/>
                    <a:pt x="287" y="345"/>
                  </a:cubicBezTo>
                  <a:cubicBezTo>
                    <a:pt x="286" y="345"/>
                    <a:pt x="286" y="345"/>
                    <a:pt x="286" y="345"/>
                  </a:cubicBezTo>
                  <a:cubicBezTo>
                    <a:pt x="285" y="345"/>
                    <a:pt x="285" y="345"/>
                    <a:pt x="285" y="345"/>
                  </a:cubicBezTo>
                  <a:cubicBezTo>
                    <a:pt x="285" y="345"/>
                    <a:pt x="285" y="345"/>
                    <a:pt x="285" y="345"/>
                  </a:cubicBezTo>
                  <a:cubicBezTo>
                    <a:pt x="285" y="345"/>
                    <a:pt x="285" y="345"/>
                    <a:pt x="285" y="345"/>
                  </a:cubicBezTo>
                  <a:cubicBezTo>
                    <a:pt x="285" y="344"/>
                    <a:pt x="285" y="344"/>
                    <a:pt x="285" y="344"/>
                  </a:cubicBezTo>
                  <a:cubicBezTo>
                    <a:pt x="286" y="343"/>
                    <a:pt x="286" y="343"/>
                    <a:pt x="286" y="343"/>
                  </a:cubicBezTo>
                  <a:cubicBezTo>
                    <a:pt x="290" y="339"/>
                    <a:pt x="293" y="334"/>
                    <a:pt x="295" y="330"/>
                  </a:cubicBezTo>
                  <a:cubicBezTo>
                    <a:pt x="298" y="325"/>
                    <a:pt x="300" y="320"/>
                    <a:pt x="302" y="314"/>
                  </a:cubicBezTo>
                  <a:cubicBezTo>
                    <a:pt x="302" y="311"/>
                    <a:pt x="303" y="308"/>
                    <a:pt x="302" y="305"/>
                  </a:cubicBezTo>
                  <a:cubicBezTo>
                    <a:pt x="302" y="301"/>
                    <a:pt x="302" y="298"/>
                    <a:pt x="300" y="295"/>
                  </a:cubicBezTo>
                  <a:cubicBezTo>
                    <a:pt x="298" y="289"/>
                    <a:pt x="293" y="284"/>
                    <a:pt x="289" y="280"/>
                  </a:cubicBezTo>
                  <a:cubicBezTo>
                    <a:pt x="284" y="277"/>
                    <a:pt x="278" y="274"/>
                    <a:pt x="271" y="274"/>
                  </a:cubicBezTo>
                  <a:cubicBezTo>
                    <a:pt x="268" y="273"/>
                    <a:pt x="264" y="274"/>
                    <a:pt x="261" y="275"/>
                  </a:cubicBezTo>
                  <a:cubicBezTo>
                    <a:pt x="258" y="276"/>
                    <a:pt x="255" y="277"/>
                    <a:pt x="252" y="279"/>
                  </a:cubicBezTo>
                  <a:cubicBezTo>
                    <a:pt x="247" y="282"/>
                    <a:pt x="243" y="287"/>
                    <a:pt x="240" y="291"/>
                  </a:cubicBezTo>
                  <a:cubicBezTo>
                    <a:pt x="237" y="296"/>
                    <a:pt x="234" y="301"/>
                    <a:pt x="232" y="306"/>
                  </a:cubicBezTo>
                  <a:cubicBezTo>
                    <a:pt x="230" y="311"/>
                    <a:pt x="229" y="316"/>
                    <a:pt x="228" y="322"/>
                  </a:cubicBezTo>
                  <a:cubicBezTo>
                    <a:pt x="228" y="325"/>
                    <a:pt x="228" y="328"/>
                    <a:pt x="228" y="331"/>
                  </a:cubicBezTo>
                  <a:cubicBezTo>
                    <a:pt x="228" y="331"/>
                    <a:pt x="228" y="332"/>
                    <a:pt x="228" y="333"/>
                  </a:cubicBezTo>
                  <a:cubicBezTo>
                    <a:pt x="228" y="334"/>
                    <a:pt x="228" y="334"/>
                    <a:pt x="228" y="335"/>
                  </a:cubicBezTo>
                  <a:cubicBezTo>
                    <a:pt x="229" y="337"/>
                    <a:pt x="229" y="338"/>
                    <a:pt x="229" y="339"/>
                  </a:cubicBezTo>
                  <a:cubicBezTo>
                    <a:pt x="230" y="342"/>
                    <a:pt x="231" y="345"/>
                    <a:pt x="232" y="348"/>
                  </a:cubicBezTo>
                  <a:cubicBezTo>
                    <a:pt x="233" y="348"/>
                    <a:pt x="233" y="349"/>
                    <a:pt x="233" y="350"/>
                  </a:cubicBezTo>
                  <a:cubicBezTo>
                    <a:pt x="234" y="350"/>
                    <a:pt x="234" y="350"/>
                    <a:pt x="234" y="350"/>
                  </a:cubicBezTo>
                  <a:cubicBezTo>
                    <a:pt x="234" y="350"/>
                    <a:pt x="234" y="350"/>
                    <a:pt x="234" y="350"/>
                  </a:cubicBezTo>
                  <a:cubicBezTo>
                    <a:pt x="234" y="350"/>
                    <a:pt x="234" y="350"/>
                    <a:pt x="234" y="350"/>
                  </a:cubicBezTo>
                  <a:cubicBezTo>
                    <a:pt x="233" y="351"/>
                    <a:pt x="233" y="351"/>
                    <a:pt x="233" y="351"/>
                  </a:cubicBezTo>
                  <a:cubicBezTo>
                    <a:pt x="231" y="353"/>
                    <a:pt x="229" y="355"/>
                    <a:pt x="228" y="357"/>
                  </a:cubicBezTo>
                  <a:cubicBezTo>
                    <a:pt x="224" y="360"/>
                    <a:pt x="221" y="363"/>
                    <a:pt x="217" y="366"/>
                  </a:cubicBezTo>
                  <a:cubicBezTo>
                    <a:pt x="213" y="369"/>
                    <a:pt x="209" y="372"/>
                    <a:pt x="205" y="375"/>
                  </a:cubicBezTo>
                  <a:cubicBezTo>
                    <a:pt x="204" y="376"/>
                    <a:pt x="203" y="376"/>
                    <a:pt x="202" y="377"/>
                  </a:cubicBezTo>
                  <a:cubicBezTo>
                    <a:pt x="200" y="378"/>
                    <a:pt x="200" y="378"/>
                    <a:pt x="200" y="378"/>
                  </a:cubicBezTo>
                  <a:cubicBezTo>
                    <a:pt x="200" y="378"/>
                    <a:pt x="200" y="378"/>
                    <a:pt x="200" y="378"/>
                  </a:cubicBezTo>
                  <a:cubicBezTo>
                    <a:pt x="200" y="378"/>
                    <a:pt x="200" y="378"/>
                    <a:pt x="200" y="378"/>
                  </a:cubicBezTo>
                  <a:cubicBezTo>
                    <a:pt x="198" y="375"/>
                    <a:pt x="198" y="375"/>
                    <a:pt x="198" y="375"/>
                  </a:cubicBezTo>
                  <a:cubicBezTo>
                    <a:pt x="196" y="370"/>
                    <a:pt x="196" y="370"/>
                    <a:pt x="196" y="370"/>
                  </a:cubicBezTo>
                  <a:cubicBezTo>
                    <a:pt x="195" y="368"/>
                    <a:pt x="194" y="366"/>
                    <a:pt x="192" y="365"/>
                  </a:cubicBezTo>
                  <a:cubicBezTo>
                    <a:pt x="188" y="358"/>
                    <a:pt x="182" y="351"/>
                    <a:pt x="174" y="346"/>
                  </a:cubicBezTo>
                  <a:cubicBezTo>
                    <a:pt x="170" y="344"/>
                    <a:pt x="166" y="342"/>
                    <a:pt x="161" y="342"/>
                  </a:cubicBezTo>
                  <a:cubicBezTo>
                    <a:pt x="157" y="341"/>
                    <a:pt x="152" y="341"/>
                    <a:pt x="147" y="342"/>
                  </a:cubicBezTo>
                  <a:cubicBezTo>
                    <a:pt x="145" y="343"/>
                    <a:pt x="142" y="344"/>
                    <a:pt x="140" y="345"/>
                  </a:cubicBezTo>
                  <a:cubicBezTo>
                    <a:pt x="138" y="346"/>
                    <a:pt x="136" y="347"/>
                    <a:pt x="134" y="348"/>
                  </a:cubicBezTo>
                  <a:cubicBezTo>
                    <a:pt x="131" y="351"/>
                    <a:pt x="127" y="355"/>
                    <a:pt x="125" y="359"/>
                  </a:cubicBezTo>
                  <a:cubicBezTo>
                    <a:pt x="123" y="364"/>
                    <a:pt x="122" y="369"/>
                    <a:pt x="122" y="374"/>
                  </a:cubicBezTo>
                  <a:cubicBezTo>
                    <a:pt x="122" y="379"/>
                    <a:pt x="123" y="383"/>
                    <a:pt x="125" y="387"/>
                  </a:cubicBezTo>
                  <a:cubicBezTo>
                    <a:pt x="126" y="391"/>
                    <a:pt x="128" y="395"/>
                    <a:pt x="131" y="399"/>
                  </a:cubicBezTo>
                  <a:cubicBezTo>
                    <a:pt x="133" y="402"/>
                    <a:pt x="136" y="405"/>
                    <a:pt x="139" y="408"/>
                  </a:cubicBezTo>
                  <a:cubicBezTo>
                    <a:pt x="146" y="414"/>
                    <a:pt x="154" y="418"/>
                    <a:pt x="162" y="421"/>
                  </a:cubicBezTo>
                  <a:cubicBezTo>
                    <a:pt x="166" y="422"/>
                    <a:pt x="171" y="422"/>
                    <a:pt x="175" y="422"/>
                  </a:cubicBezTo>
                  <a:cubicBezTo>
                    <a:pt x="177" y="422"/>
                    <a:pt x="179" y="422"/>
                    <a:pt x="181" y="422"/>
                  </a:cubicBezTo>
                  <a:cubicBezTo>
                    <a:pt x="182" y="422"/>
                    <a:pt x="182" y="422"/>
                    <a:pt x="182" y="422"/>
                  </a:cubicBezTo>
                  <a:cubicBezTo>
                    <a:pt x="182" y="422"/>
                    <a:pt x="182" y="422"/>
                    <a:pt x="182" y="422"/>
                  </a:cubicBezTo>
                  <a:cubicBezTo>
                    <a:pt x="182" y="422"/>
                    <a:pt x="182" y="422"/>
                    <a:pt x="182" y="422"/>
                  </a:cubicBezTo>
                  <a:cubicBezTo>
                    <a:pt x="182" y="422"/>
                    <a:pt x="182" y="422"/>
                    <a:pt x="182" y="422"/>
                  </a:cubicBezTo>
                  <a:cubicBezTo>
                    <a:pt x="182" y="422"/>
                    <a:pt x="182" y="422"/>
                    <a:pt x="182" y="422"/>
                  </a:cubicBezTo>
                  <a:cubicBezTo>
                    <a:pt x="183" y="425"/>
                    <a:pt x="183" y="425"/>
                    <a:pt x="183" y="425"/>
                  </a:cubicBezTo>
                  <a:cubicBezTo>
                    <a:pt x="186" y="432"/>
                    <a:pt x="186" y="432"/>
                    <a:pt x="186" y="432"/>
                  </a:cubicBezTo>
                  <a:cubicBezTo>
                    <a:pt x="189" y="438"/>
                    <a:pt x="191" y="443"/>
                    <a:pt x="193" y="448"/>
                  </a:cubicBezTo>
                  <a:cubicBezTo>
                    <a:pt x="198" y="458"/>
                    <a:pt x="202" y="469"/>
                    <a:pt x="206" y="480"/>
                  </a:cubicBezTo>
                  <a:cubicBezTo>
                    <a:pt x="215" y="501"/>
                    <a:pt x="222" y="522"/>
                    <a:pt x="230" y="544"/>
                  </a:cubicBezTo>
                  <a:cubicBezTo>
                    <a:pt x="236" y="562"/>
                    <a:pt x="241" y="580"/>
                    <a:pt x="247" y="598"/>
                  </a:cubicBezTo>
                  <a:cubicBezTo>
                    <a:pt x="250" y="609"/>
                    <a:pt x="250" y="609"/>
                    <a:pt x="250" y="609"/>
                  </a:cubicBezTo>
                  <a:cubicBezTo>
                    <a:pt x="250" y="610"/>
                    <a:pt x="250" y="610"/>
                    <a:pt x="250" y="610"/>
                  </a:cubicBezTo>
                  <a:cubicBezTo>
                    <a:pt x="250" y="610"/>
                    <a:pt x="250" y="610"/>
                    <a:pt x="250" y="610"/>
                  </a:cubicBezTo>
                  <a:cubicBezTo>
                    <a:pt x="224" y="610"/>
                    <a:pt x="224" y="610"/>
                    <a:pt x="224" y="610"/>
                  </a:cubicBezTo>
                  <a:cubicBezTo>
                    <a:pt x="196" y="610"/>
                    <a:pt x="196" y="610"/>
                    <a:pt x="196" y="610"/>
                  </a:cubicBezTo>
                  <a:cubicBezTo>
                    <a:pt x="188" y="610"/>
                    <a:pt x="188" y="610"/>
                    <a:pt x="188" y="610"/>
                  </a:cubicBezTo>
                  <a:cubicBezTo>
                    <a:pt x="187" y="610"/>
                    <a:pt x="186" y="609"/>
                    <a:pt x="184" y="609"/>
                  </a:cubicBezTo>
                  <a:cubicBezTo>
                    <a:pt x="182" y="608"/>
                    <a:pt x="180" y="605"/>
                    <a:pt x="179" y="603"/>
                  </a:cubicBezTo>
                  <a:cubicBezTo>
                    <a:pt x="179" y="602"/>
                    <a:pt x="179" y="601"/>
                    <a:pt x="179" y="600"/>
                  </a:cubicBezTo>
                  <a:cubicBezTo>
                    <a:pt x="179" y="600"/>
                    <a:pt x="179" y="600"/>
                    <a:pt x="179" y="600"/>
                  </a:cubicBezTo>
                  <a:cubicBezTo>
                    <a:pt x="179" y="599"/>
                    <a:pt x="179" y="599"/>
                    <a:pt x="179" y="599"/>
                  </a:cubicBezTo>
                  <a:cubicBezTo>
                    <a:pt x="179" y="597"/>
                    <a:pt x="179" y="597"/>
                    <a:pt x="179" y="597"/>
                  </a:cubicBezTo>
                  <a:cubicBezTo>
                    <a:pt x="179" y="590"/>
                    <a:pt x="179" y="590"/>
                    <a:pt x="179" y="590"/>
                  </a:cubicBezTo>
                  <a:cubicBezTo>
                    <a:pt x="179" y="576"/>
                    <a:pt x="179" y="576"/>
                    <a:pt x="179" y="576"/>
                  </a:cubicBezTo>
                  <a:cubicBezTo>
                    <a:pt x="179" y="544"/>
                    <a:pt x="179" y="544"/>
                    <a:pt x="179" y="544"/>
                  </a:cubicBezTo>
                  <a:cubicBezTo>
                    <a:pt x="179" y="540"/>
                    <a:pt x="179" y="540"/>
                    <a:pt x="179" y="540"/>
                  </a:cubicBezTo>
                  <a:cubicBezTo>
                    <a:pt x="179" y="540"/>
                    <a:pt x="179" y="540"/>
                    <a:pt x="179" y="540"/>
                  </a:cubicBezTo>
                  <a:cubicBezTo>
                    <a:pt x="178" y="540"/>
                    <a:pt x="178" y="540"/>
                    <a:pt x="178" y="540"/>
                  </a:cubicBezTo>
                  <a:cubicBezTo>
                    <a:pt x="177" y="540"/>
                    <a:pt x="177" y="540"/>
                    <a:pt x="177" y="540"/>
                  </a:cubicBezTo>
                  <a:cubicBezTo>
                    <a:pt x="176" y="539"/>
                    <a:pt x="176" y="539"/>
                    <a:pt x="176" y="539"/>
                  </a:cubicBezTo>
                  <a:cubicBezTo>
                    <a:pt x="170" y="536"/>
                    <a:pt x="170" y="536"/>
                    <a:pt x="170" y="536"/>
                  </a:cubicBezTo>
                  <a:cubicBezTo>
                    <a:pt x="168" y="535"/>
                    <a:pt x="166" y="534"/>
                    <a:pt x="164" y="533"/>
                  </a:cubicBezTo>
                  <a:cubicBezTo>
                    <a:pt x="160" y="531"/>
                    <a:pt x="155" y="528"/>
                    <a:pt x="151" y="526"/>
                  </a:cubicBezTo>
                  <a:cubicBezTo>
                    <a:pt x="143" y="521"/>
                    <a:pt x="135" y="516"/>
                    <a:pt x="128" y="511"/>
                  </a:cubicBezTo>
                  <a:cubicBezTo>
                    <a:pt x="113" y="500"/>
                    <a:pt x="99" y="487"/>
                    <a:pt x="86" y="473"/>
                  </a:cubicBezTo>
                  <a:cubicBezTo>
                    <a:pt x="61" y="446"/>
                    <a:pt x="41" y="413"/>
                    <a:pt x="29" y="378"/>
                  </a:cubicBezTo>
                  <a:cubicBezTo>
                    <a:pt x="17" y="344"/>
                    <a:pt x="12" y="307"/>
                    <a:pt x="14" y="271"/>
                  </a:cubicBezTo>
                  <a:cubicBezTo>
                    <a:pt x="16" y="235"/>
                    <a:pt x="25" y="201"/>
                    <a:pt x="40" y="170"/>
                  </a:cubicBezTo>
                  <a:cubicBezTo>
                    <a:pt x="54" y="139"/>
                    <a:pt x="74" y="111"/>
                    <a:pt x="97" y="89"/>
                  </a:cubicBezTo>
                  <a:cubicBezTo>
                    <a:pt x="120" y="66"/>
                    <a:pt x="147" y="48"/>
                    <a:pt x="174" y="35"/>
                  </a:cubicBezTo>
                  <a:cubicBezTo>
                    <a:pt x="198" y="24"/>
                    <a:pt x="220" y="18"/>
                    <a:pt x="237" y="14"/>
                  </a:cubicBezTo>
                  <a:cubicBezTo>
                    <a:pt x="255" y="10"/>
                    <a:pt x="268" y="9"/>
                    <a:pt x="278" y="8"/>
                  </a:cubicBezTo>
                  <a:cubicBezTo>
                    <a:pt x="283" y="8"/>
                    <a:pt x="287" y="8"/>
                    <a:pt x="290" y="8"/>
                  </a:cubicBezTo>
                  <a:cubicBezTo>
                    <a:pt x="293" y="7"/>
                    <a:pt x="295" y="7"/>
                    <a:pt x="296" y="7"/>
                  </a:cubicBezTo>
                  <a:cubicBezTo>
                    <a:pt x="298" y="7"/>
                    <a:pt x="296" y="6"/>
                    <a:pt x="291" y="6"/>
                  </a:cubicBezTo>
                  <a:cubicBezTo>
                    <a:pt x="286" y="6"/>
                    <a:pt x="277" y="5"/>
                    <a:pt x="266" y="6"/>
                  </a:cubicBezTo>
                  <a:cubicBezTo>
                    <a:pt x="254" y="7"/>
                    <a:pt x="239" y="8"/>
                    <a:pt x="222" y="12"/>
                  </a:cubicBezTo>
                  <a:cubicBezTo>
                    <a:pt x="205" y="16"/>
                    <a:pt x="186" y="22"/>
                    <a:pt x="165" y="32"/>
                  </a:cubicBezTo>
                  <a:cubicBezTo>
                    <a:pt x="145" y="42"/>
                    <a:pt x="123" y="56"/>
                    <a:pt x="102" y="74"/>
                  </a:cubicBezTo>
                  <a:cubicBezTo>
                    <a:pt x="101" y="73"/>
                    <a:pt x="101" y="73"/>
                    <a:pt x="101" y="73"/>
                  </a:cubicBezTo>
                  <a:cubicBezTo>
                    <a:pt x="122" y="55"/>
                    <a:pt x="141" y="43"/>
                    <a:pt x="157" y="34"/>
                  </a:cubicBezTo>
                  <a:cubicBezTo>
                    <a:pt x="173" y="26"/>
                    <a:pt x="186" y="20"/>
                    <a:pt x="196" y="17"/>
                  </a:cubicBezTo>
                  <a:cubicBezTo>
                    <a:pt x="206" y="13"/>
                    <a:pt x="213" y="11"/>
                    <a:pt x="218" y="10"/>
                  </a:cubicBezTo>
                  <a:cubicBezTo>
                    <a:pt x="222" y="8"/>
                    <a:pt x="225" y="8"/>
                    <a:pt x="225" y="7"/>
                  </a:cubicBezTo>
                  <a:cubicBezTo>
                    <a:pt x="227" y="6"/>
                    <a:pt x="223" y="7"/>
                    <a:pt x="220" y="7"/>
                  </a:cubicBezTo>
                  <a:cubicBezTo>
                    <a:pt x="217" y="8"/>
                    <a:pt x="215" y="7"/>
                    <a:pt x="221" y="5"/>
                  </a:cubicBezTo>
                  <a:cubicBezTo>
                    <a:pt x="194" y="12"/>
                    <a:pt x="168" y="23"/>
                    <a:pt x="144" y="37"/>
                  </a:cubicBezTo>
                  <a:cubicBezTo>
                    <a:pt x="120" y="51"/>
                    <a:pt x="98" y="69"/>
                    <a:pt x="78" y="89"/>
                  </a:cubicBezTo>
                  <a:cubicBezTo>
                    <a:pt x="59" y="110"/>
                    <a:pt x="43" y="133"/>
                    <a:pt x="30" y="158"/>
                  </a:cubicBezTo>
                  <a:cubicBezTo>
                    <a:pt x="18" y="183"/>
                    <a:pt x="9" y="210"/>
                    <a:pt x="4" y="237"/>
                  </a:cubicBezTo>
                  <a:cubicBezTo>
                    <a:pt x="3" y="244"/>
                    <a:pt x="1" y="253"/>
                    <a:pt x="1" y="263"/>
                  </a:cubicBezTo>
                  <a:cubicBezTo>
                    <a:pt x="0" y="272"/>
                    <a:pt x="0" y="283"/>
                    <a:pt x="0" y="293"/>
                  </a:cubicBezTo>
                  <a:cubicBezTo>
                    <a:pt x="0" y="304"/>
                    <a:pt x="1" y="314"/>
                    <a:pt x="2" y="324"/>
                  </a:cubicBezTo>
                  <a:cubicBezTo>
                    <a:pt x="3" y="334"/>
                    <a:pt x="5" y="342"/>
                    <a:pt x="6" y="349"/>
                  </a:cubicBezTo>
                  <a:cubicBezTo>
                    <a:pt x="12" y="376"/>
                    <a:pt x="22" y="402"/>
                    <a:pt x="35" y="426"/>
                  </a:cubicBezTo>
                  <a:cubicBezTo>
                    <a:pt x="48" y="450"/>
                    <a:pt x="64" y="472"/>
                    <a:pt x="83" y="491"/>
                  </a:cubicBezTo>
                  <a:cubicBezTo>
                    <a:pt x="102" y="510"/>
                    <a:pt x="124" y="527"/>
                    <a:pt x="148" y="540"/>
                  </a:cubicBezTo>
                  <a:cubicBezTo>
                    <a:pt x="151" y="542"/>
                    <a:pt x="154" y="544"/>
                    <a:pt x="157" y="545"/>
                  </a:cubicBezTo>
                  <a:cubicBezTo>
                    <a:pt x="161" y="547"/>
                    <a:pt x="161" y="547"/>
                    <a:pt x="161" y="547"/>
                  </a:cubicBezTo>
                  <a:cubicBezTo>
                    <a:pt x="164" y="549"/>
                    <a:pt x="164" y="549"/>
                    <a:pt x="164" y="549"/>
                  </a:cubicBezTo>
                  <a:cubicBezTo>
                    <a:pt x="165" y="549"/>
                    <a:pt x="165" y="549"/>
                    <a:pt x="165" y="549"/>
                  </a:cubicBezTo>
                  <a:cubicBezTo>
                    <a:pt x="165" y="549"/>
                    <a:pt x="165" y="549"/>
                    <a:pt x="165" y="549"/>
                  </a:cubicBezTo>
                  <a:cubicBezTo>
                    <a:pt x="165" y="551"/>
                    <a:pt x="165" y="551"/>
                    <a:pt x="165" y="551"/>
                  </a:cubicBezTo>
                  <a:cubicBezTo>
                    <a:pt x="165" y="561"/>
                    <a:pt x="165" y="561"/>
                    <a:pt x="165" y="561"/>
                  </a:cubicBezTo>
                  <a:cubicBezTo>
                    <a:pt x="165" y="601"/>
                    <a:pt x="165" y="601"/>
                    <a:pt x="165" y="601"/>
                  </a:cubicBezTo>
                  <a:cubicBezTo>
                    <a:pt x="165" y="605"/>
                    <a:pt x="167" y="610"/>
                    <a:pt x="169" y="614"/>
                  </a:cubicBezTo>
                  <a:cubicBezTo>
                    <a:pt x="172" y="618"/>
                    <a:pt x="176" y="621"/>
                    <a:pt x="180" y="622"/>
                  </a:cubicBezTo>
                  <a:cubicBezTo>
                    <a:pt x="180" y="622"/>
                    <a:pt x="180" y="622"/>
                    <a:pt x="181" y="622"/>
                  </a:cubicBezTo>
                  <a:cubicBezTo>
                    <a:pt x="176" y="623"/>
                    <a:pt x="172" y="626"/>
                    <a:pt x="169" y="629"/>
                  </a:cubicBezTo>
                  <a:cubicBezTo>
                    <a:pt x="166" y="633"/>
                    <a:pt x="164" y="637"/>
                    <a:pt x="164" y="641"/>
                  </a:cubicBezTo>
                  <a:cubicBezTo>
                    <a:pt x="163" y="646"/>
                    <a:pt x="163" y="650"/>
                    <a:pt x="165" y="654"/>
                  </a:cubicBezTo>
                  <a:cubicBezTo>
                    <a:pt x="166" y="658"/>
                    <a:pt x="169" y="662"/>
                    <a:pt x="172" y="665"/>
                  </a:cubicBezTo>
                  <a:cubicBezTo>
                    <a:pt x="174" y="667"/>
                    <a:pt x="176" y="668"/>
                    <a:pt x="178" y="669"/>
                  </a:cubicBezTo>
                  <a:cubicBezTo>
                    <a:pt x="181" y="670"/>
                    <a:pt x="183" y="670"/>
                    <a:pt x="185" y="670"/>
                  </a:cubicBezTo>
                  <a:cubicBezTo>
                    <a:pt x="205" y="670"/>
                    <a:pt x="205" y="670"/>
                    <a:pt x="205" y="670"/>
                  </a:cubicBezTo>
                  <a:cubicBezTo>
                    <a:pt x="244" y="670"/>
                    <a:pt x="244" y="670"/>
                    <a:pt x="244" y="670"/>
                  </a:cubicBezTo>
                  <a:cubicBezTo>
                    <a:pt x="268" y="670"/>
                    <a:pt x="268" y="670"/>
                    <a:pt x="268" y="670"/>
                  </a:cubicBezTo>
                  <a:cubicBezTo>
                    <a:pt x="232" y="670"/>
                    <a:pt x="232" y="670"/>
                    <a:pt x="232" y="670"/>
                  </a:cubicBezTo>
                  <a:cubicBezTo>
                    <a:pt x="192" y="670"/>
                    <a:pt x="192" y="670"/>
                    <a:pt x="192" y="670"/>
                  </a:cubicBezTo>
                  <a:cubicBezTo>
                    <a:pt x="188" y="670"/>
                    <a:pt x="188" y="670"/>
                    <a:pt x="188" y="670"/>
                  </a:cubicBezTo>
                  <a:cubicBezTo>
                    <a:pt x="185" y="670"/>
                    <a:pt x="185" y="670"/>
                    <a:pt x="185" y="670"/>
                  </a:cubicBezTo>
                  <a:cubicBezTo>
                    <a:pt x="184" y="670"/>
                    <a:pt x="183" y="671"/>
                    <a:pt x="181" y="671"/>
                  </a:cubicBezTo>
                  <a:cubicBezTo>
                    <a:pt x="177" y="672"/>
                    <a:pt x="172" y="674"/>
                    <a:pt x="169" y="678"/>
                  </a:cubicBezTo>
                  <a:cubicBezTo>
                    <a:pt x="166" y="681"/>
                    <a:pt x="164" y="686"/>
                    <a:pt x="164" y="690"/>
                  </a:cubicBezTo>
                  <a:cubicBezTo>
                    <a:pt x="163" y="694"/>
                    <a:pt x="163" y="699"/>
                    <a:pt x="165" y="703"/>
                  </a:cubicBezTo>
                  <a:cubicBezTo>
                    <a:pt x="166" y="707"/>
                    <a:pt x="169" y="711"/>
                    <a:pt x="172" y="714"/>
                  </a:cubicBezTo>
                  <a:cubicBezTo>
                    <a:pt x="174" y="715"/>
                    <a:pt x="176" y="717"/>
                    <a:pt x="178" y="717"/>
                  </a:cubicBezTo>
                  <a:cubicBezTo>
                    <a:pt x="181" y="718"/>
                    <a:pt x="183" y="719"/>
                    <a:pt x="185" y="719"/>
                  </a:cubicBezTo>
                  <a:cubicBezTo>
                    <a:pt x="205" y="719"/>
                    <a:pt x="205" y="719"/>
                    <a:pt x="205" y="719"/>
                  </a:cubicBezTo>
                  <a:cubicBezTo>
                    <a:pt x="244" y="719"/>
                    <a:pt x="244" y="719"/>
                    <a:pt x="244" y="719"/>
                  </a:cubicBezTo>
                  <a:cubicBezTo>
                    <a:pt x="265" y="719"/>
                    <a:pt x="265" y="719"/>
                    <a:pt x="265" y="719"/>
                  </a:cubicBezTo>
                  <a:cubicBezTo>
                    <a:pt x="205" y="719"/>
                    <a:pt x="205" y="719"/>
                    <a:pt x="205" y="719"/>
                  </a:cubicBezTo>
                  <a:cubicBezTo>
                    <a:pt x="193" y="719"/>
                    <a:pt x="193" y="719"/>
                    <a:pt x="193" y="719"/>
                  </a:cubicBezTo>
                  <a:cubicBezTo>
                    <a:pt x="187" y="719"/>
                    <a:pt x="187" y="719"/>
                    <a:pt x="187" y="719"/>
                  </a:cubicBezTo>
                  <a:cubicBezTo>
                    <a:pt x="186" y="719"/>
                    <a:pt x="186" y="719"/>
                    <a:pt x="186" y="719"/>
                  </a:cubicBezTo>
                  <a:cubicBezTo>
                    <a:pt x="185" y="719"/>
                    <a:pt x="185" y="719"/>
                    <a:pt x="185" y="719"/>
                  </a:cubicBezTo>
                  <a:cubicBezTo>
                    <a:pt x="184" y="719"/>
                    <a:pt x="184" y="719"/>
                    <a:pt x="184" y="719"/>
                  </a:cubicBezTo>
                  <a:cubicBezTo>
                    <a:pt x="182" y="719"/>
                    <a:pt x="181" y="719"/>
                    <a:pt x="179" y="720"/>
                  </a:cubicBezTo>
                  <a:cubicBezTo>
                    <a:pt x="174" y="722"/>
                    <a:pt x="169" y="726"/>
                    <a:pt x="167" y="730"/>
                  </a:cubicBezTo>
                  <a:cubicBezTo>
                    <a:pt x="164" y="735"/>
                    <a:pt x="163" y="740"/>
                    <a:pt x="163" y="746"/>
                  </a:cubicBezTo>
                  <a:cubicBezTo>
                    <a:pt x="164" y="751"/>
                    <a:pt x="166" y="756"/>
                    <a:pt x="169" y="760"/>
                  </a:cubicBezTo>
                  <a:cubicBezTo>
                    <a:pt x="171" y="762"/>
                    <a:pt x="173" y="764"/>
                    <a:pt x="176" y="765"/>
                  </a:cubicBezTo>
                  <a:cubicBezTo>
                    <a:pt x="179" y="766"/>
                    <a:pt x="181" y="767"/>
                    <a:pt x="184" y="767"/>
                  </a:cubicBezTo>
                  <a:cubicBezTo>
                    <a:pt x="204" y="767"/>
                    <a:pt x="204" y="767"/>
                    <a:pt x="204" y="767"/>
                  </a:cubicBezTo>
                  <a:cubicBezTo>
                    <a:pt x="220" y="801"/>
                    <a:pt x="220" y="801"/>
                    <a:pt x="220" y="801"/>
                  </a:cubicBezTo>
                  <a:cubicBezTo>
                    <a:pt x="222" y="805"/>
                    <a:pt x="222" y="805"/>
                    <a:pt x="222" y="805"/>
                  </a:cubicBezTo>
                  <a:cubicBezTo>
                    <a:pt x="224" y="808"/>
                    <a:pt x="224" y="808"/>
                    <a:pt x="224" y="808"/>
                  </a:cubicBezTo>
                  <a:cubicBezTo>
                    <a:pt x="224" y="809"/>
                    <a:pt x="224" y="809"/>
                    <a:pt x="224" y="809"/>
                  </a:cubicBezTo>
                  <a:cubicBezTo>
                    <a:pt x="225" y="810"/>
                    <a:pt x="225" y="810"/>
                    <a:pt x="225" y="810"/>
                  </a:cubicBezTo>
                  <a:cubicBezTo>
                    <a:pt x="225" y="810"/>
                    <a:pt x="225" y="811"/>
                    <a:pt x="225" y="811"/>
                  </a:cubicBezTo>
                  <a:cubicBezTo>
                    <a:pt x="227" y="813"/>
                    <a:pt x="227" y="813"/>
                    <a:pt x="227" y="813"/>
                  </a:cubicBezTo>
                  <a:cubicBezTo>
                    <a:pt x="229" y="815"/>
                    <a:pt x="229" y="815"/>
                    <a:pt x="229" y="815"/>
                  </a:cubicBezTo>
                  <a:cubicBezTo>
                    <a:pt x="230" y="817"/>
                    <a:pt x="231" y="818"/>
                    <a:pt x="232" y="820"/>
                  </a:cubicBezTo>
                  <a:cubicBezTo>
                    <a:pt x="234" y="821"/>
                    <a:pt x="235" y="822"/>
                    <a:pt x="236" y="824"/>
                  </a:cubicBezTo>
                  <a:cubicBezTo>
                    <a:pt x="238" y="825"/>
                    <a:pt x="239" y="826"/>
                    <a:pt x="241" y="828"/>
                  </a:cubicBezTo>
                  <a:cubicBezTo>
                    <a:pt x="242" y="828"/>
                    <a:pt x="243" y="829"/>
                    <a:pt x="245" y="830"/>
                  </a:cubicBezTo>
                  <a:cubicBezTo>
                    <a:pt x="246" y="830"/>
                    <a:pt x="247" y="830"/>
                    <a:pt x="247" y="830"/>
                  </a:cubicBezTo>
                  <a:cubicBezTo>
                    <a:pt x="249" y="831"/>
                    <a:pt x="249" y="831"/>
                    <a:pt x="249" y="831"/>
                  </a:cubicBezTo>
                  <a:cubicBezTo>
                    <a:pt x="250" y="831"/>
                    <a:pt x="252" y="831"/>
                    <a:pt x="254" y="831"/>
                  </a:cubicBezTo>
                  <a:cubicBezTo>
                    <a:pt x="268" y="833"/>
                    <a:pt x="282" y="834"/>
                    <a:pt x="296" y="834"/>
                  </a:cubicBezTo>
                  <a:cubicBezTo>
                    <a:pt x="303" y="835"/>
                    <a:pt x="310" y="835"/>
                    <a:pt x="318" y="834"/>
                  </a:cubicBezTo>
                  <a:cubicBezTo>
                    <a:pt x="321" y="834"/>
                    <a:pt x="325" y="834"/>
                    <a:pt x="329" y="833"/>
                  </a:cubicBezTo>
                  <a:cubicBezTo>
                    <a:pt x="331" y="833"/>
                    <a:pt x="332" y="832"/>
                    <a:pt x="334" y="832"/>
                  </a:cubicBezTo>
                  <a:cubicBezTo>
                    <a:pt x="335" y="832"/>
                    <a:pt x="336" y="831"/>
                    <a:pt x="337" y="831"/>
                  </a:cubicBezTo>
                  <a:cubicBezTo>
                    <a:pt x="338" y="831"/>
                    <a:pt x="338" y="831"/>
                    <a:pt x="339" y="830"/>
                  </a:cubicBezTo>
                  <a:cubicBezTo>
                    <a:pt x="340" y="830"/>
                    <a:pt x="340" y="830"/>
                    <a:pt x="340" y="830"/>
                  </a:cubicBezTo>
                  <a:cubicBezTo>
                    <a:pt x="340" y="830"/>
                    <a:pt x="340" y="830"/>
                    <a:pt x="340" y="830"/>
                  </a:cubicBezTo>
                  <a:cubicBezTo>
                    <a:pt x="340" y="830"/>
                    <a:pt x="340" y="830"/>
                    <a:pt x="340" y="830"/>
                  </a:cubicBezTo>
                  <a:cubicBezTo>
                    <a:pt x="341" y="830"/>
                    <a:pt x="341" y="830"/>
                    <a:pt x="341" y="830"/>
                  </a:cubicBezTo>
                  <a:cubicBezTo>
                    <a:pt x="341" y="829"/>
                    <a:pt x="341" y="829"/>
                    <a:pt x="341" y="829"/>
                  </a:cubicBezTo>
                  <a:cubicBezTo>
                    <a:pt x="342" y="829"/>
                    <a:pt x="342" y="829"/>
                    <a:pt x="343" y="829"/>
                  </a:cubicBezTo>
                  <a:cubicBezTo>
                    <a:pt x="342" y="829"/>
                    <a:pt x="342" y="829"/>
                    <a:pt x="341" y="829"/>
                  </a:cubicBezTo>
                  <a:cubicBezTo>
                    <a:pt x="341" y="830"/>
                    <a:pt x="341" y="830"/>
                    <a:pt x="341" y="830"/>
                  </a:cubicBezTo>
                  <a:cubicBezTo>
                    <a:pt x="340" y="830"/>
                    <a:pt x="340" y="830"/>
                    <a:pt x="340" y="830"/>
                  </a:cubicBezTo>
                  <a:cubicBezTo>
                    <a:pt x="340" y="830"/>
                    <a:pt x="340" y="830"/>
                    <a:pt x="340" y="830"/>
                  </a:cubicBezTo>
                  <a:cubicBezTo>
                    <a:pt x="340" y="830"/>
                    <a:pt x="340" y="830"/>
                    <a:pt x="340" y="830"/>
                  </a:cubicBezTo>
                  <a:cubicBezTo>
                    <a:pt x="339" y="830"/>
                    <a:pt x="339" y="830"/>
                    <a:pt x="339" y="830"/>
                  </a:cubicBezTo>
                  <a:cubicBezTo>
                    <a:pt x="338" y="831"/>
                    <a:pt x="338" y="831"/>
                    <a:pt x="337" y="831"/>
                  </a:cubicBezTo>
                  <a:cubicBezTo>
                    <a:pt x="336" y="831"/>
                    <a:pt x="335" y="832"/>
                    <a:pt x="334" y="832"/>
                  </a:cubicBezTo>
                  <a:cubicBezTo>
                    <a:pt x="332" y="832"/>
                    <a:pt x="330" y="833"/>
                    <a:pt x="329" y="833"/>
                  </a:cubicBezTo>
                  <a:cubicBezTo>
                    <a:pt x="325" y="834"/>
                    <a:pt x="321" y="834"/>
                    <a:pt x="317" y="834"/>
                  </a:cubicBezTo>
                  <a:cubicBezTo>
                    <a:pt x="310" y="834"/>
                    <a:pt x="303" y="834"/>
                    <a:pt x="296" y="834"/>
                  </a:cubicBezTo>
                  <a:cubicBezTo>
                    <a:pt x="282" y="834"/>
                    <a:pt x="268" y="833"/>
                    <a:pt x="254" y="831"/>
                  </a:cubicBezTo>
                  <a:cubicBezTo>
                    <a:pt x="252" y="831"/>
                    <a:pt x="250" y="830"/>
                    <a:pt x="248" y="830"/>
                  </a:cubicBezTo>
                  <a:cubicBezTo>
                    <a:pt x="247" y="830"/>
                    <a:pt x="247" y="830"/>
                    <a:pt x="247" y="830"/>
                  </a:cubicBezTo>
                  <a:cubicBezTo>
                    <a:pt x="246" y="830"/>
                    <a:pt x="246" y="830"/>
                    <a:pt x="246" y="830"/>
                  </a:cubicBezTo>
                  <a:cubicBezTo>
                    <a:pt x="246" y="830"/>
                    <a:pt x="246" y="830"/>
                    <a:pt x="246" y="830"/>
                  </a:cubicBezTo>
                  <a:cubicBezTo>
                    <a:pt x="245" y="829"/>
                    <a:pt x="245" y="829"/>
                    <a:pt x="245" y="829"/>
                  </a:cubicBezTo>
                  <a:cubicBezTo>
                    <a:pt x="243" y="829"/>
                    <a:pt x="242" y="828"/>
                    <a:pt x="241" y="827"/>
                  </a:cubicBezTo>
                  <a:cubicBezTo>
                    <a:pt x="239" y="826"/>
                    <a:pt x="238" y="825"/>
                    <a:pt x="236" y="823"/>
                  </a:cubicBezTo>
                  <a:cubicBezTo>
                    <a:pt x="235" y="822"/>
                    <a:pt x="234" y="821"/>
                    <a:pt x="232" y="819"/>
                  </a:cubicBezTo>
                  <a:cubicBezTo>
                    <a:pt x="231" y="818"/>
                    <a:pt x="230" y="817"/>
                    <a:pt x="229" y="815"/>
                  </a:cubicBezTo>
                  <a:cubicBezTo>
                    <a:pt x="227" y="813"/>
                    <a:pt x="227" y="813"/>
                    <a:pt x="227" y="813"/>
                  </a:cubicBezTo>
                  <a:cubicBezTo>
                    <a:pt x="225" y="811"/>
                    <a:pt x="225" y="811"/>
                    <a:pt x="225" y="811"/>
                  </a:cubicBezTo>
                  <a:cubicBezTo>
                    <a:pt x="225" y="810"/>
                    <a:pt x="225" y="810"/>
                    <a:pt x="225" y="809"/>
                  </a:cubicBezTo>
                  <a:cubicBezTo>
                    <a:pt x="224" y="809"/>
                    <a:pt x="224" y="809"/>
                    <a:pt x="224" y="809"/>
                  </a:cubicBezTo>
                  <a:cubicBezTo>
                    <a:pt x="224" y="808"/>
                    <a:pt x="224" y="808"/>
                    <a:pt x="224" y="808"/>
                  </a:cubicBezTo>
                  <a:cubicBezTo>
                    <a:pt x="223" y="805"/>
                    <a:pt x="223" y="805"/>
                    <a:pt x="223" y="805"/>
                  </a:cubicBezTo>
                  <a:cubicBezTo>
                    <a:pt x="220" y="801"/>
                    <a:pt x="220" y="801"/>
                    <a:pt x="220" y="801"/>
                  </a:cubicBezTo>
                  <a:cubicBezTo>
                    <a:pt x="204" y="767"/>
                    <a:pt x="204" y="767"/>
                    <a:pt x="204" y="767"/>
                  </a:cubicBezTo>
                  <a:cubicBezTo>
                    <a:pt x="194" y="767"/>
                    <a:pt x="194" y="767"/>
                    <a:pt x="194" y="767"/>
                  </a:cubicBezTo>
                  <a:cubicBezTo>
                    <a:pt x="187" y="767"/>
                    <a:pt x="187" y="767"/>
                    <a:pt x="187" y="767"/>
                  </a:cubicBezTo>
                  <a:cubicBezTo>
                    <a:pt x="186" y="767"/>
                    <a:pt x="184" y="767"/>
                    <a:pt x="182" y="767"/>
                  </a:cubicBezTo>
                  <a:cubicBezTo>
                    <a:pt x="180" y="766"/>
                    <a:pt x="178" y="766"/>
                    <a:pt x="177" y="765"/>
                  </a:cubicBezTo>
                  <a:cubicBezTo>
                    <a:pt x="171" y="762"/>
                    <a:pt x="166" y="756"/>
                    <a:pt x="165" y="750"/>
                  </a:cubicBezTo>
                  <a:cubicBezTo>
                    <a:pt x="163" y="744"/>
                    <a:pt x="164" y="737"/>
                    <a:pt x="167" y="731"/>
                  </a:cubicBezTo>
                  <a:cubicBezTo>
                    <a:pt x="166" y="732"/>
                    <a:pt x="166" y="733"/>
                    <a:pt x="166" y="733"/>
                  </a:cubicBezTo>
                  <a:cubicBezTo>
                    <a:pt x="166" y="733"/>
                    <a:pt x="167" y="733"/>
                    <a:pt x="167" y="731"/>
                  </a:cubicBezTo>
                  <a:cubicBezTo>
                    <a:pt x="164" y="737"/>
                    <a:pt x="164" y="743"/>
                    <a:pt x="165" y="749"/>
                  </a:cubicBezTo>
                  <a:cubicBezTo>
                    <a:pt x="167" y="755"/>
                    <a:pt x="171" y="761"/>
                    <a:pt x="177" y="764"/>
                  </a:cubicBezTo>
                  <a:cubicBezTo>
                    <a:pt x="178" y="765"/>
                    <a:pt x="180" y="765"/>
                    <a:pt x="182" y="766"/>
                  </a:cubicBezTo>
                  <a:cubicBezTo>
                    <a:pt x="183" y="766"/>
                    <a:pt x="183" y="766"/>
                    <a:pt x="184" y="766"/>
                  </a:cubicBezTo>
                  <a:cubicBezTo>
                    <a:pt x="185" y="766"/>
                    <a:pt x="185" y="766"/>
                    <a:pt x="185" y="766"/>
                  </a:cubicBezTo>
                  <a:cubicBezTo>
                    <a:pt x="186" y="766"/>
                    <a:pt x="186" y="766"/>
                    <a:pt x="186" y="766"/>
                  </a:cubicBezTo>
                  <a:cubicBezTo>
                    <a:pt x="194" y="766"/>
                    <a:pt x="194" y="766"/>
                    <a:pt x="194" y="766"/>
                  </a:cubicBezTo>
                  <a:cubicBezTo>
                    <a:pt x="205" y="766"/>
                    <a:pt x="205" y="766"/>
                    <a:pt x="205" y="766"/>
                  </a:cubicBezTo>
                  <a:cubicBezTo>
                    <a:pt x="221" y="800"/>
                    <a:pt x="221" y="800"/>
                    <a:pt x="221" y="800"/>
                  </a:cubicBezTo>
                  <a:cubicBezTo>
                    <a:pt x="224" y="805"/>
                    <a:pt x="224" y="805"/>
                    <a:pt x="224" y="805"/>
                  </a:cubicBezTo>
                  <a:cubicBezTo>
                    <a:pt x="225" y="807"/>
                    <a:pt x="225" y="807"/>
                    <a:pt x="225" y="807"/>
                  </a:cubicBezTo>
                  <a:cubicBezTo>
                    <a:pt x="225" y="808"/>
                    <a:pt x="225" y="808"/>
                    <a:pt x="225" y="808"/>
                  </a:cubicBezTo>
                  <a:cubicBezTo>
                    <a:pt x="226" y="809"/>
                    <a:pt x="226" y="809"/>
                    <a:pt x="226" y="809"/>
                  </a:cubicBezTo>
                  <a:cubicBezTo>
                    <a:pt x="226" y="809"/>
                    <a:pt x="226" y="810"/>
                    <a:pt x="226" y="810"/>
                  </a:cubicBezTo>
                  <a:cubicBezTo>
                    <a:pt x="228" y="812"/>
                    <a:pt x="228" y="812"/>
                    <a:pt x="228" y="812"/>
                  </a:cubicBezTo>
                  <a:cubicBezTo>
                    <a:pt x="230" y="815"/>
                    <a:pt x="230" y="815"/>
                    <a:pt x="230" y="815"/>
                  </a:cubicBezTo>
                  <a:cubicBezTo>
                    <a:pt x="231" y="816"/>
                    <a:pt x="232" y="817"/>
                    <a:pt x="233" y="819"/>
                  </a:cubicBezTo>
                  <a:cubicBezTo>
                    <a:pt x="234" y="820"/>
                    <a:pt x="236" y="821"/>
                    <a:pt x="237" y="823"/>
                  </a:cubicBezTo>
                  <a:cubicBezTo>
                    <a:pt x="238" y="824"/>
                    <a:pt x="240" y="825"/>
                    <a:pt x="242" y="827"/>
                  </a:cubicBezTo>
                  <a:cubicBezTo>
                    <a:pt x="243" y="827"/>
                    <a:pt x="244" y="828"/>
                    <a:pt x="245" y="829"/>
                  </a:cubicBezTo>
                  <a:cubicBezTo>
                    <a:pt x="246" y="829"/>
                    <a:pt x="246" y="829"/>
                    <a:pt x="246" y="829"/>
                  </a:cubicBezTo>
                  <a:cubicBezTo>
                    <a:pt x="246" y="829"/>
                    <a:pt x="246" y="829"/>
                    <a:pt x="246" y="829"/>
                  </a:cubicBezTo>
                  <a:cubicBezTo>
                    <a:pt x="247" y="829"/>
                    <a:pt x="247" y="829"/>
                    <a:pt x="247" y="829"/>
                  </a:cubicBezTo>
                  <a:cubicBezTo>
                    <a:pt x="249" y="829"/>
                    <a:pt x="249" y="829"/>
                    <a:pt x="249" y="829"/>
                  </a:cubicBezTo>
                  <a:cubicBezTo>
                    <a:pt x="250" y="830"/>
                    <a:pt x="252" y="830"/>
                    <a:pt x="254" y="830"/>
                  </a:cubicBezTo>
                  <a:cubicBezTo>
                    <a:pt x="268" y="832"/>
                    <a:pt x="282" y="833"/>
                    <a:pt x="296" y="834"/>
                  </a:cubicBezTo>
                  <a:cubicBezTo>
                    <a:pt x="303" y="834"/>
                    <a:pt x="310" y="834"/>
                    <a:pt x="317" y="833"/>
                  </a:cubicBezTo>
                  <a:cubicBezTo>
                    <a:pt x="321" y="833"/>
                    <a:pt x="325" y="833"/>
                    <a:pt x="328" y="832"/>
                  </a:cubicBezTo>
                  <a:cubicBezTo>
                    <a:pt x="330" y="832"/>
                    <a:pt x="332" y="831"/>
                    <a:pt x="334" y="831"/>
                  </a:cubicBezTo>
                  <a:cubicBezTo>
                    <a:pt x="335" y="831"/>
                    <a:pt x="336" y="830"/>
                    <a:pt x="337" y="830"/>
                  </a:cubicBezTo>
                  <a:cubicBezTo>
                    <a:pt x="337" y="830"/>
                    <a:pt x="338" y="830"/>
                    <a:pt x="338" y="829"/>
                  </a:cubicBezTo>
                  <a:cubicBezTo>
                    <a:pt x="339" y="829"/>
                    <a:pt x="339" y="829"/>
                    <a:pt x="339" y="829"/>
                  </a:cubicBezTo>
                  <a:cubicBezTo>
                    <a:pt x="340" y="829"/>
                    <a:pt x="340" y="829"/>
                    <a:pt x="340" y="829"/>
                  </a:cubicBezTo>
                  <a:cubicBezTo>
                    <a:pt x="340" y="829"/>
                    <a:pt x="340" y="829"/>
                    <a:pt x="340" y="829"/>
                  </a:cubicBezTo>
                  <a:cubicBezTo>
                    <a:pt x="341" y="829"/>
                    <a:pt x="341" y="829"/>
                    <a:pt x="341" y="829"/>
                  </a:cubicBezTo>
                  <a:cubicBezTo>
                    <a:pt x="341" y="828"/>
                    <a:pt x="341" y="828"/>
                    <a:pt x="341" y="828"/>
                  </a:cubicBezTo>
                  <a:cubicBezTo>
                    <a:pt x="342" y="828"/>
                    <a:pt x="342" y="828"/>
                    <a:pt x="343" y="827"/>
                  </a:cubicBezTo>
                  <a:cubicBezTo>
                    <a:pt x="344" y="827"/>
                    <a:pt x="345" y="826"/>
                    <a:pt x="346" y="826"/>
                  </a:cubicBezTo>
                  <a:cubicBezTo>
                    <a:pt x="346" y="827"/>
                    <a:pt x="346" y="827"/>
                    <a:pt x="346" y="827"/>
                  </a:cubicBezTo>
                  <a:cubicBezTo>
                    <a:pt x="352" y="823"/>
                    <a:pt x="357" y="817"/>
                    <a:pt x="360" y="812"/>
                  </a:cubicBezTo>
                  <a:cubicBezTo>
                    <a:pt x="369" y="796"/>
                    <a:pt x="369" y="796"/>
                    <a:pt x="369" y="796"/>
                  </a:cubicBezTo>
                  <a:cubicBezTo>
                    <a:pt x="377" y="780"/>
                    <a:pt x="377" y="780"/>
                    <a:pt x="377" y="780"/>
                  </a:cubicBezTo>
                  <a:cubicBezTo>
                    <a:pt x="382" y="772"/>
                    <a:pt x="382" y="772"/>
                    <a:pt x="382" y="772"/>
                  </a:cubicBezTo>
                  <a:cubicBezTo>
                    <a:pt x="384" y="768"/>
                    <a:pt x="384" y="768"/>
                    <a:pt x="384" y="768"/>
                  </a:cubicBezTo>
                  <a:cubicBezTo>
                    <a:pt x="384" y="768"/>
                    <a:pt x="384" y="768"/>
                    <a:pt x="384" y="768"/>
                  </a:cubicBezTo>
                  <a:cubicBezTo>
                    <a:pt x="384" y="768"/>
                    <a:pt x="384" y="768"/>
                    <a:pt x="384" y="768"/>
                  </a:cubicBezTo>
                  <a:cubicBezTo>
                    <a:pt x="384" y="768"/>
                    <a:pt x="384" y="768"/>
                    <a:pt x="384" y="768"/>
                  </a:cubicBezTo>
                  <a:cubicBezTo>
                    <a:pt x="385" y="768"/>
                    <a:pt x="385" y="768"/>
                    <a:pt x="385" y="768"/>
                  </a:cubicBezTo>
                  <a:cubicBezTo>
                    <a:pt x="391" y="768"/>
                    <a:pt x="391" y="768"/>
                    <a:pt x="391" y="768"/>
                  </a:cubicBezTo>
                  <a:cubicBezTo>
                    <a:pt x="396" y="768"/>
                    <a:pt x="396" y="768"/>
                    <a:pt x="396" y="768"/>
                  </a:cubicBezTo>
                  <a:cubicBezTo>
                    <a:pt x="396" y="768"/>
                    <a:pt x="396" y="768"/>
                    <a:pt x="396" y="768"/>
                  </a:cubicBezTo>
                  <a:cubicBezTo>
                    <a:pt x="397" y="768"/>
                    <a:pt x="397" y="768"/>
                    <a:pt x="397" y="768"/>
                  </a:cubicBezTo>
                  <a:cubicBezTo>
                    <a:pt x="398" y="768"/>
                    <a:pt x="398" y="768"/>
                    <a:pt x="399" y="768"/>
                  </a:cubicBezTo>
                  <a:cubicBezTo>
                    <a:pt x="400" y="768"/>
                    <a:pt x="401" y="768"/>
                    <a:pt x="402" y="767"/>
                  </a:cubicBezTo>
                  <a:cubicBezTo>
                    <a:pt x="406" y="766"/>
                    <a:pt x="409" y="764"/>
                    <a:pt x="412" y="761"/>
                  </a:cubicBezTo>
                  <a:cubicBezTo>
                    <a:pt x="416" y="756"/>
                    <a:pt x="418" y="749"/>
                    <a:pt x="418" y="744"/>
                  </a:cubicBezTo>
                  <a:cubicBezTo>
                    <a:pt x="417" y="748"/>
                    <a:pt x="416" y="753"/>
                    <a:pt x="414" y="757"/>
                  </a:cubicBezTo>
                  <a:cubicBezTo>
                    <a:pt x="411" y="761"/>
                    <a:pt x="407" y="764"/>
                    <a:pt x="402" y="765"/>
                  </a:cubicBezTo>
                  <a:cubicBezTo>
                    <a:pt x="401" y="766"/>
                    <a:pt x="400" y="766"/>
                    <a:pt x="399" y="766"/>
                  </a:cubicBezTo>
                  <a:cubicBezTo>
                    <a:pt x="398" y="766"/>
                    <a:pt x="397" y="766"/>
                    <a:pt x="397" y="766"/>
                  </a:cubicBezTo>
                  <a:cubicBezTo>
                    <a:pt x="396" y="766"/>
                    <a:pt x="396" y="766"/>
                    <a:pt x="396" y="766"/>
                  </a:cubicBezTo>
                  <a:cubicBezTo>
                    <a:pt x="396" y="766"/>
                    <a:pt x="396" y="766"/>
                    <a:pt x="396" y="766"/>
                  </a:cubicBezTo>
                  <a:cubicBezTo>
                    <a:pt x="395" y="766"/>
                    <a:pt x="395" y="766"/>
                    <a:pt x="395" y="766"/>
                  </a:cubicBezTo>
                  <a:cubicBezTo>
                    <a:pt x="390" y="766"/>
                    <a:pt x="390" y="766"/>
                    <a:pt x="390" y="766"/>
                  </a:cubicBezTo>
                  <a:cubicBezTo>
                    <a:pt x="385" y="766"/>
                    <a:pt x="385" y="766"/>
                    <a:pt x="385" y="766"/>
                  </a:cubicBezTo>
                  <a:cubicBezTo>
                    <a:pt x="384" y="766"/>
                    <a:pt x="384" y="766"/>
                    <a:pt x="384" y="766"/>
                  </a:cubicBezTo>
                  <a:cubicBezTo>
                    <a:pt x="384" y="766"/>
                    <a:pt x="384" y="766"/>
                    <a:pt x="384" y="766"/>
                  </a:cubicBezTo>
                  <a:cubicBezTo>
                    <a:pt x="383" y="766"/>
                    <a:pt x="383" y="766"/>
                    <a:pt x="383" y="766"/>
                  </a:cubicBezTo>
                  <a:cubicBezTo>
                    <a:pt x="383" y="766"/>
                    <a:pt x="383" y="766"/>
                    <a:pt x="383" y="766"/>
                  </a:cubicBezTo>
                  <a:cubicBezTo>
                    <a:pt x="382" y="767"/>
                    <a:pt x="382" y="767"/>
                    <a:pt x="382" y="767"/>
                  </a:cubicBezTo>
                  <a:cubicBezTo>
                    <a:pt x="379" y="771"/>
                    <a:pt x="379" y="771"/>
                    <a:pt x="379" y="771"/>
                  </a:cubicBezTo>
                  <a:cubicBezTo>
                    <a:pt x="375" y="780"/>
                    <a:pt x="375" y="780"/>
                    <a:pt x="375" y="780"/>
                  </a:cubicBezTo>
                  <a:cubicBezTo>
                    <a:pt x="366" y="796"/>
                    <a:pt x="366" y="796"/>
                    <a:pt x="366" y="796"/>
                  </a:cubicBezTo>
                  <a:cubicBezTo>
                    <a:pt x="361" y="805"/>
                    <a:pt x="361" y="805"/>
                    <a:pt x="361" y="805"/>
                  </a:cubicBezTo>
                  <a:cubicBezTo>
                    <a:pt x="359" y="809"/>
                    <a:pt x="359" y="809"/>
                    <a:pt x="359" y="809"/>
                  </a:cubicBezTo>
                  <a:cubicBezTo>
                    <a:pt x="358" y="811"/>
                    <a:pt x="357" y="812"/>
                    <a:pt x="356" y="814"/>
                  </a:cubicBezTo>
                  <a:cubicBezTo>
                    <a:pt x="354" y="816"/>
                    <a:pt x="352" y="819"/>
                    <a:pt x="349" y="822"/>
                  </a:cubicBezTo>
                  <a:cubicBezTo>
                    <a:pt x="346" y="824"/>
                    <a:pt x="343" y="826"/>
                    <a:pt x="339" y="828"/>
                  </a:cubicBezTo>
                  <a:cubicBezTo>
                    <a:pt x="339" y="828"/>
                    <a:pt x="339" y="828"/>
                    <a:pt x="339" y="828"/>
                  </a:cubicBezTo>
                  <a:cubicBezTo>
                    <a:pt x="336" y="829"/>
                    <a:pt x="333" y="830"/>
                    <a:pt x="330" y="830"/>
                  </a:cubicBezTo>
                  <a:cubicBezTo>
                    <a:pt x="327" y="831"/>
                    <a:pt x="324" y="831"/>
                    <a:pt x="321" y="831"/>
                  </a:cubicBezTo>
                  <a:cubicBezTo>
                    <a:pt x="315" y="832"/>
                    <a:pt x="309" y="832"/>
                    <a:pt x="303" y="832"/>
                  </a:cubicBezTo>
                  <a:cubicBezTo>
                    <a:pt x="291" y="832"/>
                    <a:pt x="279" y="831"/>
                    <a:pt x="267" y="830"/>
                  </a:cubicBezTo>
                  <a:cubicBezTo>
                    <a:pt x="261" y="829"/>
                    <a:pt x="255" y="829"/>
                    <a:pt x="249" y="828"/>
                  </a:cubicBezTo>
                  <a:cubicBezTo>
                    <a:pt x="248" y="828"/>
                    <a:pt x="247" y="828"/>
                    <a:pt x="246" y="827"/>
                  </a:cubicBezTo>
                  <a:cubicBezTo>
                    <a:pt x="245" y="827"/>
                    <a:pt x="244" y="826"/>
                    <a:pt x="243" y="826"/>
                  </a:cubicBezTo>
                  <a:cubicBezTo>
                    <a:pt x="241" y="825"/>
                    <a:pt x="240" y="824"/>
                    <a:pt x="239" y="823"/>
                  </a:cubicBezTo>
                  <a:cubicBezTo>
                    <a:pt x="238" y="822"/>
                    <a:pt x="237" y="820"/>
                    <a:pt x="236" y="819"/>
                  </a:cubicBezTo>
                  <a:cubicBezTo>
                    <a:pt x="240" y="823"/>
                    <a:pt x="246" y="827"/>
                    <a:pt x="253" y="828"/>
                  </a:cubicBezTo>
                  <a:cubicBezTo>
                    <a:pt x="263" y="829"/>
                    <a:pt x="273" y="830"/>
                    <a:pt x="283" y="831"/>
                  </a:cubicBezTo>
                  <a:cubicBezTo>
                    <a:pt x="292" y="831"/>
                    <a:pt x="302" y="832"/>
                    <a:pt x="311" y="832"/>
                  </a:cubicBezTo>
                  <a:cubicBezTo>
                    <a:pt x="316" y="832"/>
                    <a:pt x="321" y="831"/>
                    <a:pt x="325" y="831"/>
                  </a:cubicBezTo>
                  <a:cubicBezTo>
                    <a:pt x="330" y="830"/>
                    <a:pt x="335" y="829"/>
                    <a:pt x="339" y="827"/>
                  </a:cubicBezTo>
                  <a:cubicBezTo>
                    <a:pt x="339" y="827"/>
                    <a:pt x="339" y="827"/>
                    <a:pt x="339" y="827"/>
                  </a:cubicBezTo>
                  <a:cubicBezTo>
                    <a:pt x="343" y="826"/>
                    <a:pt x="346" y="824"/>
                    <a:pt x="349" y="821"/>
                  </a:cubicBezTo>
                  <a:cubicBezTo>
                    <a:pt x="352" y="819"/>
                    <a:pt x="354" y="816"/>
                    <a:pt x="356" y="813"/>
                  </a:cubicBezTo>
                  <a:cubicBezTo>
                    <a:pt x="357" y="812"/>
                    <a:pt x="358" y="810"/>
                    <a:pt x="359" y="809"/>
                  </a:cubicBezTo>
                  <a:cubicBezTo>
                    <a:pt x="361" y="804"/>
                    <a:pt x="361" y="804"/>
                    <a:pt x="361" y="804"/>
                  </a:cubicBezTo>
                  <a:cubicBezTo>
                    <a:pt x="366" y="796"/>
                    <a:pt x="366" y="796"/>
                    <a:pt x="366" y="796"/>
                  </a:cubicBezTo>
                  <a:cubicBezTo>
                    <a:pt x="375" y="779"/>
                    <a:pt x="375" y="779"/>
                    <a:pt x="375" y="779"/>
                  </a:cubicBezTo>
                  <a:cubicBezTo>
                    <a:pt x="379" y="771"/>
                    <a:pt x="379" y="771"/>
                    <a:pt x="379" y="771"/>
                  </a:cubicBezTo>
                  <a:cubicBezTo>
                    <a:pt x="381" y="767"/>
                    <a:pt x="381" y="767"/>
                    <a:pt x="381" y="767"/>
                  </a:cubicBezTo>
                  <a:cubicBezTo>
                    <a:pt x="382" y="765"/>
                    <a:pt x="382" y="765"/>
                    <a:pt x="382" y="765"/>
                  </a:cubicBezTo>
                  <a:cubicBezTo>
                    <a:pt x="390" y="766"/>
                    <a:pt x="390" y="766"/>
                    <a:pt x="390" y="766"/>
                  </a:cubicBezTo>
                  <a:cubicBezTo>
                    <a:pt x="395" y="766"/>
                    <a:pt x="395" y="766"/>
                    <a:pt x="395" y="766"/>
                  </a:cubicBezTo>
                  <a:cubicBezTo>
                    <a:pt x="396" y="766"/>
                    <a:pt x="396" y="766"/>
                    <a:pt x="396" y="766"/>
                  </a:cubicBezTo>
                  <a:cubicBezTo>
                    <a:pt x="396" y="766"/>
                    <a:pt x="396" y="766"/>
                    <a:pt x="396" y="766"/>
                  </a:cubicBezTo>
                  <a:cubicBezTo>
                    <a:pt x="397" y="766"/>
                    <a:pt x="397" y="766"/>
                    <a:pt x="397" y="766"/>
                  </a:cubicBezTo>
                  <a:cubicBezTo>
                    <a:pt x="397" y="766"/>
                    <a:pt x="398" y="766"/>
                    <a:pt x="398" y="765"/>
                  </a:cubicBezTo>
                  <a:cubicBezTo>
                    <a:pt x="400" y="765"/>
                    <a:pt x="401" y="765"/>
                    <a:pt x="402" y="765"/>
                  </a:cubicBezTo>
                  <a:cubicBezTo>
                    <a:pt x="407" y="763"/>
                    <a:pt x="410" y="760"/>
                    <a:pt x="413" y="756"/>
                  </a:cubicBezTo>
                  <a:cubicBezTo>
                    <a:pt x="415" y="752"/>
                    <a:pt x="417" y="748"/>
                    <a:pt x="417" y="743"/>
                  </a:cubicBezTo>
                  <a:cubicBezTo>
                    <a:pt x="417" y="740"/>
                    <a:pt x="416" y="737"/>
                    <a:pt x="415" y="734"/>
                  </a:cubicBezTo>
                  <a:cubicBezTo>
                    <a:pt x="413" y="730"/>
                    <a:pt x="410" y="727"/>
                    <a:pt x="407" y="725"/>
                  </a:cubicBezTo>
                  <a:cubicBezTo>
                    <a:pt x="405" y="723"/>
                    <a:pt x="402" y="723"/>
                    <a:pt x="399" y="723"/>
                  </a:cubicBezTo>
                  <a:cubicBezTo>
                    <a:pt x="397" y="723"/>
                    <a:pt x="396" y="723"/>
                    <a:pt x="396" y="724"/>
                  </a:cubicBezTo>
                  <a:cubicBezTo>
                    <a:pt x="396" y="724"/>
                    <a:pt x="397" y="725"/>
                    <a:pt x="400" y="726"/>
                  </a:cubicBezTo>
                  <a:cubicBezTo>
                    <a:pt x="402" y="727"/>
                    <a:pt x="405" y="729"/>
                    <a:pt x="408" y="733"/>
                  </a:cubicBezTo>
                  <a:cubicBezTo>
                    <a:pt x="408" y="734"/>
                    <a:pt x="409" y="735"/>
                    <a:pt x="410" y="737"/>
                  </a:cubicBezTo>
                  <a:cubicBezTo>
                    <a:pt x="410" y="739"/>
                    <a:pt x="410" y="740"/>
                    <a:pt x="411" y="742"/>
                  </a:cubicBezTo>
                  <a:cubicBezTo>
                    <a:pt x="411" y="745"/>
                    <a:pt x="410" y="747"/>
                    <a:pt x="410" y="747"/>
                  </a:cubicBezTo>
                  <a:cubicBezTo>
                    <a:pt x="409" y="749"/>
                    <a:pt x="409" y="748"/>
                    <a:pt x="408" y="747"/>
                  </a:cubicBezTo>
                  <a:cubicBezTo>
                    <a:pt x="408" y="749"/>
                    <a:pt x="406" y="752"/>
                    <a:pt x="405" y="754"/>
                  </a:cubicBezTo>
                  <a:cubicBezTo>
                    <a:pt x="403" y="756"/>
                    <a:pt x="401" y="757"/>
                    <a:pt x="398" y="758"/>
                  </a:cubicBezTo>
                  <a:cubicBezTo>
                    <a:pt x="397" y="758"/>
                    <a:pt x="397" y="758"/>
                    <a:pt x="396" y="758"/>
                  </a:cubicBezTo>
                  <a:cubicBezTo>
                    <a:pt x="394" y="758"/>
                    <a:pt x="394" y="758"/>
                    <a:pt x="394" y="758"/>
                  </a:cubicBezTo>
                  <a:cubicBezTo>
                    <a:pt x="389" y="758"/>
                    <a:pt x="389" y="758"/>
                    <a:pt x="389" y="758"/>
                  </a:cubicBezTo>
                  <a:cubicBezTo>
                    <a:pt x="377" y="758"/>
                    <a:pt x="377" y="758"/>
                    <a:pt x="377" y="758"/>
                  </a:cubicBezTo>
                  <a:cubicBezTo>
                    <a:pt x="362" y="787"/>
                    <a:pt x="362" y="787"/>
                    <a:pt x="362" y="787"/>
                  </a:cubicBezTo>
                  <a:cubicBezTo>
                    <a:pt x="354" y="801"/>
                    <a:pt x="354" y="801"/>
                    <a:pt x="354" y="801"/>
                  </a:cubicBezTo>
                  <a:cubicBezTo>
                    <a:pt x="352" y="804"/>
                    <a:pt x="352" y="804"/>
                    <a:pt x="352" y="804"/>
                  </a:cubicBezTo>
                  <a:cubicBezTo>
                    <a:pt x="352" y="805"/>
                    <a:pt x="351" y="806"/>
                    <a:pt x="350" y="807"/>
                  </a:cubicBezTo>
                  <a:cubicBezTo>
                    <a:pt x="349" y="809"/>
                    <a:pt x="348" y="811"/>
                    <a:pt x="346" y="813"/>
                  </a:cubicBezTo>
                  <a:cubicBezTo>
                    <a:pt x="345" y="815"/>
                    <a:pt x="343" y="816"/>
                    <a:pt x="342" y="817"/>
                  </a:cubicBezTo>
                  <a:cubicBezTo>
                    <a:pt x="341" y="817"/>
                    <a:pt x="341" y="818"/>
                    <a:pt x="341" y="818"/>
                  </a:cubicBezTo>
                  <a:cubicBezTo>
                    <a:pt x="341" y="818"/>
                    <a:pt x="341" y="817"/>
                    <a:pt x="342" y="817"/>
                  </a:cubicBezTo>
                  <a:cubicBezTo>
                    <a:pt x="343" y="816"/>
                    <a:pt x="345" y="815"/>
                    <a:pt x="346" y="813"/>
                  </a:cubicBezTo>
                  <a:cubicBezTo>
                    <a:pt x="348" y="811"/>
                    <a:pt x="349" y="809"/>
                    <a:pt x="350" y="807"/>
                  </a:cubicBezTo>
                  <a:cubicBezTo>
                    <a:pt x="351" y="806"/>
                    <a:pt x="352" y="805"/>
                    <a:pt x="352" y="804"/>
                  </a:cubicBezTo>
                  <a:cubicBezTo>
                    <a:pt x="354" y="801"/>
                    <a:pt x="354" y="801"/>
                    <a:pt x="354" y="801"/>
                  </a:cubicBezTo>
                  <a:cubicBezTo>
                    <a:pt x="361" y="787"/>
                    <a:pt x="361" y="787"/>
                    <a:pt x="361" y="787"/>
                  </a:cubicBezTo>
                  <a:cubicBezTo>
                    <a:pt x="377" y="757"/>
                    <a:pt x="377" y="757"/>
                    <a:pt x="377" y="757"/>
                  </a:cubicBezTo>
                  <a:cubicBezTo>
                    <a:pt x="389" y="757"/>
                    <a:pt x="389" y="757"/>
                    <a:pt x="389" y="757"/>
                  </a:cubicBezTo>
                  <a:cubicBezTo>
                    <a:pt x="394" y="757"/>
                    <a:pt x="394" y="757"/>
                    <a:pt x="394" y="757"/>
                  </a:cubicBezTo>
                  <a:cubicBezTo>
                    <a:pt x="396" y="757"/>
                    <a:pt x="396" y="757"/>
                    <a:pt x="396" y="757"/>
                  </a:cubicBezTo>
                  <a:cubicBezTo>
                    <a:pt x="397" y="757"/>
                    <a:pt x="398" y="757"/>
                    <a:pt x="398" y="757"/>
                  </a:cubicBezTo>
                  <a:cubicBezTo>
                    <a:pt x="401" y="757"/>
                    <a:pt x="403" y="755"/>
                    <a:pt x="405" y="753"/>
                  </a:cubicBezTo>
                  <a:cubicBezTo>
                    <a:pt x="406" y="751"/>
                    <a:pt x="407" y="748"/>
                    <a:pt x="408" y="746"/>
                  </a:cubicBezTo>
                  <a:cubicBezTo>
                    <a:pt x="408" y="745"/>
                    <a:pt x="407" y="745"/>
                    <a:pt x="407" y="746"/>
                  </a:cubicBezTo>
                  <a:cubicBezTo>
                    <a:pt x="406" y="746"/>
                    <a:pt x="406" y="748"/>
                    <a:pt x="405" y="750"/>
                  </a:cubicBezTo>
                  <a:cubicBezTo>
                    <a:pt x="404" y="751"/>
                    <a:pt x="403" y="752"/>
                    <a:pt x="402" y="753"/>
                  </a:cubicBezTo>
                  <a:cubicBezTo>
                    <a:pt x="401" y="754"/>
                    <a:pt x="399" y="755"/>
                    <a:pt x="398" y="755"/>
                  </a:cubicBezTo>
                  <a:cubicBezTo>
                    <a:pt x="397" y="755"/>
                    <a:pt x="397" y="755"/>
                    <a:pt x="397" y="755"/>
                  </a:cubicBezTo>
                  <a:cubicBezTo>
                    <a:pt x="396" y="755"/>
                    <a:pt x="396" y="755"/>
                    <a:pt x="396" y="755"/>
                  </a:cubicBezTo>
                  <a:cubicBezTo>
                    <a:pt x="396" y="755"/>
                    <a:pt x="396" y="755"/>
                    <a:pt x="396" y="755"/>
                  </a:cubicBezTo>
                  <a:cubicBezTo>
                    <a:pt x="394" y="755"/>
                    <a:pt x="394" y="755"/>
                    <a:pt x="394" y="755"/>
                  </a:cubicBezTo>
                  <a:cubicBezTo>
                    <a:pt x="390" y="755"/>
                    <a:pt x="390" y="755"/>
                    <a:pt x="390" y="755"/>
                  </a:cubicBezTo>
                  <a:cubicBezTo>
                    <a:pt x="376" y="755"/>
                    <a:pt x="376" y="755"/>
                    <a:pt x="376" y="755"/>
                  </a:cubicBezTo>
                  <a:cubicBezTo>
                    <a:pt x="366" y="774"/>
                    <a:pt x="366" y="774"/>
                    <a:pt x="366" y="774"/>
                  </a:cubicBezTo>
                  <a:cubicBezTo>
                    <a:pt x="363" y="780"/>
                    <a:pt x="360" y="785"/>
                    <a:pt x="358" y="789"/>
                  </a:cubicBezTo>
                  <a:cubicBezTo>
                    <a:pt x="353" y="798"/>
                    <a:pt x="353" y="798"/>
                    <a:pt x="353" y="798"/>
                  </a:cubicBezTo>
                  <a:cubicBezTo>
                    <a:pt x="351" y="802"/>
                    <a:pt x="351" y="802"/>
                    <a:pt x="351" y="802"/>
                  </a:cubicBezTo>
                  <a:cubicBezTo>
                    <a:pt x="350" y="803"/>
                    <a:pt x="350" y="804"/>
                    <a:pt x="349" y="804"/>
                  </a:cubicBezTo>
                  <a:cubicBezTo>
                    <a:pt x="349" y="805"/>
                    <a:pt x="349" y="806"/>
                    <a:pt x="348" y="806"/>
                  </a:cubicBezTo>
                  <a:cubicBezTo>
                    <a:pt x="347" y="809"/>
                    <a:pt x="345" y="811"/>
                    <a:pt x="342" y="813"/>
                  </a:cubicBezTo>
                  <a:cubicBezTo>
                    <a:pt x="340" y="815"/>
                    <a:pt x="338" y="817"/>
                    <a:pt x="336" y="818"/>
                  </a:cubicBezTo>
                  <a:cubicBezTo>
                    <a:pt x="335" y="818"/>
                    <a:pt x="335" y="818"/>
                    <a:pt x="335" y="818"/>
                  </a:cubicBezTo>
                  <a:cubicBezTo>
                    <a:pt x="331" y="819"/>
                    <a:pt x="326" y="820"/>
                    <a:pt x="320" y="821"/>
                  </a:cubicBezTo>
                  <a:cubicBezTo>
                    <a:pt x="315" y="821"/>
                    <a:pt x="310" y="821"/>
                    <a:pt x="304" y="821"/>
                  </a:cubicBezTo>
                  <a:cubicBezTo>
                    <a:pt x="293" y="821"/>
                    <a:pt x="282" y="821"/>
                    <a:pt x="270" y="820"/>
                  </a:cubicBezTo>
                  <a:cubicBezTo>
                    <a:pt x="265" y="819"/>
                    <a:pt x="259" y="818"/>
                    <a:pt x="254" y="818"/>
                  </a:cubicBezTo>
                  <a:cubicBezTo>
                    <a:pt x="252" y="817"/>
                    <a:pt x="251" y="817"/>
                    <a:pt x="250" y="817"/>
                  </a:cubicBezTo>
                  <a:cubicBezTo>
                    <a:pt x="249" y="817"/>
                    <a:pt x="249" y="817"/>
                    <a:pt x="249" y="817"/>
                  </a:cubicBezTo>
                  <a:cubicBezTo>
                    <a:pt x="249" y="817"/>
                    <a:pt x="249" y="817"/>
                    <a:pt x="249" y="817"/>
                  </a:cubicBezTo>
                  <a:cubicBezTo>
                    <a:pt x="249" y="817"/>
                    <a:pt x="249" y="817"/>
                    <a:pt x="249" y="817"/>
                  </a:cubicBezTo>
                  <a:cubicBezTo>
                    <a:pt x="249" y="817"/>
                    <a:pt x="249" y="817"/>
                    <a:pt x="249" y="817"/>
                  </a:cubicBezTo>
                  <a:cubicBezTo>
                    <a:pt x="249" y="817"/>
                    <a:pt x="249" y="817"/>
                    <a:pt x="249" y="817"/>
                  </a:cubicBezTo>
                  <a:cubicBezTo>
                    <a:pt x="249" y="817"/>
                    <a:pt x="249" y="817"/>
                    <a:pt x="249" y="816"/>
                  </a:cubicBezTo>
                  <a:cubicBezTo>
                    <a:pt x="247" y="815"/>
                    <a:pt x="245" y="814"/>
                    <a:pt x="244" y="812"/>
                  </a:cubicBezTo>
                  <a:cubicBezTo>
                    <a:pt x="242" y="810"/>
                    <a:pt x="240" y="808"/>
                    <a:pt x="239" y="806"/>
                  </a:cubicBezTo>
                  <a:cubicBezTo>
                    <a:pt x="237" y="804"/>
                    <a:pt x="237" y="804"/>
                    <a:pt x="237" y="804"/>
                  </a:cubicBezTo>
                  <a:cubicBezTo>
                    <a:pt x="237" y="803"/>
                    <a:pt x="237" y="803"/>
                    <a:pt x="237" y="803"/>
                  </a:cubicBezTo>
                  <a:cubicBezTo>
                    <a:pt x="237" y="803"/>
                    <a:pt x="237" y="803"/>
                    <a:pt x="237" y="803"/>
                  </a:cubicBezTo>
                  <a:cubicBezTo>
                    <a:pt x="237" y="803"/>
                    <a:pt x="237" y="803"/>
                    <a:pt x="237" y="803"/>
                  </a:cubicBezTo>
                  <a:cubicBezTo>
                    <a:pt x="235" y="800"/>
                    <a:pt x="235" y="800"/>
                    <a:pt x="235" y="800"/>
                  </a:cubicBezTo>
                  <a:cubicBezTo>
                    <a:pt x="228" y="785"/>
                    <a:pt x="228" y="785"/>
                    <a:pt x="228" y="785"/>
                  </a:cubicBezTo>
                  <a:cubicBezTo>
                    <a:pt x="221" y="771"/>
                    <a:pt x="221" y="771"/>
                    <a:pt x="221" y="771"/>
                  </a:cubicBezTo>
                  <a:cubicBezTo>
                    <a:pt x="213" y="753"/>
                    <a:pt x="213" y="753"/>
                    <a:pt x="213" y="753"/>
                  </a:cubicBezTo>
                  <a:cubicBezTo>
                    <a:pt x="185" y="753"/>
                    <a:pt x="185" y="753"/>
                    <a:pt x="185" y="753"/>
                  </a:cubicBezTo>
                  <a:cubicBezTo>
                    <a:pt x="183" y="753"/>
                    <a:pt x="182" y="752"/>
                    <a:pt x="180" y="750"/>
                  </a:cubicBezTo>
                  <a:cubicBezTo>
                    <a:pt x="179" y="749"/>
                    <a:pt x="178" y="746"/>
                    <a:pt x="178" y="744"/>
                  </a:cubicBezTo>
                  <a:cubicBezTo>
                    <a:pt x="178" y="741"/>
                    <a:pt x="178" y="739"/>
                    <a:pt x="179" y="737"/>
                  </a:cubicBezTo>
                  <a:cubicBezTo>
                    <a:pt x="181" y="735"/>
                    <a:pt x="182" y="734"/>
                    <a:pt x="184" y="733"/>
                  </a:cubicBezTo>
                  <a:cubicBezTo>
                    <a:pt x="184" y="733"/>
                    <a:pt x="185" y="733"/>
                    <a:pt x="185" y="733"/>
                  </a:cubicBezTo>
                  <a:cubicBezTo>
                    <a:pt x="188" y="733"/>
                    <a:pt x="188" y="733"/>
                    <a:pt x="188" y="733"/>
                  </a:cubicBezTo>
                  <a:cubicBezTo>
                    <a:pt x="194" y="733"/>
                    <a:pt x="194" y="733"/>
                    <a:pt x="194" y="733"/>
                  </a:cubicBezTo>
                  <a:cubicBezTo>
                    <a:pt x="206" y="733"/>
                    <a:pt x="206" y="733"/>
                    <a:pt x="206" y="733"/>
                  </a:cubicBezTo>
                  <a:cubicBezTo>
                    <a:pt x="263" y="732"/>
                    <a:pt x="326" y="734"/>
                    <a:pt x="373" y="732"/>
                  </a:cubicBezTo>
                  <a:cubicBezTo>
                    <a:pt x="414" y="731"/>
                    <a:pt x="399" y="727"/>
                    <a:pt x="357" y="725"/>
                  </a:cubicBezTo>
                  <a:cubicBezTo>
                    <a:pt x="357" y="724"/>
                    <a:pt x="357" y="724"/>
                    <a:pt x="357" y="724"/>
                  </a:cubicBezTo>
                  <a:cubicBezTo>
                    <a:pt x="399" y="725"/>
                    <a:pt x="378" y="722"/>
                    <a:pt x="383" y="720"/>
                  </a:cubicBezTo>
                  <a:cubicBezTo>
                    <a:pt x="364" y="720"/>
                    <a:pt x="346" y="720"/>
                    <a:pt x="327" y="719"/>
                  </a:cubicBezTo>
                  <a:cubicBezTo>
                    <a:pt x="361" y="719"/>
                    <a:pt x="361" y="719"/>
                    <a:pt x="361" y="719"/>
                  </a:cubicBezTo>
                  <a:cubicBezTo>
                    <a:pt x="380" y="719"/>
                    <a:pt x="380" y="719"/>
                    <a:pt x="380" y="719"/>
                  </a:cubicBezTo>
                  <a:cubicBezTo>
                    <a:pt x="389" y="720"/>
                    <a:pt x="389" y="720"/>
                    <a:pt x="389" y="720"/>
                  </a:cubicBezTo>
                  <a:cubicBezTo>
                    <a:pt x="393" y="720"/>
                    <a:pt x="393" y="720"/>
                    <a:pt x="393" y="720"/>
                  </a:cubicBezTo>
                  <a:cubicBezTo>
                    <a:pt x="396" y="720"/>
                    <a:pt x="396" y="720"/>
                    <a:pt x="396" y="720"/>
                  </a:cubicBezTo>
                  <a:cubicBezTo>
                    <a:pt x="396" y="720"/>
                    <a:pt x="396" y="720"/>
                    <a:pt x="396" y="720"/>
                  </a:cubicBezTo>
                  <a:cubicBezTo>
                    <a:pt x="397" y="720"/>
                    <a:pt x="397" y="720"/>
                    <a:pt x="397" y="720"/>
                  </a:cubicBezTo>
                  <a:cubicBezTo>
                    <a:pt x="398" y="720"/>
                    <a:pt x="398" y="720"/>
                    <a:pt x="399" y="719"/>
                  </a:cubicBezTo>
                  <a:cubicBezTo>
                    <a:pt x="403" y="719"/>
                    <a:pt x="407" y="717"/>
                    <a:pt x="409" y="715"/>
                  </a:cubicBezTo>
                  <a:cubicBezTo>
                    <a:pt x="412" y="713"/>
                    <a:pt x="414" y="710"/>
                    <a:pt x="416" y="707"/>
                  </a:cubicBezTo>
                  <a:cubicBezTo>
                    <a:pt x="418" y="701"/>
                    <a:pt x="418" y="696"/>
                    <a:pt x="417" y="691"/>
                  </a:cubicBezTo>
                  <a:cubicBezTo>
                    <a:pt x="418" y="697"/>
                    <a:pt x="417" y="703"/>
                    <a:pt x="413" y="708"/>
                  </a:cubicBezTo>
                  <a:cubicBezTo>
                    <a:pt x="412" y="711"/>
                    <a:pt x="409" y="713"/>
                    <a:pt x="406" y="715"/>
                  </a:cubicBezTo>
                  <a:cubicBezTo>
                    <a:pt x="404" y="716"/>
                    <a:pt x="400" y="717"/>
                    <a:pt x="397" y="718"/>
                  </a:cubicBezTo>
                  <a:cubicBezTo>
                    <a:pt x="369" y="717"/>
                    <a:pt x="369" y="717"/>
                    <a:pt x="369" y="717"/>
                  </a:cubicBezTo>
                  <a:cubicBezTo>
                    <a:pt x="350" y="717"/>
                    <a:pt x="330" y="717"/>
                    <a:pt x="311" y="716"/>
                  </a:cubicBezTo>
                  <a:cubicBezTo>
                    <a:pt x="195" y="716"/>
                    <a:pt x="195" y="716"/>
                    <a:pt x="195" y="716"/>
                  </a:cubicBezTo>
                  <a:cubicBezTo>
                    <a:pt x="227" y="716"/>
                    <a:pt x="264" y="715"/>
                    <a:pt x="296" y="716"/>
                  </a:cubicBezTo>
                  <a:cubicBezTo>
                    <a:pt x="319" y="716"/>
                    <a:pt x="341" y="717"/>
                    <a:pt x="362" y="717"/>
                  </a:cubicBezTo>
                  <a:cubicBezTo>
                    <a:pt x="394" y="717"/>
                    <a:pt x="394" y="717"/>
                    <a:pt x="394" y="717"/>
                  </a:cubicBezTo>
                  <a:cubicBezTo>
                    <a:pt x="395" y="717"/>
                    <a:pt x="396" y="717"/>
                    <a:pt x="398" y="717"/>
                  </a:cubicBezTo>
                  <a:cubicBezTo>
                    <a:pt x="400" y="717"/>
                    <a:pt x="402" y="716"/>
                    <a:pt x="403" y="716"/>
                  </a:cubicBezTo>
                  <a:cubicBezTo>
                    <a:pt x="406" y="714"/>
                    <a:pt x="409" y="712"/>
                    <a:pt x="411" y="709"/>
                  </a:cubicBezTo>
                  <a:cubicBezTo>
                    <a:pt x="416" y="704"/>
                    <a:pt x="417" y="697"/>
                    <a:pt x="416" y="691"/>
                  </a:cubicBezTo>
                  <a:cubicBezTo>
                    <a:pt x="416" y="688"/>
                    <a:pt x="415" y="685"/>
                    <a:pt x="414" y="683"/>
                  </a:cubicBezTo>
                  <a:cubicBezTo>
                    <a:pt x="412" y="679"/>
                    <a:pt x="409" y="677"/>
                    <a:pt x="406" y="676"/>
                  </a:cubicBezTo>
                  <a:cubicBezTo>
                    <a:pt x="404" y="674"/>
                    <a:pt x="401" y="674"/>
                    <a:pt x="399" y="674"/>
                  </a:cubicBezTo>
                  <a:cubicBezTo>
                    <a:pt x="397" y="674"/>
                    <a:pt x="396" y="675"/>
                    <a:pt x="396" y="675"/>
                  </a:cubicBezTo>
                  <a:cubicBezTo>
                    <a:pt x="396" y="676"/>
                    <a:pt x="397" y="676"/>
                    <a:pt x="399" y="677"/>
                  </a:cubicBezTo>
                  <a:cubicBezTo>
                    <a:pt x="401" y="678"/>
                    <a:pt x="404" y="679"/>
                    <a:pt x="407" y="683"/>
                  </a:cubicBezTo>
                  <a:cubicBezTo>
                    <a:pt x="408" y="685"/>
                    <a:pt x="410" y="688"/>
                    <a:pt x="410" y="690"/>
                  </a:cubicBezTo>
                  <a:cubicBezTo>
                    <a:pt x="411" y="693"/>
                    <a:pt x="411" y="695"/>
                    <a:pt x="411" y="695"/>
                  </a:cubicBezTo>
                  <a:cubicBezTo>
                    <a:pt x="410" y="697"/>
                    <a:pt x="409" y="696"/>
                    <a:pt x="409" y="695"/>
                  </a:cubicBezTo>
                  <a:cubicBezTo>
                    <a:pt x="409" y="698"/>
                    <a:pt x="408" y="701"/>
                    <a:pt x="406" y="704"/>
                  </a:cubicBezTo>
                  <a:cubicBezTo>
                    <a:pt x="404" y="706"/>
                    <a:pt x="401" y="708"/>
                    <a:pt x="398" y="709"/>
                  </a:cubicBezTo>
                  <a:cubicBezTo>
                    <a:pt x="398" y="709"/>
                    <a:pt x="397" y="709"/>
                    <a:pt x="396" y="709"/>
                  </a:cubicBezTo>
                  <a:cubicBezTo>
                    <a:pt x="393" y="709"/>
                    <a:pt x="393" y="709"/>
                    <a:pt x="393" y="709"/>
                  </a:cubicBezTo>
                  <a:cubicBezTo>
                    <a:pt x="388" y="709"/>
                    <a:pt x="388" y="709"/>
                    <a:pt x="388" y="709"/>
                  </a:cubicBezTo>
                  <a:cubicBezTo>
                    <a:pt x="377" y="709"/>
                    <a:pt x="377" y="709"/>
                    <a:pt x="377" y="709"/>
                  </a:cubicBezTo>
                  <a:cubicBezTo>
                    <a:pt x="332" y="708"/>
                    <a:pt x="332" y="708"/>
                    <a:pt x="332" y="708"/>
                  </a:cubicBezTo>
                  <a:cubicBezTo>
                    <a:pt x="295" y="708"/>
                    <a:pt x="259" y="708"/>
                    <a:pt x="223" y="707"/>
                  </a:cubicBezTo>
                  <a:cubicBezTo>
                    <a:pt x="259" y="708"/>
                    <a:pt x="296" y="708"/>
                    <a:pt x="332" y="708"/>
                  </a:cubicBezTo>
                  <a:cubicBezTo>
                    <a:pt x="377" y="709"/>
                    <a:pt x="377" y="709"/>
                    <a:pt x="377" y="709"/>
                  </a:cubicBezTo>
                  <a:cubicBezTo>
                    <a:pt x="388" y="709"/>
                    <a:pt x="388" y="709"/>
                    <a:pt x="388" y="709"/>
                  </a:cubicBezTo>
                  <a:cubicBezTo>
                    <a:pt x="394" y="709"/>
                    <a:pt x="394" y="709"/>
                    <a:pt x="394" y="709"/>
                  </a:cubicBezTo>
                  <a:cubicBezTo>
                    <a:pt x="395" y="709"/>
                    <a:pt x="395" y="709"/>
                    <a:pt x="395" y="709"/>
                  </a:cubicBezTo>
                  <a:cubicBezTo>
                    <a:pt x="396" y="709"/>
                    <a:pt x="396" y="709"/>
                    <a:pt x="396" y="709"/>
                  </a:cubicBezTo>
                  <a:cubicBezTo>
                    <a:pt x="397" y="709"/>
                    <a:pt x="397" y="709"/>
                    <a:pt x="397" y="709"/>
                  </a:cubicBezTo>
                  <a:cubicBezTo>
                    <a:pt x="397" y="709"/>
                    <a:pt x="398" y="708"/>
                    <a:pt x="399" y="708"/>
                  </a:cubicBezTo>
                  <a:cubicBezTo>
                    <a:pt x="401" y="708"/>
                    <a:pt x="404" y="706"/>
                    <a:pt x="406" y="703"/>
                  </a:cubicBezTo>
                  <a:cubicBezTo>
                    <a:pt x="407" y="701"/>
                    <a:pt x="408" y="697"/>
                    <a:pt x="408" y="694"/>
                  </a:cubicBezTo>
                  <a:cubicBezTo>
                    <a:pt x="408" y="694"/>
                    <a:pt x="407" y="694"/>
                    <a:pt x="407" y="694"/>
                  </a:cubicBezTo>
                  <a:cubicBezTo>
                    <a:pt x="407" y="695"/>
                    <a:pt x="407" y="696"/>
                    <a:pt x="406" y="699"/>
                  </a:cubicBezTo>
                  <a:cubicBezTo>
                    <a:pt x="405" y="700"/>
                    <a:pt x="404" y="703"/>
                    <a:pt x="402" y="704"/>
                  </a:cubicBezTo>
                  <a:cubicBezTo>
                    <a:pt x="400" y="705"/>
                    <a:pt x="399" y="706"/>
                    <a:pt x="397" y="706"/>
                  </a:cubicBezTo>
                  <a:cubicBezTo>
                    <a:pt x="397" y="706"/>
                    <a:pt x="397" y="706"/>
                    <a:pt x="396" y="706"/>
                  </a:cubicBezTo>
                  <a:cubicBezTo>
                    <a:pt x="394" y="706"/>
                    <a:pt x="394" y="706"/>
                    <a:pt x="394" y="706"/>
                  </a:cubicBezTo>
                  <a:cubicBezTo>
                    <a:pt x="390" y="706"/>
                    <a:pt x="390" y="706"/>
                    <a:pt x="390" y="706"/>
                  </a:cubicBezTo>
                  <a:cubicBezTo>
                    <a:pt x="379" y="707"/>
                    <a:pt x="366" y="707"/>
                    <a:pt x="357" y="707"/>
                  </a:cubicBezTo>
                  <a:cubicBezTo>
                    <a:pt x="306" y="705"/>
                    <a:pt x="251" y="706"/>
                    <a:pt x="201" y="705"/>
                  </a:cubicBezTo>
                  <a:cubicBezTo>
                    <a:pt x="187" y="705"/>
                    <a:pt x="187" y="705"/>
                    <a:pt x="187" y="705"/>
                  </a:cubicBezTo>
                  <a:cubicBezTo>
                    <a:pt x="185" y="704"/>
                    <a:pt x="185" y="704"/>
                    <a:pt x="185" y="704"/>
                  </a:cubicBezTo>
                  <a:cubicBezTo>
                    <a:pt x="185" y="704"/>
                    <a:pt x="185" y="704"/>
                    <a:pt x="185" y="704"/>
                  </a:cubicBezTo>
                  <a:cubicBezTo>
                    <a:pt x="184" y="704"/>
                    <a:pt x="184" y="704"/>
                    <a:pt x="183" y="704"/>
                  </a:cubicBezTo>
                  <a:cubicBezTo>
                    <a:pt x="182" y="704"/>
                    <a:pt x="181" y="703"/>
                    <a:pt x="180" y="702"/>
                  </a:cubicBezTo>
                  <a:cubicBezTo>
                    <a:pt x="179" y="700"/>
                    <a:pt x="178" y="697"/>
                    <a:pt x="178" y="694"/>
                  </a:cubicBezTo>
                  <a:cubicBezTo>
                    <a:pt x="178" y="692"/>
                    <a:pt x="179" y="689"/>
                    <a:pt x="181" y="687"/>
                  </a:cubicBezTo>
                  <a:cubicBezTo>
                    <a:pt x="181" y="686"/>
                    <a:pt x="182" y="686"/>
                    <a:pt x="183" y="685"/>
                  </a:cubicBezTo>
                  <a:cubicBezTo>
                    <a:pt x="184" y="685"/>
                    <a:pt x="184" y="685"/>
                    <a:pt x="185" y="685"/>
                  </a:cubicBezTo>
                  <a:cubicBezTo>
                    <a:pt x="185" y="685"/>
                    <a:pt x="185" y="685"/>
                    <a:pt x="185" y="685"/>
                  </a:cubicBezTo>
                  <a:cubicBezTo>
                    <a:pt x="185" y="685"/>
                    <a:pt x="185" y="685"/>
                    <a:pt x="185" y="685"/>
                  </a:cubicBezTo>
                  <a:cubicBezTo>
                    <a:pt x="186" y="685"/>
                    <a:pt x="186" y="685"/>
                    <a:pt x="186" y="685"/>
                  </a:cubicBezTo>
                  <a:cubicBezTo>
                    <a:pt x="187" y="685"/>
                    <a:pt x="187" y="685"/>
                    <a:pt x="187" y="685"/>
                  </a:cubicBezTo>
                  <a:cubicBezTo>
                    <a:pt x="201" y="685"/>
                    <a:pt x="201" y="685"/>
                    <a:pt x="201" y="685"/>
                  </a:cubicBezTo>
                  <a:cubicBezTo>
                    <a:pt x="229" y="685"/>
                    <a:pt x="229" y="685"/>
                    <a:pt x="229" y="685"/>
                  </a:cubicBezTo>
                  <a:cubicBezTo>
                    <a:pt x="279" y="684"/>
                    <a:pt x="334" y="685"/>
                    <a:pt x="376" y="684"/>
                  </a:cubicBezTo>
                  <a:cubicBezTo>
                    <a:pt x="412" y="683"/>
                    <a:pt x="398" y="678"/>
                    <a:pt x="362" y="677"/>
                  </a:cubicBezTo>
                  <a:cubicBezTo>
                    <a:pt x="362" y="675"/>
                    <a:pt x="362" y="675"/>
                    <a:pt x="362" y="675"/>
                  </a:cubicBezTo>
                  <a:cubicBezTo>
                    <a:pt x="398" y="676"/>
                    <a:pt x="380" y="673"/>
                    <a:pt x="385" y="671"/>
                  </a:cubicBezTo>
                  <a:cubicBezTo>
                    <a:pt x="369" y="671"/>
                    <a:pt x="353" y="671"/>
                    <a:pt x="337" y="671"/>
                  </a:cubicBezTo>
                  <a:cubicBezTo>
                    <a:pt x="361" y="671"/>
                    <a:pt x="361" y="671"/>
                    <a:pt x="361" y="671"/>
                  </a:cubicBezTo>
                  <a:cubicBezTo>
                    <a:pt x="380" y="671"/>
                    <a:pt x="380" y="671"/>
                    <a:pt x="380" y="671"/>
                  </a:cubicBezTo>
                  <a:cubicBezTo>
                    <a:pt x="389" y="671"/>
                    <a:pt x="389" y="671"/>
                    <a:pt x="389" y="671"/>
                  </a:cubicBezTo>
                  <a:cubicBezTo>
                    <a:pt x="393" y="671"/>
                    <a:pt x="393" y="671"/>
                    <a:pt x="393" y="671"/>
                  </a:cubicBezTo>
                  <a:cubicBezTo>
                    <a:pt x="396" y="671"/>
                    <a:pt x="396" y="671"/>
                    <a:pt x="396" y="671"/>
                  </a:cubicBezTo>
                  <a:cubicBezTo>
                    <a:pt x="396" y="671"/>
                    <a:pt x="396" y="671"/>
                    <a:pt x="396" y="671"/>
                  </a:cubicBezTo>
                  <a:cubicBezTo>
                    <a:pt x="397" y="671"/>
                    <a:pt x="397" y="671"/>
                    <a:pt x="397" y="671"/>
                  </a:cubicBezTo>
                  <a:cubicBezTo>
                    <a:pt x="398" y="671"/>
                    <a:pt x="399" y="671"/>
                    <a:pt x="399" y="671"/>
                  </a:cubicBezTo>
                  <a:cubicBezTo>
                    <a:pt x="403" y="670"/>
                    <a:pt x="407" y="668"/>
                    <a:pt x="409" y="666"/>
                  </a:cubicBezTo>
                  <a:cubicBezTo>
                    <a:pt x="412" y="664"/>
                    <a:pt x="414" y="661"/>
                    <a:pt x="416" y="658"/>
                  </a:cubicBezTo>
                  <a:cubicBezTo>
                    <a:pt x="418" y="653"/>
                    <a:pt x="418" y="647"/>
                    <a:pt x="417" y="642"/>
                  </a:cubicBezTo>
                  <a:cubicBezTo>
                    <a:pt x="418" y="648"/>
                    <a:pt x="417" y="655"/>
                    <a:pt x="413" y="660"/>
                  </a:cubicBezTo>
                  <a:cubicBezTo>
                    <a:pt x="412" y="662"/>
                    <a:pt x="409" y="665"/>
                    <a:pt x="407" y="666"/>
                  </a:cubicBezTo>
                  <a:cubicBezTo>
                    <a:pt x="404" y="668"/>
                    <a:pt x="400" y="669"/>
                    <a:pt x="397" y="669"/>
                  </a:cubicBezTo>
                  <a:cubicBezTo>
                    <a:pt x="369" y="669"/>
                    <a:pt x="369" y="669"/>
                    <a:pt x="369" y="669"/>
                  </a:cubicBezTo>
                  <a:cubicBezTo>
                    <a:pt x="350" y="668"/>
                    <a:pt x="330" y="668"/>
                    <a:pt x="311" y="668"/>
                  </a:cubicBezTo>
                  <a:cubicBezTo>
                    <a:pt x="195" y="667"/>
                    <a:pt x="195" y="667"/>
                    <a:pt x="195" y="667"/>
                  </a:cubicBezTo>
                  <a:cubicBezTo>
                    <a:pt x="227" y="667"/>
                    <a:pt x="264" y="667"/>
                    <a:pt x="296" y="668"/>
                  </a:cubicBezTo>
                  <a:cubicBezTo>
                    <a:pt x="319" y="668"/>
                    <a:pt x="341" y="668"/>
                    <a:pt x="362" y="668"/>
                  </a:cubicBezTo>
                  <a:cubicBezTo>
                    <a:pt x="394" y="668"/>
                    <a:pt x="394" y="668"/>
                    <a:pt x="394" y="668"/>
                  </a:cubicBezTo>
                  <a:cubicBezTo>
                    <a:pt x="396" y="668"/>
                    <a:pt x="396" y="668"/>
                    <a:pt x="396" y="668"/>
                  </a:cubicBezTo>
                  <a:cubicBezTo>
                    <a:pt x="396" y="668"/>
                    <a:pt x="396" y="668"/>
                    <a:pt x="396" y="668"/>
                  </a:cubicBezTo>
                  <a:cubicBezTo>
                    <a:pt x="397" y="668"/>
                    <a:pt x="397" y="668"/>
                    <a:pt x="397" y="668"/>
                  </a:cubicBezTo>
                  <a:cubicBezTo>
                    <a:pt x="397" y="668"/>
                    <a:pt x="398" y="668"/>
                    <a:pt x="398" y="668"/>
                  </a:cubicBezTo>
                  <a:cubicBezTo>
                    <a:pt x="400" y="668"/>
                    <a:pt x="402" y="668"/>
                    <a:pt x="403" y="667"/>
                  </a:cubicBezTo>
                  <a:cubicBezTo>
                    <a:pt x="407" y="666"/>
                    <a:pt x="409" y="663"/>
                    <a:pt x="411" y="661"/>
                  </a:cubicBezTo>
                  <a:cubicBezTo>
                    <a:pt x="416" y="656"/>
                    <a:pt x="417" y="649"/>
                    <a:pt x="416" y="642"/>
                  </a:cubicBezTo>
                  <a:cubicBezTo>
                    <a:pt x="416" y="639"/>
                    <a:pt x="415" y="637"/>
                    <a:pt x="414" y="634"/>
                  </a:cubicBezTo>
                  <a:cubicBezTo>
                    <a:pt x="412" y="631"/>
                    <a:pt x="409" y="629"/>
                    <a:pt x="406" y="627"/>
                  </a:cubicBezTo>
                  <a:cubicBezTo>
                    <a:pt x="404" y="626"/>
                    <a:pt x="401" y="625"/>
                    <a:pt x="399" y="626"/>
                  </a:cubicBezTo>
                  <a:cubicBezTo>
                    <a:pt x="397" y="626"/>
                    <a:pt x="396" y="626"/>
                    <a:pt x="396" y="627"/>
                  </a:cubicBezTo>
                  <a:cubicBezTo>
                    <a:pt x="396" y="627"/>
                    <a:pt x="397" y="628"/>
                    <a:pt x="399" y="628"/>
                  </a:cubicBezTo>
                  <a:cubicBezTo>
                    <a:pt x="401" y="629"/>
                    <a:pt x="404" y="631"/>
                    <a:pt x="407" y="634"/>
                  </a:cubicBezTo>
                  <a:cubicBezTo>
                    <a:pt x="408" y="636"/>
                    <a:pt x="410" y="639"/>
                    <a:pt x="410" y="642"/>
                  </a:cubicBezTo>
                  <a:cubicBezTo>
                    <a:pt x="411" y="645"/>
                    <a:pt x="411" y="647"/>
                    <a:pt x="411" y="647"/>
                  </a:cubicBezTo>
                  <a:cubicBezTo>
                    <a:pt x="410" y="648"/>
                    <a:pt x="409" y="647"/>
                    <a:pt x="409" y="646"/>
                  </a:cubicBezTo>
                  <a:cubicBezTo>
                    <a:pt x="409" y="650"/>
                    <a:pt x="408" y="653"/>
                    <a:pt x="406" y="655"/>
                  </a:cubicBezTo>
                  <a:cubicBezTo>
                    <a:pt x="404" y="658"/>
                    <a:pt x="401" y="660"/>
                    <a:pt x="398" y="660"/>
                  </a:cubicBezTo>
                  <a:cubicBezTo>
                    <a:pt x="398" y="660"/>
                    <a:pt x="397" y="660"/>
                    <a:pt x="396" y="660"/>
                  </a:cubicBezTo>
                  <a:cubicBezTo>
                    <a:pt x="394" y="660"/>
                    <a:pt x="394" y="660"/>
                    <a:pt x="394" y="660"/>
                  </a:cubicBezTo>
                  <a:cubicBezTo>
                    <a:pt x="388" y="660"/>
                    <a:pt x="388" y="660"/>
                    <a:pt x="388" y="660"/>
                  </a:cubicBezTo>
                  <a:cubicBezTo>
                    <a:pt x="377" y="660"/>
                    <a:pt x="377" y="660"/>
                    <a:pt x="377" y="660"/>
                  </a:cubicBezTo>
                  <a:cubicBezTo>
                    <a:pt x="332" y="660"/>
                    <a:pt x="332" y="660"/>
                    <a:pt x="332" y="660"/>
                  </a:cubicBezTo>
                  <a:cubicBezTo>
                    <a:pt x="295" y="660"/>
                    <a:pt x="259" y="659"/>
                    <a:pt x="223" y="658"/>
                  </a:cubicBezTo>
                  <a:cubicBezTo>
                    <a:pt x="259" y="659"/>
                    <a:pt x="296" y="660"/>
                    <a:pt x="332" y="660"/>
                  </a:cubicBezTo>
                  <a:cubicBezTo>
                    <a:pt x="377" y="660"/>
                    <a:pt x="377" y="660"/>
                    <a:pt x="377" y="660"/>
                  </a:cubicBezTo>
                  <a:cubicBezTo>
                    <a:pt x="388" y="660"/>
                    <a:pt x="388" y="660"/>
                    <a:pt x="388" y="660"/>
                  </a:cubicBezTo>
                  <a:cubicBezTo>
                    <a:pt x="394" y="660"/>
                    <a:pt x="394" y="660"/>
                    <a:pt x="394" y="660"/>
                  </a:cubicBezTo>
                  <a:cubicBezTo>
                    <a:pt x="395" y="660"/>
                    <a:pt x="395" y="660"/>
                    <a:pt x="395" y="660"/>
                  </a:cubicBezTo>
                  <a:cubicBezTo>
                    <a:pt x="396" y="660"/>
                    <a:pt x="396" y="660"/>
                    <a:pt x="396" y="660"/>
                  </a:cubicBezTo>
                  <a:cubicBezTo>
                    <a:pt x="397" y="660"/>
                    <a:pt x="397" y="660"/>
                    <a:pt x="397" y="660"/>
                  </a:cubicBezTo>
                  <a:cubicBezTo>
                    <a:pt x="397" y="660"/>
                    <a:pt x="398" y="660"/>
                    <a:pt x="399" y="660"/>
                  </a:cubicBezTo>
                  <a:cubicBezTo>
                    <a:pt x="402" y="659"/>
                    <a:pt x="404" y="657"/>
                    <a:pt x="406" y="654"/>
                  </a:cubicBezTo>
                  <a:cubicBezTo>
                    <a:pt x="407" y="652"/>
                    <a:pt x="408" y="649"/>
                    <a:pt x="408" y="646"/>
                  </a:cubicBezTo>
                  <a:cubicBezTo>
                    <a:pt x="408" y="645"/>
                    <a:pt x="407" y="645"/>
                    <a:pt x="407" y="646"/>
                  </a:cubicBezTo>
                  <a:cubicBezTo>
                    <a:pt x="407" y="646"/>
                    <a:pt x="407" y="648"/>
                    <a:pt x="406" y="650"/>
                  </a:cubicBezTo>
                  <a:cubicBezTo>
                    <a:pt x="405" y="651"/>
                    <a:pt x="404" y="654"/>
                    <a:pt x="402" y="656"/>
                  </a:cubicBezTo>
                  <a:cubicBezTo>
                    <a:pt x="400" y="657"/>
                    <a:pt x="399" y="658"/>
                    <a:pt x="397" y="658"/>
                  </a:cubicBezTo>
                  <a:cubicBezTo>
                    <a:pt x="397" y="658"/>
                    <a:pt x="397" y="658"/>
                    <a:pt x="396" y="658"/>
                  </a:cubicBezTo>
                  <a:cubicBezTo>
                    <a:pt x="394" y="658"/>
                    <a:pt x="394" y="658"/>
                    <a:pt x="394" y="658"/>
                  </a:cubicBezTo>
                  <a:cubicBezTo>
                    <a:pt x="390" y="658"/>
                    <a:pt x="390" y="658"/>
                    <a:pt x="390" y="658"/>
                  </a:cubicBezTo>
                  <a:cubicBezTo>
                    <a:pt x="379" y="658"/>
                    <a:pt x="366" y="658"/>
                    <a:pt x="357" y="658"/>
                  </a:cubicBezTo>
                  <a:cubicBezTo>
                    <a:pt x="306" y="657"/>
                    <a:pt x="251" y="657"/>
                    <a:pt x="201" y="656"/>
                  </a:cubicBezTo>
                  <a:cubicBezTo>
                    <a:pt x="187" y="656"/>
                    <a:pt x="187" y="656"/>
                    <a:pt x="187" y="656"/>
                  </a:cubicBezTo>
                  <a:cubicBezTo>
                    <a:pt x="185" y="656"/>
                    <a:pt x="185" y="656"/>
                    <a:pt x="185" y="656"/>
                  </a:cubicBezTo>
                  <a:cubicBezTo>
                    <a:pt x="185" y="656"/>
                    <a:pt x="185" y="656"/>
                    <a:pt x="185" y="656"/>
                  </a:cubicBezTo>
                  <a:cubicBezTo>
                    <a:pt x="184" y="656"/>
                    <a:pt x="184" y="656"/>
                    <a:pt x="183" y="655"/>
                  </a:cubicBezTo>
                  <a:cubicBezTo>
                    <a:pt x="182" y="655"/>
                    <a:pt x="181" y="654"/>
                    <a:pt x="180" y="653"/>
                  </a:cubicBezTo>
                  <a:cubicBezTo>
                    <a:pt x="179" y="652"/>
                    <a:pt x="178" y="649"/>
                    <a:pt x="178" y="646"/>
                  </a:cubicBezTo>
                  <a:cubicBezTo>
                    <a:pt x="178" y="643"/>
                    <a:pt x="179" y="640"/>
                    <a:pt x="181" y="638"/>
                  </a:cubicBezTo>
                  <a:cubicBezTo>
                    <a:pt x="181" y="638"/>
                    <a:pt x="182" y="637"/>
                    <a:pt x="183" y="637"/>
                  </a:cubicBezTo>
                  <a:cubicBezTo>
                    <a:pt x="184" y="636"/>
                    <a:pt x="184" y="636"/>
                    <a:pt x="185" y="636"/>
                  </a:cubicBezTo>
                  <a:cubicBezTo>
                    <a:pt x="185" y="636"/>
                    <a:pt x="185" y="636"/>
                    <a:pt x="185" y="636"/>
                  </a:cubicBezTo>
                  <a:cubicBezTo>
                    <a:pt x="185" y="636"/>
                    <a:pt x="185" y="636"/>
                    <a:pt x="185" y="636"/>
                  </a:cubicBezTo>
                  <a:cubicBezTo>
                    <a:pt x="186" y="636"/>
                    <a:pt x="186" y="636"/>
                    <a:pt x="186" y="636"/>
                  </a:cubicBezTo>
                  <a:cubicBezTo>
                    <a:pt x="187" y="636"/>
                    <a:pt x="187" y="636"/>
                    <a:pt x="187" y="636"/>
                  </a:cubicBezTo>
                  <a:cubicBezTo>
                    <a:pt x="201" y="636"/>
                    <a:pt x="201" y="636"/>
                    <a:pt x="201" y="636"/>
                  </a:cubicBezTo>
                  <a:cubicBezTo>
                    <a:pt x="229" y="636"/>
                    <a:pt x="229" y="636"/>
                    <a:pt x="229" y="636"/>
                  </a:cubicBezTo>
                  <a:cubicBezTo>
                    <a:pt x="279" y="635"/>
                    <a:pt x="334" y="636"/>
                    <a:pt x="376" y="635"/>
                  </a:cubicBezTo>
                  <a:cubicBezTo>
                    <a:pt x="412" y="634"/>
                    <a:pt x="398" y="630"/>
                    <a:pt x="362" y="628"/>
                  </a:cubicBezTo>
                  <a:cubicBezTo>
                    <a:pt x="362" y="627"/>
                    <a:pt x="362" y="627"/>
                    <a:pt x="362" y="627"/>
                  </a:cubicBezTo>
                  <a:cubicBezTo>
                    <a:pt x="393" y="627"/>
                    <a:pt x="385" y="625"/>
                    <a:pt x="384" y="624"/>
                  </a:cubicBezTo>
                  <a:cubicBezTo>
                    <a:pt x="391" y="624"/>
                    <a:pt x="391" y="624"/>
                    <a:pt x="391" y="624"/>
                  </a:cubicBezTo>
                  <a:cubicBezTo>
                    <a:pt x="392" y="624"/>
                    <a:pt x="392" y="624"/>
                    <a:pt x="392" y="624"/>
                  </a:cubicBezTo>
                  <a:cubicBezTo>
                    <a:pt x="393" y="624"/>
                    <a:pt x="393" y="624"/>
                    <a:pt x="393" y="624"/>
                  </a:cubicBezTo>
                  <a:cubicBezTo>
                    <a:pt x="394" y="624"/>
                    <a:pt x="394" y="624"/>
                    <a:pt x="394" y="624"/>
                  </a:cubicBezTo>
                  <a:cubicBezTo>
                    <a:pt x="395" y="624"/>
                    <a:pt x="397" y="623"/>
                    <a:pt x="398" y="623"/>
                  </a:cubicBezTo>
                  <a:cubicBezTo>
                    <a:pt x="400" y="623"/>
                    <a:pt x="403" y="622"/>
                    <a:pt x="405" y="620"/>
                  </a:cubicBezTo>
                  <a:cubicBezTo>
                    <a:pt x="410" y="617"/>
                    <a:pt x="414" y="613"/>
                    <a:pt x="415" y="608"/>
                  </a:cubicBezTo>
                  <a:cubicBezTo>
                    <a:pt x="416" y="605"/>
                    <a:pt x="417" y="603"/>
                    <a:pt x="417" y="600"/>
                  </a:cubicBezTo>
                  <a:cubicBezTo>
                    <a:pt x="417" y="594"/>
                    <a:pt x="417" y="594"/>
                    <a:pt x="417" y="594"/>
                  </a:cubicBezTo>
                  <a:cubicBezTo>
                    <a:pt x="417" y="571"/>
                    <a:pt x="417" y="571"/>
                    <a:pt x="417" y="571"/>
                  </a:cubicBezTo>
                  <a:cubicBezTo>
                    <a:pt x="417" y="550"/>
                    <a:pt x="417" y="550"/>
                    <a:pt x="417" y="550"/>
                  </a:cubicBezTo>
                  <a:cubicBezTo>
                    <a:pt x="417" y="549"/>
                    <a:pt x="417" y="549"/>
                    <a:pt x="417" y="549"/>
                  </a:cubicBezTo>
                  <a:cubicBezTo>
                    <a:pt x="420" y="548"/>
                    <a:pt x="420" y="548"/>
                    <a:pt x="420" y="548"/>
                  </a:cubicBezTo>
                  <a:cubicBezTo>
                    <a:pt x="423" y="546"/>
                    <a:pt x="427" y="544"/>
                    <a:pt x="430" y="542"/>
                  </a:cubicBezTo>
                  <a:cubicBezTo>
                    <a:pt x="427" y="544"/>
                    <a:pt x="423" y="546"/>
                    <a:pt x="420" y="548"/>
                  </a:cubicBezTo>
                  <a:cubicBezTo>
                    <a:pt x="417" y="549"/>
                    <a:pt x="417" y="549"/>
                    <a:pt x="417" y="549"/>
                  </a:cubicBezTo>
                  <a:cubicBezTo>
                    <a:pt x="417" y="549"/>
                    <a:pt x="417" y="549"/>
                    <a:pt x="417" y="550"/>
                  </a:cubicBezTo>
                  <a:cubicBezTo>
                    <a:pt x="417" y="572"/>
                    <a:pt x="417" y="572"/>
                    <a:pt x="417" y="572"/>
                  </a:cubicBezTo>
                  <a:cubicBezTo>
                    <a:pt x="417" y="595"/>
                    <a:pt x="417" y="595"/>
                    <a:pt x="417" y="595"/>
                  </a:cubicBezTo>
                  <a:cubicBezTo>
                    <a:pt x="417" y="601"/>
                    <a:pt x="417" y="601"/>
                    <a:pt x="417" y="601"/>
                  </a:cubicBezTo>
                  <a:cubicBezTo>
                    <a:pt x="417" y="603"/>
                    <a:pt x="416" y="606"/>
                    <a:pt x="415" y="609"/>
                  </a:cubicBezTo>
                  <a:cubicBezTo>
                    <a:pt x="413" y="614"/>
                    <a:pt x="409" y="618"/>
                    <a:pt x="405" y="621"/>
                  </a:cubicBezTo>
                  <a:cubicBezTo>
                    <a:pt x="402" y="622"/>
                    <a:pt x="400" y="623"/>
                    <a:pt x="397" y="623"/>
                  </a:cubicBezTo>
                  <a:cubicBezTo>
                    <a:pt x="396" y="623"/>
                    <a:pt x="394" y="624"/>
                    <a:pt x="393" y="624"/>
                  </a:cubicBezTo>
                  <a:cubicBezTo>
                    <a:pt x="390" y="624"/>
                    <a:pt x="390" y="624"/>
                    <a:pt x="390" y="624"/>
                  </a:cubicBezTo>
                  <a:cubicBezTo>
                    <a:pt x="384" y="624"/>
                    <a:pt x="384" y="624"/>
                    <a:pt x="384" y="624"/>
                  </a:cubicBezTo>
                  <a:cubicBezTo>
                    <a:pt x="384" y="623"/>
                    <a:pt x="384" y="623"/>
                    <a:pt x="385" y="623"/>
                  </a:cubicBezTo>
                  <a:cubicBezTo>
                    <a:pt x="379" y="623"/>
                    <a:pt x="374" y="623"/>
                    <a:pt x="369" y="623"/>
                  </a:cubicBezTo>
                  <a:cubicBezTo>
                    <a:pt x="390" y="623"/>
                    <a:pt x="390" y="623"/>
                    <a:pt x="390" y="623"/>
                  </a:cubicBezTo>
                  <a:cubicBezTo>
                    <a:pt x="393" y="623"/>
                    <a:pt x="393" y="623"/>
                    <a:pt x="393" y="623"/>
                  </a:cubicBezTo>
                  <a:cubicBezTo>
                    <a:pt x="394" y="623"/>
                    <a:pt x="395" y="623"/>
                    <a:pt x="397" y="622"/>
                  </a:cubicBezTo>
                  <a:cubicBezTo>
                    <a:pt x="399" y="622"/>
                    <a:pt x="402" y="621"/>
                    <a:pt x="404" y="620"/>
                  </a:cubicBezTo>
                  <a:cubicBezTo>
                    <a:pt x="409" y="617"/>
                    <a:pt x="413" y="612"/>
                    <a:pt x="414" y="607"/>
                  </a:cubicBezTo>
                  <a:cubicBezTo>
                    <a:pt x="415" y="606"/>
                    <a:pt x="415" y="605"/>
                    <a:pt x="415" y="603"/>
                  </a:cubicBezTo>
                  <a:cubicBezTo>
                    <a:pt x="416" y="603"/>
                    <a:pt x="416" y="602"/>
                    <a:pt x="416" y="601"/>
                  </a:cubicBezTo>
                  <a:cubicBezTo>
                    <a:pt x="416" y="601"/>
                    <a:pt x="416" y="600"/>
                    <a:pt x="416" y="599"/>
                  </a:cubicBezTo>
                  <a:cubicBezTo>
                    <a:pt x="416" y="593"/>
                    <a:pt x="416" y="593"/>
                    <a:pt x="416" y="593"/>
                  </a:cubicBezTo>
                  <a:cubicBezTo>
                    <a:pt x="416" y="581"/>
                    <a:pt x="416" y="581"/>
                    <a:pt x="416" y="581"/>
                  </a:cubicBezTo>
                  <a:cubicBezTo>
                    <a:pt x="416" y="557"/>
                    <a:pt x="416" y="557"/>
                    <a:pt x="416" y="557"/>
                  </a:cubicBezTo>
                  <a:cubicBezTo>
                    <a:pt x="416" y="549"/>
                    <a:pt x="416" y="549"/>
                    <a:pt x="416" y="549"/>
                  </a:cubicBezTo>
                  <a:cubicBezTo>
                    <a:pt x="416" y="548"/>
                    <a:pt x="416" y="548"/>
                    <a:pt x="416" y="548"/>
                  </a:cubicBezTo>
                  <a:cubicBezTo>
                    <a:pt x="416" y="548"/>
                    <a:pt x="416" y="548"/>
                    <a:pt x="416" y="548"/>
                  </a:cubicBezTo>
                  <a:cubicBezTo>
                    <a:pt x="417" y="548"/>
                    <a:pt x="417" y="548"/>
                    <a:pt x="417" y="548"/>
                  </a:cubicBezTo>
                  <a:cubicBezTo>
                    <a:pt x="419" y="547"/>
                    <a:pt x="421" y="546"/>
                    <a:pt x="423" y="545"/>
                  </a:cubicBezTo>
                  <a:cubicBezTo>
                    <a:pt x="430" y="541"/>
                    <a:pt x="437" y="537"/>
                    <a:pt x="444" y="533"/>
                  </a:cubicBezTo>
                  <a:cubicBezTo>
                    <a:pt x="445" y="534"/>
                    <a:pt x="445" y="534"/>
                    <a:pt x="445" y="534"/>
                  </a:cubicBezTo>
                  <a:cubicBezTo>
                    <a:pt x="476" y="514"/>
                    <a:pt x="504" y="488"/>
                    <a:pt x="526" y="458"/>
                  </a:cubicBezTo>
                  <a:cubicBezTo>
                    <a:pt x="548" y="428"/>
                    <a:pt x="564" y="394"/>
                    <a:pt x="574" y="357"/>
                  </a:cubicBezTo>
                  <a:cubicBezTo>
                    <a:pt x="583" y="321"/>
                    <a:pt x="585" y="283"/>
                    <a:pt x="579" y="245"/>
                  </a:cubicBezTo>
                  <a:cubicBezTo>
                    <a:pt x="574" y="208"/>
                    <a:pt x="561" y="171"/>
                    <a:pt x="542" y="139"/>
                  </a:cubicBezTo>
                  <a:close/>
                  <a:moveTo>
                    <a:pt x="338" y="819"/>
                  </a:moveTo>
                  <a:cubicBezTo>
                    <a:pt x="339" y="819"/>
                    <a:pt x="340" y="819"/>
                    <a:pt x="340" y="818"/>
                  </a:cubicBezTo>
                  <a:cubicBezTo>
                    <a:pt x="340" y="819"/>
                    <a:pt x="339" y="819"/>
                    <a:pt x="338" y="819"/>
                  </a:cubicBezTo>
                  <a:close/>
                  <a:moveTo>
                    <a:pt x="256" y="820"/>
                  </a:moveTo>
                  <a:cubicBezTo>
                    <a:pt x="265" y="821"/>
                    <a:pt x="274" y="822"/>
                    <a:pt x="283" y="823"/>
                  </a:cubicBezTo>
                  <a:cubicBezTo>
                    <a:pt x="292" y="823"/>
                    <a:pt x="301" y="824"/>
                    <a:pt x="310" y="824"/>
                  </a:cubicBezTo>
                  <a:cubicBezTo>
                    <a:pt x="315" y="824"/>
                    <a:pt x="319" y="823"/>
                    <a:pt x="324" y="823"/>
                  </a:cubicBezTo>
                  <a:cubicBezTo>
                    <a:pt x="328" y="822"/>
                    <a:pt x="333" y="822"/>
                    <a:pt x="336" y="820"/>
                  </a:cubicBezTo>
                  <a:cubicBezTo>
                    <a:pt x="337" y="820"/>
                    <a:pt x="337" y="820"/>
                    <a:pt x="337" y="820"/>
                  </a:cubicBezTo>
                  <a:cubicBezTo>
                    <a:pt x="337" y="820"/>
                    <a:pt x="337" y="820"/>
                    <a:pt x="338" y="819"/>
                  </a:cubicBezTo>
                  <a:cubicBezTo>
                    <a:pt x="337" y="820"/>
                    <a:pt x="337" y="820"/>
                    <a:pt x="337" y="820"/>
                  </a:cubicBezTo>
                  <a:cubicBezTo>
                    <a:pt x="336" y="820"/>
                    <a:pt x="336" y="820"/>
                    <a:pt x="336" y="820"/>
                  </a:cubicBezTo>
                  <a:cubicBezTo>
                    <a:pt x="332" y="822"/>
                    <a:pt x="328" y="822"/>
                    <a:pt x="324" y="823"/>
                  </a:cubicBezTo>
                  <a:cubicBezTo>
                    <a:pt x="319" y="823"/>
                    <a:pt x="315" y="824"/>
                    <a:pt x="310" y="824"/>
                  </a:cubicBezTo>
                  <a:cubicBezTo>
                    <a:pt x="301" y="824"/>
                    <a:pt x="292" y="824"/>
                    <a:pt x="283" y="823"/>
                  </a:cubicBezTo>
                  <a:cubicBezTo>
                    <a:pt x="274" y="822"/>
                    <a:pt x="264" y="821"/>
                    <a:pt x="256" y="820"/>
                  </a:cubicBezTo>
                  <a:cubicBezTo>
                    <a:pt x="253" y="820"/>
                    <a:pt x="251" y="820"/>
                    <a:pt x="249" y="819"/>
                  </a:cubicBezTo>
                  <a:cubicBezTo>
                    <a:pt x="249" y="819"/>
                    <a:pt x="249" y="819"/>
                    <a:pt x="248" y="819"/>
                  </a:cubicBezTo>
                  <a:cubicBezTo>
                    <a:pt x="248" y="819"/>
                    <a:pt x="248" y="819"/>
                    <a:pt x="248" y="819"/>
                  </a:cubicBezTo>
                  <a:cubicBezTo>
                    <a:pt x="249" y="819"/>
                    <a:pt x="249" y="819"/>
                    <a:pt x="249" y="819"/>
                  </a:cubicBezTo>
                  <a:cubicBezTo>
                    <a:pt x="249" y="819"/>
                    <a:pt x="249" y="819"/>
                    <a:pt x="249" y="819"/>
                  </a:cubicBezTo>
                  <a:cubicBezTo>
                    <a:pt x="249" y="819"/>
                    <a:pt x="249" y="819"/>
                    <a:pt x="249" y="819"/>
                  </a:cubicBezTo>
                  <a:cubicBezTo>
                    <a:pt x="251" y="820"/>
                    <a:pt x="254" y="820"/>
                    <a:pt x="256" y="820"/>
                  </a:cubicBezTo>
                  <a:close/>
                  <a:moveTo>
                    <a:pt x="249" y="817"/>
                  </a:moveTo>
                  <a:cubicBezTo>
                    <a:pt x="249" y="817"/>
                    <a:pt x="249" y="817"/>
                    <a:pt x="249" y="817"/>
                  </a:cubicBezTo>
                  <a:cubicBezTo>
                    <a:pt x="249" y="817"/>
                    <a:pt x="249" y="817"/>
                    <a:pt x="249" y="817"/>
                  </a:cubicBezTo>
                  <a:cubicBezTo>
                    <a:pt x="249" y="817"/>
                    <a:pt x="249" y="817"/>
                    <a:pt x="249" y="817"/>
                  </a:cubicBezTo>
                  <a:close/>
                  <a:moveTo>
                    <a:pt x="249" y="819"/>
                  </a:moveTo>
                  <a:cubicBezTo>
                    <a:pt x="249" y="819"/>
                    <a:pt x="249" y="819"/>
                    <a:pt x="249" y="819"/>
                  </a:cubicBezTo>
                  <a:cubicBezTo>
                    <a:pt x="248" y="819"/>
                    <a:pt x="248" y="819"/>
                    <a:pt x="248" y="819"/>
                  </a:cubicBezTo>
                  <a:cubicBezTo>
                    <a:pt x="248" y="819"/>
                    <a:pt x="248" y="819"/>
                    <a:pt x="248" y="819"/>
                  </a:cubicBezTo>
                  <a:cubicBezTo>
                    <a:pt x="249" y="819"/>
                    <a:pt x="249" y="819"/>
                    <a:pt x="249" y="819"/>
                  </a:cubicBezTo>
                  <a:close/>
                  <a:moveTo>
                    <a:pt x="246" y="817"/>
                  </a:moveTo>
                  <a:cubicBezTo>
                    <a:pt x="246" y="818"/>
                    <a:pt x="247" y="818"/>
                    <a:pt x="248" y="818"/>
                  </a:cubicBezTo>
                  <a:cubicBezTo>
                    <a:pt x="248" y="819"/>
                    <a:pt x="248" y="819"/>
                    <a:pt x="248" y="819"/>
                  </a:cubicBezTo>
                  <a:cubicBezTo>
                    <a:pt x="248" y="819"/>
                    <a:pt x="248" y="819"/>
                    <a:pt x="248" y="819"/>
                  </a:cubicBezTo>
                  <a:cubicBezTo>
                    <a:pt x="248" y="819"/>
                    <a:pt x="248" y="819"/>
                    <a:pt x="248" y="819"/>
                  </a:cubicBezTo>
                  <a:cubicBezTo>
                    <a:pt x="248" y="819"/>
                    <a:pt x="248" y="819"/>
                    <a:pt x="248" y="819"/>
                  </a:cubicBezTo>
                  <a:cubicBezTo>
                    <a:pt x="248" y="819"/>
                    <a:pt x="248" y="819"/>
                    <a:pt x="248" y="819"/>
                  </a:cubicBezTo>
                  <a:cubicBezTo>
                    <a:pt x="248" y="819"/>
                    <a:pt x="248" y="819"/>
                    <a:pt x="248" y="818"/>
                  </a:cubicBezTo>
                  <a:cubicBezTo>
                    <a:pt x="247" y="818"/>
                    <a:pt x="246" y="817"/>
                    <a:pt x="245" y="817"/>
                  </a:cubicBezTo>
                  <a:cubicBezTo>
                    <a:pt x="243" y="814"/>
                    <a:pt x="240" y="811"/>
                    <a:pt x="237" y="807"/>
                  </a:cubicBezTo>
                  <a:cubicBezTo>
                    <a:pt x="240" y="811"/>
                    <a:pt x="243" y="814"/>
                    <a:pt x="246" y="817"/>
                  </a:cubicBezTo>
                  <a:close/>
                  <a:moveTo>
                    <a:pt x="230" y="813"/>
                  </a:moveTo>
                  <a:cubicBezTo>
                    <a:pt x="230" y="812"/>
                    <a:pt x="230" y="812"/>
                    <a:pt x="230" y="812"/>
                  </a:cubicBezTo>
                  <a:cubicBezTo>
                    <a:pt x="228" y="811"/>
                    <a:pt x="228" y="811"/>
                    <a:pt x="228" y="811"/>
                  </a:cubicBezTo>
                  <a:cubicBezTo>
                    <a:pt x="228" y="810"/>
                    <a:pt x="228" y="810"/>
                    <a:pt x="228" y="810"/>
                  </a:cubicBezTo>
                  <a:cubicBezTo>
                    <a:pt x="227" y="809"/>
                    <a:pt x="227" y="809"/>
                    <a:pt x="227" y="809"/>
                  </a:cubicBezTo>
                  <a:cubicBezTo>
                    <a:pt x="227" y="808"/>
                    <a:pt x="227" y="808"/>
                    <a:pt x="227" y="808"/>
                  </a:cubicBezTo>
                  <a:cubicBezTo>
                    <a:pt x="223" y="800"/>
                    <a:pt x="223" y="800"/>
                    <a:pt x="223" y="800"/>
                  </a:cubicBezTo>
                  <a:cubicBezTo>
                    <a:pt x="215" y="784"/>
                    <a:pt x="215" y="784"/>
                    <a:pt x="215" y="784"/>
                  </a:cubicBezTo>
                  <a:cubicBezTo>
                    <a:pt x="220" y="793"/>
                    <a:pt x="224" y="804"/>
                    <a:pt x="230" y="813"/>
                  </a:cubicBezTo>
                  <a:close/>
                  <a:moveTo>
                    <a:pt x="190" y="672"/>
                  </a:moveTo>
                  <a:cubicBezTo>
                    <a:pt x="187" y="672"/>
                    <a:pt x="187" y="672"/>
                    <a:pt x="187" y="672"/>
                  </a:cubicBezTo>
                  <a:cubicBezTo>
                    <a:pt x="185" y="672"/>
                    <a:pt x="185" y="672"/>
                    <a:pt x="185" y="672"/>
                  </a:cubicBezTo>
                  <a:cubicBezTo>
                    <a:pt x="185" y="672"/>
                    <a:pt x="184" y="672"/>
                    <a:pt x="183" y="672"/>
                  </a:cubicBezTo>
                  <a:cubicBezTo>
                    <a:pt x="180" y="672"/>
                    <a:pt x="177" y="673"/>
                    <a:pt x="175" y="675"/>
                  </a:cubicBezTo>
                  <a:cubicBezTo>
                    <a:pt x="172" y="677"/>
                    <a:pt x="170" y="679"/>
                    <a:pt x="169" y="681"/>
                  </a:cubicBezTo>
                  <a:cubicBezTo>
                    <a:pt x="166" y="686"/>
                    <a:pt x="165" y="691"/>
                    <a:pt x="165" y="696"/>
                  </a:cubicBezTo>
                  <a:cubicBezTo>
                    <a:pt x="165" y="702"/>
                    <a:pt x="167" y="707"/>
                    <a:pt x="171" y="711"/>
                  </a:cubicBezTo>
                  <a:cubicBezTo>
                    <a:pt x="173" y="713"/>
                    <a:pt x="175" y="715"/>
                    <a:pt x="178" y="716"/>
                  </a:cubicBezTo>
                  <a:cubicBezTo>
                    <a:pt x="179" y="716"/>
                    <a:pt x="181" y="717"/>
                    <a:pt x="182" y="717"/>
                  </a:cubicBezTo>
                  <a:cubicBezTo>
                    <a:pt x="183" y="717"/>
                    <a:pt x="184" y="717"/>
                    <a:pt x="184" y="717"/>
                  </a:cubicBezTo>
                  <a:cubicBezTo>
                    <a:pt x="185" y="717"/>
                    <a:pt x="185" y="717"/>
                    <a:pt x="185" y="717"/>
                  </a:cubicBezTo>
                  <a:cubicBezTo>
                    <a:pt x="186" y="717"/>
                    <a:pt x="186" y="717"/>
                    <a:pt x="186" y="717"/>
                  </a:cubicBezTo>
                  <a:cubicBezTo>
                    <a:pt x="199" y="717"/>
                    <a:pt x="199" y="717"/>
                    <a:pt x="199" y="717"/>
                  </a:cubicBezTo>
                  <a:cubicBezTo>
                    <a:pt x="224" y="718"/>
                    <a:pt x="224" y="718"/>
                    <a:pt x="224" y="718"/>
                  </a:cubicBezTo>
                  <a:cubicBezTo>
                    <a:pt x="257" y="718"/>
                    <a:pt x="290" y="718"/>
                    <a:pt x="325" y="718"/>
                  </a:cubicBezTo>
                  <a:cubicBezTo>
                    <a:pt x="325" y="719"/>
                    <a:pt x="325" y="719"/>
                    <a:pt x="325" y="719"/>
                  </a:cubicBezTo>
                  <a:cubicBezTo>
                    <a:pt x="323" y="719"/>
                    <a:pt x="322" y="719"/>
                    <a:pt x="321" y="719"/>
                  </a:cubicBezTo>
                  <a:cubicBezTo>
                    <a:pt x="300" y="719"/>
                    <a:pt x="300" y="719"/>
                    <a:pt x="300" y="719"/>
                  </a:cubicBezTo>
                  <a:cubicBezTo>
                    <a:pt x="297" y="719"/>
                    <a:pt x="297" y="719"/>
                    <a:pt x="297" y="719"/>
                  </a:cubicBezTo>
                  <a:cubicBezTo>
                    <a:pt x="272" y="719"/>
                    <a:pt x="247" y="718"/>
                    <a:pt x="223" y="718"/>
                  </a:cubicBezTo>
                  <a:cubicBezTo>
                    <a:pt x="198" y="718"/>
                    <a:pt x="198" y="718"/>
                    <a:pt x="198" y="718"/>
                  </a:cubicBezTo>
                  <a:cubicBezTo>
                    <a:pt x="186" y="718"/>
                    <a:pt x="186" y="718"/>
                    <a:pt x="186" y="718"/>
                  </a:cubicBezTo>
                  <a:cubicBezTo>
                    <a:pt x="185" y="718"/>
                    <a:pt x="185" y="718"/>
                    <a:pt x="185" y="718"/>
                  </a:cubicBezTo>
                  <a:cubicBezTo>
                    <a:pt x="184" y="718"/>
                    <a:pt x="184" y="718"/>
                    <a:pt x="184" y="718"/>
                  </a:cubicBezTo>
                  <a:cubicBezTo>
                    <a:pt x="183" y="718"/>
                    <a:pt x="182" y="718"/>
                    <a:pt x="181" y="718"/>
                  </a:cubicBezTo>
                  <a:cubicBezTo>
                    <a:pt x="180" y="718"/>
                    <a:pt x="178" y="717"/>
                    <a:pt x="177" y="716"/>
                  </a:cubicBezTo>
                  <a:cubicBezTo>
                    <a:pt x="174" y="715"/>
                    <a:pt x="172" y="713"/>
                    <a:pt x="170" y="711"/>
                  </a:cubicBezTo>
                  <a:cubicBezTo>
                    <a:pt x="166" y="707"/>
                    <a:pt x="164" y="702"/>
                    <a:pt x="164" y="696"/>
                  </a:cubicBezTo>
                  <a:cubicBezTo>
                    <a:pt x="164" y="691"/>
                    <a:pt x="165" y="685"/>
                    <a:pt x="168" y="680"/>
                  </a:cubicBezTo>
                  <a:cubicBezTo>
                    <a:pt x="170" y="678"/>
                    <a:pt x="172" y="676"/>
                    <a:pt x="174" y="674"/>
                  </a:cubicBezTo>
                  <a:cubicBezTo>
                    <a:pt x="177" y="673"/>
                    <a:pt x="180" y="671"/>
                    <a:pt x="183" y="671"/>
                  </a:cubicBezTo>
                  <a:cubicBezTo>
                    <a:pt x="183" y="671"/>
                    <a:pt x="184" y="671"/>
                    <a:pt x="185" y="671"/>
                  </a:cubicBezTo>
                  <a:cubicBezTo>
                    <a:pt x="187" y="671"/>
                    <a:pt x="187" y="671"/>
                    <a:pt x="187" y="671"/>
                  </a:cubicBezTo>
                  <a:cubicBezTo>
                    <a:pt x="190" y="671"/>
                    <a:pt x="190" y="671"/>
                    <a:pt x="190" y="671"/>
                  </a:cubicBezTo>
                  <a:cubicBezTo>
                    <a:pt x="196" y="671"/>
                    <a:pt x="196" y="671"/>
                    <a:pt x="196" y="671"/>
                  </a:cubicBezTo>
                  <a:cubicBezTo>
                    <a:pt x="196" y="671"/>
                    <a:pt x="194" y="671"/>
                    <a:pt x="197" y="671"/>
                  </a:cubicBezTo>
                  <a:lnTo>
                    <a:pt x="190" y="672"/>
                  </a:lnTo>
                  <a:close/>
                  <a:moveTo>
                    <a:pt x="136" y="380"/>
                  </a:moveTo>
                  <a:cubicBezTo>
                    <a:pt x="135" y="376"/>
                    <a:pt x="135" y="371"/>
                    <a:pt x="136" y="368"/>
                  </a:cubicBezTo>
                  <a:cubicBezTo>
                    <a:pt x="137" y="364"/>
                    <a:pt x="139" y="361"/>
                    <a:pt x="143" y="359"/>
                  </a:cubicBezTo>
                  <a:cubicBezTo>
                    <a:pt x="146" y="356"/>
                    <a:pt x="150" y="355"/>
                    <a:pt x="154" y="354"/>
                  </a:cubicBezTo>
                  <a:cubicBezTo>
                    <a:pt x="158" y="354"/>
                    <a:pt x="162" y="355"/>
                    <a:pt x="166" y="357"/>
                  </a:cubicBezTo>
                  <a:cubicBezTo>
                    <a:pt x="170" y="359"/>
                    <a:pt x="174" y="362"/>
                    <a:pt x="177" y="366"/>
                  </a:cubicBezTo>
                  <a:cubicBezTo>
                    <a:pt x="180" y="369"/>
                    <a:pt x="183" y="373"/>
                    <a:pt x="185" y="377"/>
                  </a:cubicBezTo>
                  <a:cubicBezTo>
                    <a:pt x="188" y="384"/>
                    <a:pt x="188" y="384"/>
                    <a:pt x="188" y="384"/>
                  </a:cubicBezTo>
                  <a:cubicBezTo>
                    <a:pt x="194" y="396"/>
                    <a:pt x="194" y="396"/>
                    <a:pt x="194" y="396"/>
                  </a:cubicBezTo>
                  <a:cubicBezTo>
                    <a:pt x="196" y="395"/>
                    <a:pt x="198" y="394"/>
                    <a:pt x="200" y="393"/>
                  </a:cubicBezTo>
                  <a:cubicBezTo>
                    <a:pt x="201" y="393"/>
                    <a:pt x="201" y="392"/>
                    <a:pt x="202" y="392"/>
                  </a:cubicBezTo>
                  <a:cubicBezTo>
                    <a:pt x="203" y="391"/>
                    <a:pt x="204" y="391"/>
                    <a:pt x="205" y="390"/>
                  </a:cubicBezTo>
                  <a:cubicBezTo>
                    <a:pt x="207" y="389"/>
                    <a:pt x="207" y="389"/>
                    <a:pt x="207" y="389"/>
                  </a:cubicBezTo>
                  <a:cubicBezTo>
                    <a:pt x="209" y="388"/>
                    <a:pt x="209" y="388"/>
                    <a:pt x="209" y="388"/>
                  </a:cubicBezTo>
                  <a:cubicBezTo>
                    <a:pt x="210" y="387"/>
                    <a:pt x="211" y="386"/>
                    <a:pt x="213" y="386"/>
                  </a:cubicBezTo>
                  <a:cubicBezTo>
                    <a:pt x="217" y="383"/>
                    <a:pt x="221" y="380"/>
                    <a:pt x="225" y="376"/>
                  </a:cubicBezTo>
                  <a:cubicBezTo>
                    <a:pt x="229" y="373"/>
                    <a:pt x="233" y="369"/>
                    <a:pt x="237" y="366"/>
                  </a:cubicBezTo>
                  <a:cubicBezTo>
                    <a:pt x="239" y="364"/>
                    <a:pt x="240" y="362"/>
                    <a:pt x="242" y="360"/>
                  </a:cubicBezTo>
                  <a:cubicBezTo>
                    <a:pt x="244" y="358"/>
                    <a:pt x="244" y="358"/>
                    <a:pt x="244" y="358"/>
                  </a:cubicBezTo>
                  <a:cubicBezTo>
                    <a:pt x="246" y="356"/>
                    <a:pt x="246" y="356"/>
                    <a:pt x="246" y="356"/>
                  </a:cubicBezTo>
                  <a:cubicBezTo>
                    <a:pt x="247" y="354"/>
                    <a:pt x="249" y="353"/>
                    <a:pt x="250" y="351"/>
                  </a:cubicBezTo>
                  <a:cubicBezTo>
                    <a:pt x="249" y="349"/>
                    <a:pt x="247" y="348"/>
                    <a:pt x="246" y="346"/>
                  </a:cubicBezTo>
                  <a:cubicBezTo>
                    <a:pt x="245" y="345"/>
                    <a:pt x="245" y="345"/>
                    <a:pt x="245" y="345"/>
                  </a:cubicBezTo>
                  <a:cubicBezTo>
                    <a:pt x="245" y="344"/>
                    <a:pt x="245" y="344"/>
                    <a:pt x="245" y="344"/>
                  </a:cubicBezTo>
                  <a:cubicBezTo>
                    <a:pt x="245" y="343"/>
                    <a:pt x="244" y="343"/>
                    <a:pt x="244" y="342"/>
                  </a:cubicBezTo>
                  <a:cubicBezTo>
                    <a:pt x="243" y="340"/>
                    <a:pt x="242" y="338"/>
                    <a:pt x="242" y="336"/>
                  </a:cubicBezTo>
                  <a:cubicBezTo>
                    <a:pt x="242" y="335"/>
                    <a:pt x="241" y="334"/>
                    <a:pt x="241" y="333"/>
                  </a:cubicBezTo>
                  <a:cubicBezTo>
                    <a:pt x="241" y="332"/>
                    <a:pt x="241" y="332"/>
                    <a:pt x="241" y="331"/>
                  </a:cubicBezTo>
                  <a:cubicBezTo>
                    <a:pt x="241" y="331"/>
                    <a:pt x="241" y="330"/>
                    <a:pt x="241" y="330"/>
                  </a:cubicBezTo>
                  <a:cubicBezTo>
                    <a:pt x="241" y="328"/>
                    <a:pt x="241" y="325"/>
                    <a:pt x="241" y="323"/>
                  </a:cubicBezTo>
                  <a:cubicBezTo>
                    <a:pt x="242" y="314"/>
                    <a:pt x="246" y="306"/>
                    <a:pt x="251" y="298"/>
                  </a:cubicBezTo>
                  <a:cubicBezTo>
                    <a:pt x="253" y="295"/>
                    <a:pt x="256" y="291"/>
                    <a:pt x="260" y="289"/>
                  </a:cubicBezTo>
                  <a:cubicBezTo>
                    <a:pt x="263" y="287"/>
                    <a:pt x="267" y="286"/>
                    <a:pt x="271" y="286"/>
                  </a:cubicBezTo>
                  <a:cubicBezTo>
                    <a:pt x="274" y="287"/>
                    <a:pt x="278" y="288"/>
                    <a:pt x="281" y="291"/>
                  </a:cubicBezTo>
                  <a:cubicBezTo>
                    <a:pt x="285" y="293"/>
                    <a:pt x="287" y="297"/>
                    <a:pt x="288" y="300"/>
                  </a:cubicBezTo>
                  <a:cubicBezTo>
                    <a:pt x="291" y="307"/>
                    <a:pt x="288" y="316"/>
                    <a:pt x="284" y="324"/>
                  </a:cubicBezTo>
                  <a:cubicBezTo>
                    <a:pt x="282" y="328"/>
                    <a:pt x="279" y="332"/>
                    <a:pt x="276" y="335"/>
                  </a:cubicBezTo>
                  <a:cubicBezTo>
                    <a:pt x="275" y="337"/>
                    <a:pt x="275" y="337"/>
                    <a:pt x="275" y="337"/>
                  </a:cubicBezTo>
                  <a:cubicBezTo>
                    <a:pt x="273" y="339"/>
                    <a:pt x="273" y="339"/>
                    <a:pt x="273" y="339"/>
                  </a:cubicBezTo>
                  <a:cubicBezTo>
                    <a:pt x="269" y="344"/>
                    <a:pt x="269" y="344"/>
                    <a:pt x="269" y="344"/>
                  </a:cubicBezTo>
                  <a:cubicBezTo>
                    <a:pt x="268" y="346"/>
                    <a:pt x="267" y="347"/>
                    <a:pt x="267" y="349"/>
                  </a:cubicBezTo>
                  <a:cubicBezTo>
                    <a:pt x="267" y="349"/>
                    <a:pt x="267" y="350"/>
                    <a:pt x="267" y="350"/>
                  </a:cubicBezTo>
                  <a:cubicBezTo>
                    <a:pt x="267" y="351"/>
                    <a:pt x="267" y="351"/>
                    <a:pt x="267" y="351"/>
                  </a:cubicBezTo>
                  <a:cubicBezTo>
                    <a:pt x="267" y="351"/>
                    <a:pt x="267" y="351"/>
                    <a:pt x="268" y="351"/>
                  </a:cubicBezTo>
                  <a:cubicBezTo>
                    <a:pt x="268" y="352"/>
                    <a:pt x="268" y="352"/>
                    <a:pt x="268" y="352"/>
                  </a:cubicBezTo>
                  <a:cubicBezTo>
                    <a:pt x="268" y="352"/>
                    <a:pt x="269" y="353"/>
                    <a:pt x="270" y="353"/>
                  </a:cubicBezTo>
                  <a:cubicBezTo>
                    <a:pt x="270" y="354"/>
                    <a:pt x="271" y="354"/>
                    <a:pt x="272" y="354"/>
                  </a:cubicBezTo>
                  <a:cubicBezTo>
                    <a:pt x="274" y="355"/>
                    <a:pt x="276" y="356"/>
                    <a:pt x="277" y="356"/>
                  </a:cubicBezTo>
                  <a:cubicBezTo>
                    <a:pt x="278" y="356"/>
                    <a:pt x="279" y="357"/>
                    <a:pt x="280" y="357"/>
                  </a:cubicBezTo>
                  <a:cubicBezTo>
                    <a:pt x="283" y="357"/>
                    <a:pt x="283" y="357"/>
                    <a:pt x="283" y="357"/>
                  </a:cubicBezTo>
                  <a:cubicBezTo>
                    <a:pt x="285" y="358"/>
                    <a:pt x="286" y="358"/>
                    <a:pt x="287" y="358"/>
                  </a:cubicBezTo>
                  <a:cubicBezTo>
                    <a:pt x="292" y="359"/>
                    <a:pt x="297" y="359"/>
                    <a:pt x="303" y="359"/>
                  </a:cubicBezTo>
                  <a:cubicBezTo>
                    <a:pt x="308" y="359"/>
                    <a:pt x="313" y="359"/>
                    <a:pt x="318" y="358"/>
                  </a:cubicBezTo>
                  <a:cubicBezTo>
                    <a:pt x="321" y="357"/>
                    <a:pt x="323" y="356"/>
                    <a:pt x="326" y="355"/>
                  </a:cubicBezTo>
                  <a:cubicBezTo>
                    <a:pt x="327" y="355"/>
                    <a:pt x="327" y="355"/>
                    <a:pt x="327" y="355"/>
                  </a:cubicBezTo>
                  <a:cubicBezTo>
                    <a:pt x="328" y="355"/>
                    <a:pt x="328" y="355"/>
                    <a:pt x="328" y="355"/>
                  </a:cubicBezTo>
                  <a:cubicBezTo>
                    <a:pt x="331" y="353"/>
                    <a:pt x="331" y="353"/>
                    <a:pt x="331" y="353"/>
                  </a:cubicBezTo>
                  <a:cubicBezTo>
                    <a:pt x="333" y="353"/>
                    <a:pt x="335" y="352"/>
                    <a:pt x="337" y="351"/>
                  </a:cubicBezTo>
                  <a:cubicBezTo>
                    <a:pt x="336" y="348"/>
                    <a:pt x="336" y="345"/>
                    <a:pt x="335" y="342"/>
                  </a:cubicBezTo>
                  <a:cubicBezTo>
                    <a:pt x="335" y="340"/>
                    <a:pt x="335" y="340"/>
                    <a:pt x="335" y="340"/>
                  </a:cubicBezTo>
                  <a:cubicBezTo>
                    <a:pt x="335" y="339"/>
                    <a:pt x="335" y="339"/>
                    <a:pt x="335" y="339"/>
                  </a:cubicBezTo>
                  <a:cubicBezTo>
                    <a:pt x="334" y="337"/>
                    <a:pt x="334" y="337"/>
                    <a:pt x="334" y="337"/>
                  </a:cubicBezTo>
                  <a:cubicBezTo>
                    <a:pt x="334" y="333"/>
                    <a:pt x="334" y="330"/>
                    <a:pt x="334" y="327"/>
                  </a:cubicBezTo>
                  <a:cubicBezTo>
                    <a:pt x="334" y="320"/>
                    <a:pt x="336" y="314"/>
                    <a:pt x="339" y="309"/>
                  </a:cubicBezTo>
                  <a:cubicBezTo>
                    <a:pt x="340" y="307"/>
                    <a:pt x="342" y="304"/>
                    <a:pt x="345" y="302"/>
                  </a:cubicBezTo>
                  <a:cubicBezTo>
                    <a:pt x="346" y="301"/>
                    <a:pt x="347" y="300"/>
                    <a:pt x="348" y="299"/>
                  </a:cubicBezTo>
                  <a:cubicBezTo>
                    <a:pt x="349" y="298"/>
                    <a:pt x="350" y="297"/>
                    <a:pt x="352" y="297"/>
                  </a:cubicBezTo>
                  <a:cubicBezTo>
                    <a:pt x="357" y="294"/>
                    <a:pt x="363" y="294"/>
                    <a:pt x="367" y="296"/>
                  </a:cubicBezTo>
                  <a:cubicBezTo>
                    <a:pt x="369" y="296"/>
                    <a:pt x="370" y="297"/>
                    <a:pt x="371" y="297"/>
                  </a:cubicBezTo>
                  <a:cubicBezTo>
                    <a:pt x="371" y="298"/>
                    <a:pt x="372" y="298"/>
                    <a:pt x="372" y="299"/>
                  </a:cubicBezTo>
                  <a:cubicBezTo>
                    <a:pt x="373" y="299"/>
                    <a:pt x="373" y="300"/>
                    <a:pt x="374" y="300"/>
                  </a:cubicBezTo>
                  <a:cubicBezTo>
                    <a:pt x="375" y="303"/>
                    <a:pt x="377" y="305"/>
                    <a:pt x="378" y="308"/>
                  </a:cubicBezTo>
                  <a:cubicBezTo>
                    <a:pt x="380" y="313"/>
                    <a:pt x="380" y="319"/>
                    <a:pt x="378" y="325"/>
                  </a:cubicBezTo>
                  <a:cubicBezTo>
                    <a:pt x="376" y="330"/>
                    <a:pt x="372" y="336"/>
                    <a:pt x="367" y="340"/>
                  </a:cubicBezTo>
                  <a:cubicBezTo>
                    <a:pt x="365" y="343"/>
                    <a:pt x="363" y="345"/>
                    <a:pt x="360" y="347"/>
                  </a:cubicBezTo>
                  <a:cubicBezTo>
                    <a:pt x="359" y="347"/>
                    <a:pt x="359" y="348"/>
                    <a:pt x="358" y="348"/>
                  </a:cubicBezTo>
                  <a:cubicBezTo>
                    <a:pt x="357" y="349"/>
                    <a:pt x="357" y="349"/>
                    <a:pt x="357" y="349"/>
                  </a:cubicBezTo>
                  <a:cubicBezTo>
                    <a:pt x="356" y="350"/>
                    <a:pt x="356" y="350"/>
                    <a:pt x="356" y="350"/>
                  </a:cubicBezTo>
                  <a:cubicBezTo>
                    <a:pt x="353" y="352"/>
                    <a:pt x="351" y="353"/>
                    <a:pt x="348" y="355"/>
                  </a:cubicBezTo>
                  <a:cubicBezTo>
                    <a:pt x="349" y="357"/>
                    <a:pt x="349" y="359"/>
                    <a:pt x="350" y="361"/>
                  </a:cubicBezTo>
                  <a:cubicBezTo>
                    <a:pt x="350" y="362"/>
                    <a:pt x="351" y="363"/>
                    <a:pt x="351" y="364"/>
                  </a:cubicBezTo>
                  <a:cubicBezTo>
                    <a:pt x="352" y="366"/>
                    <a:pt x="352" y="366"/>
                    <a:pt x="352" y="366"/>
                  </a:cubicBezTo>
                  <a:cubicBezTo>
                    <a:pt x="353" y="369"/>
                    <a:pt x="354" y="371"/>
                    <a:pt x="356" y="373"/>
                  </a:cubicBezTo>
                  <a:cubicBezTo>
                    <a:pt x="358" y="378"/>
                    <a:pt x="361" y="382"/>
                    <a:pt x="364" y="387"/>
                  </a:cubicBezTo>
                  <a:cubicBezTo>
                    <a:pt x="367" y="391"/>
                    <a:pt x="371" y="395"/>
                    <a:pt x="375" y="398"/>
                  </a:cubicBezTo>
                  <a:cubicBezTo>
                    <a:pt x="376" y="399"/>
                    <a:pt x="377" y="400"/>
                    <a:pt x="378" y="400"/>
                  </a:cubicBezTo>
                  <a:cubicBezTo>
                    <a:pt x="379" y="401"/>
                    <a:pt x="379" y="401"/>
                    <a:pt x="380" y="402"/>
                  </a:cubicBezTo>
                  <a:cubicBezTo>
                    <a:pt x="381" y="402"/>
                    <a:pt x="381" y="402"/>
                    <a:pt x="381" y="402"/>
                  </a:cubicBezTo>
                  <a:cubicBezTo>
                    <a:pt x="381" y="402"/>
                    <a:pt x="381" y="402"/>
                    <a:pt x="381" y="402"/>
                  </a:cubicBezTo>
                  <a:cubicBezTo>
                    <a:pt x="383" y="403"/>
                    <a:pt x="383" y="403"/>
                    <a:pt x="383" y="403"/>
                  </a:cubicBezTo>
                  <a:cubicBezTo>
                    <a:pt x="384" y="404"/>
                    <a:pt x="386" y="405"/>
                    <a:pt x="388" y="406"/>
                  </a:cubicBezTo>
                  <a:cubicBezTo>
                    <a:pt x="391" y="407"/>
                    <a:pt x="391" y="407"/>
                    <a:pt x="391" y="407"/>
                  </a:cubicBezTo>
                  <a:cubicBezTo>
                    <a:pt x="392" y="408"/>
                    <a:pt x="392" y="408"/>
                    <a:pt x="392" y="408"/>
                  </a:cubicBezTo>
                  <a:cubicBezTo>
                    <a:pt x="393" y="408"/>
                    <a:pt x="393" y="408"/>
                    <a:pt x="394" y="408"/>
                  </a:cubicBezTo>
                  <a:cubicBezTo>
                    <a:pt x="401" y="393"/>
                    <a:pt x="401" y="393"/>
                    <a:pt x="401" y="393"/>
                  </a:cubicBezTo>
                  <a:cubicBezTo>
                    <a:pt x="406" y="383"/>
                    <a:pt x="406" y="383"/>
                    <a:pt x="406" y="383"/>
                  </a:cubicBezTo>
                  <a:cubicBezTo>
                    <a:pt x="408" y="379"/>
                    <a:pt x="408" y="379"/>
                    <a:pt x="408" y="379"/>
                  </a:cubicBezTo>
                  <a:cubicBezTo>
                    <a:pt x="409" y="378"/>
                    <a:pt x="409" y="378"/>
                    <a:pt x="409" y="378"/>
                  </a:cubicBezTo>
                  <a:cubicBezTo>
                    <a:pt x="409" y="377"/>
                    <a:pt x="409" y="377"/>
                    <a:pt x="409" y="377"/>
                  </a:cubicBezTo>
                  <a:cubicBezTo>
                    <a:pt x="410" y="376"/>
                    <a:pt x="410" y="375"/>
                    <a:pt x="411" y="375"/>
                  </a:cubicBezTo>
                  <a:cubicBezTo>
                    <a:pt x="413" y="372"/>
                    <a:pt x="415" y="370"/>
                    <a:pt x="417" y="367"/>
                  </a:cubicBezTo>
                  <a:cubicBezTo>
                    <a:pt x="420" y="365"/>
                    <a:pt x="422" y="363"/>
                    <a:pt x="425" y="362"/>
                  </a:cubicBezTo>
                  <a:cubicBezTo>
                    <a:pt x="426" y="361"/>
                    <a:pt x="427" y="361"/>
                    <a:pt x="429" y="361"/>
                  </a:cubicBezTo>
                  <a:cubicBezTo>
                    <a:pt x="430" y="361"/>
                    <a:pt x="431" y="361"/>
                    <a:pt x="432" y="361"/>
                  </a:cubicBezTo>
                  <a:cubicBezTo>
                    <a:pt x="437" y="362"/>
                    <a:pt x="441" y="366"/>
                    <a:pt x="444" y="372"/>
                  </a:cubicBezTo>
                  <a:cubicBezTo>
                    <a:pt x="446" y="377"/>
                    <a:pt x="447" y="384"/>
                    <a:pt x="446" y="390"/>
                  </a:cubicBezTo>
                  <a:cubicBezTo>
                    <a:pt x="445" y="393"/>
                    <a:pt x="445" y="396"/>
                    <a:pt x="443" y="399"/>
                  </a:cubicBezTo>
                  <a:cubicBezTo>
                    <a:pt x="442" y="402"/>
                    <a:pt x="440" y="405"/>
                    <a:pt x="438" y="407"/>
                  </a:cubicBezTo>
                  <a:cubicBezTo>
                    <a:pt x="434" y="411"/>
                    <a:pt x="429" y="415"/>
                    <a:pt x="423" y="417"/>
                  </a:cubicBezTo>
                  <a:cubicBezTo>
                    <a:pt x="420" y="418"/>
                    <a:pt x="416" y="418"/>
                    <a:pt x="413" y="418"/>
                  </a:cubicBezTo>
                  <a:cubicBezTo>
                    <a:pt x="411" y="418"/>
                    <a:pt x="410" y="419"/>
                    <a:pt x="408" y="419"/>
                  </a:cubicBezTo>
                  <a:cubicBezTo>
                    <a:pt x="407" y="418"/>
                    <a:pt x="407" y="418"/>
                    <a:pt x="407" y="418"/>
                  </a:cubicBezTo>
                  <a:cubicBezTo>
                    <a:pt x="407" y="418"/>
                    <a:pt x="406" y="418"/>
                    <a:pt x="406" y="418"/>
                  </a:cubicBezTo>
                  <a:cubicBezTo>
                    <a:pt x="405" y="418"/>
                    <a:pt x="404" y="418"/>
                    <a:pt x="404" y="418"/>
                  </a:cubicBezTo>
                  <a:cubicBezTo>
                    <a:pt x="399" y="418"/>
                    <a:pt x="399" y="418"/>
                    <a:pt x="399" y="418"/>
                  </a:cubicBezTo>
                  <a:cubicBezTo>
                    <a:pt x="398" y="419"/>
                    <a:pt x="397" y="421"/>
                    <a:pt x="397" y="423"/>
                  </a:cubicBezTo>
                  <a:cubicBezTo>
                    <a:pt x="395" y="427"/>
                    <a:pt x="395" y="427"/>
                    <a:pt x="395" y="427"/>
                  </a:cubicBezTo>
                  <a:cubicBezTo>
                    <a:pt x="392" y="432"/>
                    <a:pt x="392" y="432"/>
                    <a:pt x="392" y="432"/>
                  </a:cubicBezTo>
                  <a:cubicBezTo>
                    <a:pt x="387" y="443"/>
                    <a:pt x="387" y="443"/>
                    <a:pt x="387" y="443"/>
                  </a:cubicBezTo>
                  <a:cubicBezTo>
                    <a:pt x="384" y="451"/>
                    <a:pt x="381" y="458"/>
                    <a:pt x="378" y="465"/>
                  </a:cubicBezTo>
                  <a:cubicBezTo>
                    <a:pt x="372" y="480"/>
                    <a:pt x="367" y="495"/>
                    <a:pt x="361" y="510"/>
                  </a:cubicBezTo>
                  <a:cubicBezTo>
                    <a:pt x="351" y="539"/>
                    <a:pt x="341" y="570"/>
                    <a:pt x="332" y="600"/>
                  </a:cubicBezTo>
                  <a:cubicBezTo>
                    <a:pt x="327" y="617"/>
                    <a:pt x="327" y="617"/>
                    <a:pt x="327" y="617"/>
                  </a:cubicBezTo>
                  <a:cubicBezTo>
                    <a:pt x="326" y="622"/>
                    <a:pt x="326" y="622"/>
                    <a:pt x="326" y="622"/>
                  </a:cubicBezTo>
                  <a:cubicBezTo>
                    <a:pt x="325" y="622"/>
                    <a:pt x="325" y="622"/>
                    <a:pt x="325" y="622"/>
                  </a:cubicBezTo>
                  <a:cubicBezTo>
                    <a:pt x="330" y="603"/>
                    <a:pt x="330" y="603"/>
                    <a:pt x="330" y="603"/>
                  </a:cubicBezTo>
                  <a:cubicBezTo>
                    <a:pt x="334" y="592"/>
                    <a:pt x="334" y="592"/>
                    <a:pt x="334" y="592"/>
                  </a:cubicBezTo>
                  <a:cubicBezTo>
                    <a:pt x="342" y="563"/>
                    <a:pt x="352" y="534"/>
                    <a:pt x="362" y="506"/>
                  </a:cubicBezTo>
                  <a:cubicBezTo>
                    <a:pt x="367" y="491"/>
                    <a:pt x="373" y="477"/>
                    <a:pt x="378" y="463"/>
                  </a:cubicBezTo>
                  <a:cubicBezTo>
                    <a:pt x="381" y="456"/>
                    <a:pt x="384" y="449"/>
                    <a:pt x="387" y="442"/>
                  </a:cubicBezTo>
                  <a:cubicBezTo>
                    <a:pt x="392" y="432"/>
                    <a:pt x="392" y="432"/>
                    <a:pt x="392" y="432"/>
                  </a:cubicBezTo>
                  <a:cubicBezTo>
                    <a:pt x="394" y="426"/>
                    <a:pt x="394" y="426"/>
                    <a:pt x="394" y="426"/>
                  </a:cubicBezTo>
                  <a:cubicBezTo>
                    <a:pt x="398" y="417"/>
                    <a:pt x="398" y="417"/>
                    <a:pt x="398" y="417"/>
                  </a:cubicBezTo>
                  <a:cubicBezTo>
                    <a:pt x="403" y="418"/>
                    <a:pt x="403" y="418"/>
                    <a:pt x="403" y="418"/>
                  </a:cubicBezTo>
                  <a:cubicBezTo>
                    <a:pt x="404" y="418"/>
                    <a:pt x="405" y="418"/>
                    <a:pt x="406" y="418"/>
                  </a:cubicBezTo>
                  <a:cubicBezTo>
                    <a:pt x="406" y="418"/>
                    <a:pt x="407" y="418"/>
                    <a:pt x="407" y="418"/>
                  </a:cubicBezTo>
                  <a:cubicBezTo>
                    <a:pt x="408" y="418"/>
                    <a:pt x="408" y="418"/>
                    <a:pt x="408" y="418"/>
                  </a:cubicBezTo>
                  <a:cubicBezTo>
                    <a:pt x="410" y="418"/>
                    <a:pt x="411" y="418"/>
                    <a:pt x="413" y="418"/>
                  </a:cubicBezTo>
                  <a:cubicBezTo>
                    <a:pt x="416" y="417"/>
                    <a:pt x="419" y="417"/>
                    <a:pt x="422" y="416"/>
                  </a:cubicBezTo>
                  <a:cubicBezTo>
                    <a:pt x="428" y="414"/>
                    <a:pt x="434" y="411"/>
                    <a:pt x="438" y="406"/>
                  </a:cubicBezTo>
                  <a:cubicBezTo>
                    <a:pt x="440" y="404"/>
                    <a:pt x="442" y="402"/>
                    <a:pt x="443" y="399"/>
                  </a:cubicBezTo>
                  <a:cubicBezTo>
                    <a:pt x="444" y="396"/>
                    <a:pt x="445" y="393"/>
                    <a:pt x="445" y="390"/>
                  </a:cubicBezTo>
                  <a:cubicBezTo>
                    <a:pt x="446" y="384"/>
                    <a:pt x="446" y="377"/>
                    <a:pt x="443" y="372"/>
                  </a:cubicBezTo>
                  <a:cubicBezTo>
                    <a:pt x="441" y="367"/>
                    <a:pt x="436" y="362"/>
                    <a:pt x="432" y="362"/>
                  </a:cubicBezTo>
                  <a:cubicBezTo>
                    <a:pt x="431" y="362"/>
                    <a:pt x="431" y="362"/>
                    <a:pt x="430" y="361"/>
                  </a:cubicBezTo>
                  <a:cubicBezTo>
                    <a:pt x="430" y="361"/>
                    <a:pt x="429" y="362"/>
                    <a:pt x="429" y="362"/>
                  </a:cubicBezTo>
                  <a:cubicBezTo>
                    <a:pt x="428" y="362"/>
                    <a:pt x="426" y="362"/>
                    <a:pt x="425" y="363"/>
                  </a:cubicBezTo>
                  <a:cubicBezTo>
                    <a:pt x="423" y="364"/>
                    <a:pt x="420" y="366"/>
                    <a:pt x="418" y="368"/>
                  </a:cubicBezTo>
                  <a:cubicBezTo>
                    <a:pt x="415" y="370"/>
                    <a:pt x="413" y="373"/>
                    <a:pt x="411" y="375"/>
                  </a:cubicBezTo>
                  <a:cubicBezTo>
                    <a:pt x="411" y="376"/>
                    <a:pt x="410" y="377"/>
                    <a:pt x="410" y="377"/>
                  </a:cubicBezTo>
                  <a:cubicBezTo>
                    <a:pt x="409" y="378"/>
                    <a:pt x="409" y="378"/>
                    <a:pt x="409" y="378"/>
                  </a:cubicBezTo>
                  <a:cubicBezTo>
                    <a:pt x="409" y="379"/>
                    <a:pt x="409" y="379"/>
                    <a:pt x="409" y="379"/>
                  </a:cubicBezTo>
                  <a:cubicBezTo>
                    <a:pt x="406" y="384"/>
                    <a:pt x="406" y="384"/>
                    <a:pt x="406" y="384"/>
                  </a:cubicBezTo>
                  <a:cubicBezTo>
                    <a:pt x="402" y="394"/>
                    <a:pt x="402" y="394"/>
                    <a:pt x="402" y="394"/>
                  </a:cubicBezTo>
                  <a:cubicBezTo>
                    <a:pt x="394" y="409"/>
                    <a:pt x="394" y="409"/>
                    <a:pt x="394" y="409"/>
                  </a:cubicBezTo>
                  <a:cubicBezTo>
                    <a:pt x="394" y="409"/>
                    <a:pt x="393" y="409"/>
                    <a:pt x="393" y="409"/>
                  </a:cubicBezTo>
                  <a:cubicBezTo>
                    <a:pt x="391" y="408"/>
                    <a:pt x="391" y="408"/>
                    <a:pt x="391" y="408"/>
                  </a:cubicBezTo>
                  <a:cubicBezTo>
                    <a:pt x="388" y="407"/>
                    <a:pt x="388" y="407"/>
                    <a:pt x="388" y="407"/>
                  </a:cubicBezTo>
                  <a:cubicBezTo>
                    <a:pt x="386" y="406"/>
                    <a:pt x="384" y="405"/>
                    <a:pt x="382" y="404"/>
                  </a:cubicBezTo>
                  <a:cubicBezTo>
                    <a:pt x="381" y="403"/>
                    <a:pt x="381" y="403"/>
                    <a:pt x="381" y="403"/>
                  </a:cubicBezTo>
                  <a:cubicBezTo>
                    <a:pt x="380" y="403"/>
                    <a:pt x="380" y="403"/>
                    <a:pt x="380" y="403"/>
                  </a:cubicBezTo>
                  <a:cubicBezTo>
                    <a:pt x="380" y="402"/>
                    <a:pt x="380" y="402"/>
                    <a:pt x="380" y="402"/>
                  </a:cubicBezTo>
                  <a:cubicBezTo>
                    <a:pt x="379" y="402"/>
                    <a:pt x="378" y="402"/>
                    <a:pt x="378" y="401"/>
                  </a:cubicBezTo>
                  <a:cubicBezTo>
                    <a:pt x="377" y="400"/>
                    <a:pt x="376" y="400"/>
                    <a:pt x="375" y="399"/>
                  </a:cubicBezTo>
                  <a:cubicBezTo>
                    <a:pt x="370" y="395"/>
                    <a:pt x="367" y="391"/>
                    <a:pt x="363" y="387"/>
                  </a:cubicBezTo>
                  <a:cubicBezTo>
                    <a:pt x="360" y="383"/>
                    <a:pt x="357" y="378"/>
                    <a:pt x="355" y="374"/>
                  </a:cubicBezTo>
                  <a:cubicBezTo>
                    <a:pt x="354" y="371"/>
                    <a:pt x="352" y="369"/>
                    <a:pt x="351" y="367"/>
                  </a:cubicBezTo>
                  <a:cubicBezTo>
                    <a:pt x="351" y="366"/>
                    <a:pt x="351" y="366"/>
                    <a:pt x="351" y="366"/>
                  </a:cubicBezTo>
                  <a:cubicBezTo>
                    <a:pt x="350" y="364"/>
                    <a:pt x="350" y="364"/>
                    <a:pt x="350" y="364"/>
                  </a:cubicBezTo>
                  <a:cubicBezTo>
                    <a:pt x="350" y="363"/>
                    <a:pt x="350" y="362"/>
                    <a:pt x="349" y="361"/>
                  </a:cubicBezTo>
                  <a:cubicBezTo>
                    <a:pt x="348" y="359"/>
                    <a:pt x="348" y="357"/>
                    <a:pt x="347" y="355"/>
                  </a:cubicBezTo>
                  <a:cubicBezTo>
                    <a:pt x="350" y="353"/>
                    <a:pt x="352" y="351"/>
                    <a:pt x="355" y="349"/>
                  </a:cubicBezTo>
                  <a:cubicBezTo>
                    <a:pt x="357" y="348"/>
                    <a:pt x="357" y="348"/>
                    <a:pt x="357" y="348"/>
                  </a:cubicBezTo>
                  <a:cubicBezTo>
                    <a:pt x="358" y="348"/>
                    <a:pt x="358" y="348"/>
                    <a:pt x="358" y="348"/>
                  </a:cubicBezTo>
                  <a:cubicBezTo>
                    <a:pt x="358" y="347"/>
                    <a:pt x="359" y="347"/>
                    <a:pt x="359" y="346"/>
                  </a:cubicBezTo>
                  <a:cubicBezTo>
                    <a:pt x="362" y="344"/>
                    <a:pt x="364" y="342"/>
                    <a:pt x="367" y="340"/>
                  </a:cubicBezTo>
                  <a:cubicBezTo>
                    <a:pt x="371" y="335"/>
                    <a:pt x="375" y="330"/>
                    <a:pt x="377" y="325"/>
                  </a:cubicBezTo>
                  <a:cubicBezTo>
                    <a:pt x="379" y="319"/>
                    <a:pt x="379" y="313"/>
                    <a:pt x="377" y="308"/>
                  </a:cubicBezTo>
                  <a:cubicBezTo>
                    <a:pt x="376" y="306"/>
                    <a:pt x="375" y="303"/>
                    <a:pt x="373" y="301"/>
                  </a:cubicBezTo>
                  <a:cubicBezTo>
                    <a:pt x="372" y="301"/>
                    <a:pt x="372" y="300"/>
                    <a:pt x="371" y="299"/>
                  </a:cubicBezTo>
                  <a:cubicBezTo>
                    <a:pt x="371" y="299"/>
                    <a:pt x="371" y="299"/>
                    <a:pt x="370" y="298"/>
                  </a:cubicBezTo>
                  <a:cubicBezTo>
                    <a:pt x="369" y="297"/>
                    <a:pt x="368" y="297"/>
                    <a:pt x="367" y="296"/>
                  </a:cubicBezTo>
                  <a:cubicBezTo>
                    <a:pt x="363" y="295"/>
                    <a:pt x="357" y="295"/>
                    <a:pt x="352" y="298"/>
                  </a:cubicBezTo>
                  <a:cubicBezTo>
                    <a:pt x="351" y="298"/>
                    <a:pt x="350" y="299"/>
                    <a:pt x="349" y="300"/>
                  </a:cubicBezTo>
                  <a:cubicBezTo>
                    <a:pt x="347" y="301"/>
                    <a:pt x="346" y="302"/>
                    <a:pt x="345" y="303"/>
                  </a:cubicBezTo>
                  <a:cubicBezTo>
                    <a:pt x="343" y="305"/>
                    <a:pt x="341" y="307"/>
                    <a:pt x="340" y="310"/>
                  </a:cubicBezTo>
                  <a:cubicBezTo>
                    <a:pt x="337" y="315"/>
                    <a:pt x="335" y="321"/>
                    <a:pt x="335" y="327"/>
                  </a:cubicBezTo>
                  <a:cubicBezTo>
                    <a:pt x="335" y="330"/>
                    <a:pt x="335" y="333"/>
                    <a:pt x="335" y="337"/>
                  </a:cubicBezTo>
                  <a:cubicBezTo>
                    <a:pt x="336" y="339"/>
                    <a:pt x="336" y="339"/>
                    <a:pt x="336" y="339"/>
                  </a:cubicBezTo>
                  <a:cubicBezTo>
                    <a:pt x="336" y="340"/>
                    <a:pt x="336" y="340"/>
                    <a:pt x="336" y="340"/>
                  </a:cubicBezTo>
                  <a:cubicBezTo>
                    <a:pt x="336" y="342"/>
                    <a:pt x="336" y="342"/>
                    <a:pt x="336" y="342"/>
                  </a:cubicBezTo>
                  <a:cubicBezTo>
                    <a:pt x="336" y="343"/>
                    <a:pt x="336" y="343"/>
                    <a:pt x="336" y="343"/>
                  </a:cubicBezTo>
                  <a:cubicBezTo>
                    <a:pt x="337" y="344"/>
                    <a:pt x="337" y="344"/>
                    <a:pt x="337" y="344"/>
                  </a:cubicBezTo>
                  <a:cubicBezTo>
                    <a:pt x="337" y="347"/>
                    <a:pt x="337" y="347"/>
                    <a:pt x="337" y="347"/>
                  </a:cubicBezTo>
                  <a:cubicBezTo>
                    <a:pt x="338" y="351"/>
                    <a:pt x="338" y="351"/>
                    <a:pt x="338" y="351"/>
                  </a:cubicBezTo>
                  <a:cubicBezTo>
                    <a:pt x="336" y="352"/>
                    <a:pt x="334" y="353"/>
                    <a:pt x="332" y="354"/>
                  </a:cubicBezTo>
                  <a:cubicBezTo>
                    <a:pt x="331" y="355"/>
                    <a:pt x="330" y="355"/>
                    <a:pt x="329" y="355"/>
                  </a:cubicBezTo>
                  <a:cubicBezTo>
                    <a:pt x="328" y="356"/>
                    <a:pt x="328" y="356"/>
                    <a:pt x="328" y="356"/>
                  </a:cubicBezTo>
                  <a:cubicBezTo>
                    <a:pt x="326" y="356"/>
                    <a:pt x="326" y="356"/>
                    <a:pt x="326" y="356"/>
                  </a:cubicBezTo>
                  <a:cubicBezTo>
                    <a:pt x="324" y="357"/>
                    <a:pt x="321" y="358"/>
                    <a:pt x="318" y="359"/>
                  </a:cubicBezTo>
                  <a:cubicBezTo>
                    <a:pt x="313" y="360"/>
                    <a:pt x="308" y="360"/>
                    <a:pt x="303" y="360"/>
                  </a:cubicBezTo>
                  <a:cubicBezTo>
                    <a:pt x="297" y="360"/>
                    <a:pt x="292" y="360"/>
                    <a:pt x="287" y="359"/>
                  </a:cubicBezTo>
                  <a:cubicBezTo>
                    <a:pt x="286" y="359"/>
                    <a:pt x="284" y="359"/>
                    <a:pt x="283" y="358"/>
                  </a:cubicBezTo>
                  <a:cubicBezTo>
                    <a:pt x="282" y="358"/>
                    <a:pt x="281" y="358"/>
                    <a:pt x="280" y="358"/>
                  </a:cubicBezTo>
                  <a:cubicBezTo>
                    <a:pt x="279" y="358"/>
                    <a:pt x="278" y="357"/>
                    <a:pt x="277" y="357"/>
                  </a:cubicBezTo>
                  <a:cubicBezTo>
                    <a:pt x="275" y="357"/>
                    <a:pt x="273" y="356"/>
                    <a:pt x="271" y="355"/>
                  </a:cubicBezTo>
                  <a:cubicBezTo>
                    <a:pt x="270" y="355"/>
                    <a:pt x="269" y="354"/>
                    <a:pt x="268" y="354"/>
                  </a:cubicBezTo>
                  <a:cubicBezTo>
                    <a:pt x="268" y="353"/>
                    <a:pt x="267" y="353"/>
                    <a:pt x="267" y="352"/>
                  </a:cubicBezTo>
                  <a:cubicBezTo>
                    <a:pt x="266" y="352"/>
                    <a:pt x="266" y="351"/>
                    <a:pt x="266" y="351"/>
                  </a:cubicBezTo>
                  <a:cubicBezTo>
                    <a:pt x="266" y="350"/>
                    <a:pt x="266" y="350"/>
                    <a:pt x="266" y="350"/>
                  </a:cubicBezTo>
                  <a:cubicBezTo>
                    <a:pt x="266" y="350"/>
                    <a:pt x="266" y="349"/>
                    <a:pt x="265" y="349"/>
                  </a:cubicBezTo>
                  <a:cubicBezTo>
                    <a:pt x="265" y="348"/>
                    <a:pt x="266" y="346"/>
                    <a:pt x="268" y="344"/>
                  </a:cubicBezTo>
                  <a:cubicBezTo>
                    <a:pt x="272" y="339"/>
                    <a:pt x="272" y="339"/>
                    <a:pt x="272" y="339"/>
                  </a:cubicBezTo>
                  <a:cubicBezTo>
                    <a:pt x="274" y="336"/>
                    <a:pt x="274" y="336"/>
                    <a:pt x="274" y="336"/>
                  </a:cubicBezTo>
                  <a:cubicBezTo>
                    <a:pt x="275" y="335"/>
                    <a:pt x="275" y="335"/>
                    <a:pt x="275" y="335"/>
                  </a:cubicBezTo>
                  <a:cubicBezTo>
                    <a:pt x="278" y="331"/>
                    <a:pt x="281" y="327"/>
                    <a:pt x="283" y="323"/>
                  </a:cubicBezTo>
                  <a:cubicBezTo>
                    <a:pt x="285" y="319"/>
                    <a:pt x="287" y="315"/>
                    <a:pt x="288" y="311"/>
                  </a:cubicBezTo>
                  <a:cubicBezTo>
                    <a:pt x="289" y="307"/>
                    <a:pt x="289" y="304"/>
                    <a:pt x="288" y="300"/>
                  </a:cubicBezTo>
                  <a:cubicBezTo>
                    <a:pt x="286" y="297"/>
                    <a:pt x="284" y="294"/>
                    <a:pt x="281" y="292"/>
                  </a:cubicBezTo>
                  <a:cubicBezTo>
                    <a:pt x="277" y="289"/>
                    <a:pt x="274" y="288"/>
                    <a:pt x="270" y="287"/>
                  </a:cubicBezTo>
                  <a:cubicBezTo>
                    <a:pt x="267" y="287"/>
                    <a:pt x="264" y="288"/>
                    <a:pt x="260" y="290"/>
                  </a:cubicBezTo>
                  <a:cubicBezTo>
                    <a:pt x="257" y="292"/>
                    <a:pt x="254" y="295"/>
                    <a:pt x="252" y="299"/>
                  </a:cubicBezTo>
                  <a:cubicBezTo>
                    <a:pt x="247" y="306"/>
                    <a:pt x="243" y="315"/>
                    <a:pt x="242" y="323"/>
                  </a:cubicBezTo>
                  <a:cubicBezTo>
                    <a:pt x="242" y="326"/>
                    <a:pt x="242" y="328"/>
                    <a:pt x="242" y="330"/>
                  </a:cubicBezTo>
                  <a:cubicBezTo>
                    <a:pt x="242" y="330"/>
                    <a:pt x="242" y="331"/>
                    <a:pt x="242" y="331"/>
                  </a:cubicBezTo>
                  <a:cubicBezTo>
                    <a:pt x="242" y="332"/>
                    <a:pt x="242" y="332"/>
                    <a:pt x="242" y="333"/>
                  </a:cubicBezTo>
                  <a:cubicBezTo>
                    <a:pt x="242" y="334"/>
                    <a:pt x="243" y="335"/>
                    <a:pt x="243" y="336"/>
                  </a:cubicBezTo>
                  <a:cubicBezTo>
                    <a:pt x="243" y="338"/>
                    <a:pt x="244" y="340"/>
                    <a:pt x="245" y="342"/>
                  </a:cubicBezTo>
                  <a:cubicBezTo>
                    <a:pt x="245" y="342"/>
                    <a:pt x="245" y="343"/>
                    <a:pt x="246" y="343"/>
                  </a:cubicBezTo>
                  <a:cubicBezTo>
                    <a:pt x="246" y="343"/>
                    <a:pt x="246" y="343"/>
                    <a:pt x="246" y="344"/>
                  </a:cubicBezTo>
                  <a:cubicBezTo>
                    <a:pt x="247" y="346"/>
                    <a:pt x="247" y="346"/>
                    <a:pt x="247" y="346"/>
                  </a:cubicBezTo>
                  <a:cubicBezTo>
                    <a:pt x="248" y="347"/>
                    <a:pt x="250" y="349"/>
                    <a:pt x="251" y="351"/>
                  </a:cubicBezTo>
                  <a:cubicBezTo>
                    <a:pt x="250" y="353"/>
                    <a:pt x="248" y="355"/>
                    <a:pt x="247" y="356"/>
                  </a:cubicBezTo>
                  <a:cubicBezTo>
                    <a:pt x="246" y="357"/>
                    <a:pt x="245" y="358"/>
                    <a:pt x="244" y="359"/>
                  </a:cubicBezTo>
                  <a:cubicBezTo>
                    <a:pt x="243" y="361"/>
                    <a:pt x="243" y="361"/>
                    <a:pt x="243" y="361"/>
                  </a:cubicBezTo>
                  <a:cubicBezTo>
                    <a:pt x="241" y="363"/>
                    <a:pt x="239" y="365"/>
                    <a:pt x="237" y="366"/>
                  </a:cubicBezTo>
                  <a:cubicBezTo>
                    <a:pt x="234" y="370"/>
                    <a:pt x="230" y="374"/>
                    <a:pt x="226" y="377"/>
                  </a:cubicBezTo>
                  <a:cubicBezTo>
                    <a:pt x="222" y="380"/>
                    <a:pt x="217" y="384"/>
                    <a:pt x="213" y="387"/>
                  </a:cubicBezTo>
                  <a:cubicBezTo>
                    <a:pt x="212" y="387"/>
                    <a:pt x="211" y="388"/>
                    <a:pt x="210" y="389"/>
                  </a:cubicBezTo>
                  <a:cubicBezTo>
                    <a:pt x="208" y="390"/>
                    <a:pt x="208" y="390"/>
                    <a:pt x="208" y="390"/>
                  </a:cubicBezTo>
                  <a:cubicBezTo>
                    <a:pt x="207" y="390"/>
                    <a:pt x="207" y="390"/>
                    <a:pt x="207" y="390"/>
                  </a:cubicBezTo>
                  <a:cubicBezTo>
                    <a:pt x="206" y="391"/>
                    <a:pt x="206" y="391"/>
                    <a:pt x="206" y="391"/>
                  </a:cubicBezTo>
                  <a:cubicBezTo>
                    <a:pt x="205" y="392"/>
                    <a:pt x="204" y="392"/>
                    <a:pt x="203" y="393"/>
                  </a:cubicBezTo>
                  <a:cubicBezTo>
                    <a:pt x="202" y="393"/>
                    <a:pt x="201" y="394"/>
                    <a:pt x="200" y="394"/>
                  </a:cubicBezTo>
                  <a:cubicBezTo>
                    <a:pt x="198" y="395"/>
                    <a:pt x="196" y="396"/>
                    <a:pt x="194" y="397"/>
                  </a:cubicBezTo>
                  <a:cubicBezTo>
                    <a:pt x="187" y="385"/>
                    <a:pt x="187" y="385"/>
                    <a:pt x="187" y="385"/>
                  </a:cubicBezTo>
                  <a:cubicBezTo>
                    <a:pt x="184" y="378"/>
                    <a:pt x="184" y="378"/>
                    <a:pt x="184" y="378"/>
                  </a:cubicBezTo>
                  <a:cubicBezTo>
                    <a:pt x="182" y="374"/>
                    <a:pt x="179" y="370"/>
                    <a:pt x="177" y="367"/>
                  </a:cubicBezTo>
                  <a:cubicBezTo>
                    <a:pt x="174" y="363"/>
                    <a:pt x="170" y="360"/>
                    <a:pt x="167" y="358"/>
                  </a:cubicBezTo>
                  <a:cubicBezTo>
                    <a:pt x="163" y="356"/>
                    <a:pt x="159" y="355"/>
                    <a:pt x="155" y="355"/>
                  </a:cubicBezTo>
                  <a:cubicBezTo>
                    <a:pt x="152" y="355"/>
                    <a:pt x="148" y="356"/>
                    <a:pt x="144" y="358"/>
                  </a:cubicBezTo>
                  <a:cubicBezTo>
                    <a:pt x="141" y="361"/>
                    <a:pt x="138" y="363"/>
                    <a:pt x="137" y="367"/>
                  </a:cubicBezTo>
                  <a:cubicBezTo>
                    <a:pt x="136" y="370"/>
                    <a:pt x="135" y="374"/>
                    <a:pt x="136" y="378"/>
                  </a:cubicBezTo>
                  <a:cubicBezTo>
                    <a:pt x="137" y="382"/>
                    <a:pt x="139" y="386"/>
                    <a:pt x="141" y="389"/>
                  </a:cubicBezTo>
                  <a:cubicBezTo>
                    <a:pt x="141" y="388"/>
                    <a:pt x="139" y="386"/>
                    <a:pt x="139" y="386"/>
                  </a:cubicBezTo>
                  <a:cubicBezTo>
                    <a:pt x="139" y="385"/>
                    <a:pt x="139" y="386"/>
                    <a:pt x="139" y="387"/>
                  </a:cubicBezTo>
                  <a:cubicBezTo>
                    <a:pt x="140" y="388"/>
                    <a:pt x="141" y="389"/>
                    <a:pt x="142" y="392"/>
                  </a:cubicBezTo>
                  <a:cubicBezTo>
                    <a:pt x="140" y="388"/>
                    <a:pt x="137" y="384"/>
                    <a:pt x="136" y="380"/>
                  </a:cubicBezTo>
                  <a:close/>
                  <a:moveTo>
                    <a:pt x="183" y="623"/>
                  </a:moveTo>
                  <a:cubicBezTo>
                    <a:pt x="180" y="624"/>
                    <a:pt x="177" y="625"/>
                    <a:pt x="175" y="626"/>
                  </a:cubicBezTo>
                  <a:cubicBezTo>
                    <a:pt x="172" y="628"/>
                    <a:pt x="170" y="630"/>
                    <a:pt x="169" y="632"/>
                  </a:cubicBezTo>
                  <a:cubicBezTo>
                    <a:pt x="166" y="637"/>
                    <a:pt x="165" y="642"/>
                    <a:pt x="165" y="648"/>
                  </a:cubicBezTo>
                  <a:cubicBezTo>
                    <a:pt x="165" y="653"/>
                    <a:pt x="167" y="658"/>
                    <a:pt x="171" y="662"/>
                  </a:cubicBezTo>
                  <a:cubicBezTo>
                    <a:pt x="173" y="664"/>
                    <a:pt x="175" y="666"/>
                    <a:pt x="178" y="667"/>
                  </a:cubicBezTo>
                  <a:cubicBezTo>
                    <a:pt x="179" y="668"/>
                    <a:pt x="181" y="668"/>
                    <a:pt x="182" y="668"/>
                  </a:cubicBezTo>
                  <a:cubicBezTo>
                    <a:pt x="183" y="669"/>
                    <a:pt x="184" y="669"/>
                    <a:pt x="184" y="669"/>
                  </a:cubicBezTo>
                  <a:cubicBezTo>
                    <a:pt x="185" y="669"/>
                    <a:pt x="185" y="669"/>
                    <a:pt x="185" y="669"/>
                  </a:cubicBezTo>
                  <a:cubicBezTo>
                    <a:pt x="186" y="669"/>
                    <a:pt x="186" y="669"/>
                    <a:pt x="186" y="669"/>
                  </a:cubicBezTo>
                  <a:cubicBezTo>
                    <a:pt x="199" y="669"/>
                    <a:pt x="199" y="669"/>
                    <a:pt x="199" y="669"/>
                  </a:cubicBezTo>
                  <a:cubicBezTo>
                    <a:pt x="224" y="669"/>
                    <a:pt x="224" y="669"/>
                    <a:pt x="224" y="669"/>
                  </a:cubicBezTo>
                  <a:cubicBezTo>
                    <a:pt x="257" y="669"/>
                    <a:pt x="290" y="670"/>
                    <a:pt x="325" y="669"/>
                  </a:cubicBezTo>
                  <a:cubicBezTo>
                    <a:pt x="325" y="670"/>
                    <a:pt x="325" y="670"/>
                    <a:pt x="325" y="670"/>
                  </a:cubicBezTo>
                  <a:cubicBezTo>
                    <a:pt x="311" y="670"/>
                    <a:pt x="311" y="670"/>
                    <a:pt x="311" y="670"/>
                  </a:cubicBezTo>
                  <a:cubicBezTo>
                    <a:pt x="298" y="670"/>
                    <a:pt x="298" y="670"/>
                    <a:pt x="298" y="670"/>
                  </a:cubicBezTo>
                  <a:cubicBezTo>
                    <a:pt x="273" y="670"/>
                    <a:pt x="248" y="670"/>
                    <a:pt x="223" y="670"/>
                  </a:cubicBezTo>
                  <a:cubicBezTo>
                    <a:pt x="198" y="670"/>
                    <a:pt x="198" y="670"/>
                    <a:pt x="198" y="670"/>
                  </a:cubicBezTo>
                  <a:cubicBezTo>
                    <a:pt x="186" y="670"/>
                    <a:pt x="186" y="670"/>
                    <a:pt x="186" y="670"/>
                  </a:cubicBezTo>
                  <a:cubicBezTo>
                    <a:pt x="185" y="670"/>
                    <a:pt x="185" y="670"/>
                    <a:pt x="185" y="670"/>
                  </a:cubicBezTo>
                  <a:cubicBezTo>
                    <a:pt x="184" y="670"/>
                    <a:pt x="184" y="670"/>
                    <a:pt x="184" y="670"/>
                  </a:cubicBezTo>
                  <a:cubicBezTo>
                    <a:pt x="183" y="670"/>
                    <a:pt x="182" y="669"/>
                    <a:pt x="181" y="669"/>
                  </a:cubicBezTo>
                  <a:cubicBezTo>
                    <a:pt x="180" y="669"/>
                    <a:pt x="178" y="669"/>
                    <a:pt x="177" y="668"/>
                  </a:cubicBezTo>
                  <a:cubicBezTo>
                    <a:pt x="174" y="667"/>
                    <a:pt x="172" y="665"/>
                    <a:pt x="170" y="663"/>
                  </a:cubicBezTo>
                  <a:cubicBezTo>
                    <a:pt x="166" y="658"/>
                    <a:pt x="164" y="653"/>
                    <a:pt x="164" y="648"/>
                  </a:cubicBezTo>
                  <a:cubicBezTo>
                    <a:pt x="164" y="642"/>
                    <a:pt x="165" y="637"/>
                    <a:pt x="168" y="632"/>
                  </a:cubicBezTo>
                  <a:cubicBezTo>
                    <a:pt x="170" y="630"/>
                    <a:pt x="172" y="627"/>
                    <a:pt x="174" y="626"/>
                  </a:cubicBezTo>
                  <a:cubicBezTo>
                    <a:pt x="176" y="624"/>
                    <a:pt x="179" y="623"/>
                    <a:pt x="182" y="623"/>
                  </a:cubicBezTo>
                  <a:cubicBezTo>
                    <a:pt x="182" y="623"/>
                    <a:pt x="183" y="623"/>
                    <a:pt x="183" y="623"/>
                  </a:cubicBezTo>
                  <a:cubicBezTo>
                    <a:pt x="183" y="623"/>
                    <a:pt x="183" y="623"/>
                    <a:pt x="183" y="623"/>
                  </a:cubicBezTo>
                  <a:close/>
                  <a:moveTo>
                    <a:pt x="248" y="379"/>
                  </a:moveTo>
                  <a:cubicBezTo>
                    <a:pt x="251" y="377"/>
                    <a:pt x="253" y="375"/>
                    <a:pt x="255" y="372"/>
                  </a:cubicBezTo>
                  <a:cubicBezTo>
                    <a:pt x="259" y="368"/>
                    <a:pt x="259" y="368"/>
                    <a:pt x="259" y="368"/>
                  </a:cubicBezTo>
                  <a:cubicBezTo>
                    <a:pt x="260" y="368"/>
                    <a:pt x="261" y="369"/>
                    <a:pt x="262" y="369"/>
                  </a:cubicBezTo>
                  <a:cubicBezTo>
                    <a:pt x="262" y="369"/>
                    <a:pt x="262" y="369"/>
                    <a:pt x="262" y="369"/>
                  </a:cubicBezTo>
                  <a:cubicBezTo>
                    <a:pt x="263" y="370"/>
                    <a:pt x="263" y="370"/>
                    <a:pt x="263" y="370"/>
                  </a:cubicBezTo>
                  <a:cubicBezTo>
                    <a:pt x="264" y="370"/>
                    <a:pt x="264" y="370"/>
                    <a:pt x="264" y="370"/>
                  </a:cubicBezTo>
                  <a:cubicBezTo>
                    <a:pt x="266" y="371"/>
                    <a:pt x="266" y="371"/>
                    <a:pt x="266" y="371"/>
                  </a:cubicBezTo>
                  <a:cubicBezTo>
                    <a:pt x="270" y="372"/>
                    <a:pt x="273" y="373"/>
                    <a:pt x="276" y="374"/>
                  </a:cubicBezTo>
                  <a:cubicBezTo>
                    <a:pt x="283" y="376"/>
                    <a:pt x="290" y="377"/>
                    <a:pt x="297" y="377"/>
                  </a:cubicBezTo>
                  <a:cubicBezTo>
                    <a:pt x="304" y="377"/>
                    <a:pt x="311" y="377"/>
                    <a:pt x="318" y="376"/>
                  </a:cubicBezTo>
                  <a:cubicBezTo>
                    <a:pt x="321" y="375"/>
                    <a:pt x="324" y="375"/>
                    <a:pt x="328" y="374"/>
                  </a:cubicBezTo>
                  <a:cubicBezTo>
                    <a:pt x="330" y="373"/>
                    <a:pt x="330" y="373"/>
                    <a:pt x="330" y="373"/>
                  </a:cubicBezTo>
                  <a:cubicBezTo>
                    <a:pt x="332" y="372"/>
                    <a:pt x="332" y="372"/>
                    <a:pt x="332" y="372"/>
                  </a:cubicBezTo>
                  <a:cubicBezTo>
                    <a:pt x="333" y="372"/>
                    <a:pt x="334" y="372"/>
                    <a:pt x="334" y="371"/>
                  </a:cubicBezTo>
                  <a:cubicBezTo>
                    <a:pt x="334" y="372"/>
                    <a:pt x="334" y="372"/>
                    <a:pt x="335" y="372"/>
                  </a:cubicBezTo>
                  <a:cubicBezTo>
                    <a:pt x="335" y="373"/>
                    <a:pt x="335" y="373"/>
                    <a:pt x="335" y="374"/>
                  </a:cubicBezTo>
                  <a:cubicBezTo>
                    <a:pt x="336" y="375"/>
                    <a:pt x="336" y="375"/>
                    <a:pt x="336" y="375"/>
                  </a:cubicBezTo>
                  <a:cubicBezTo>
                    <a:pt x="336" y="376"/>
                    <a:pt x="336" y="376"/>
                    <a:pt x="336" y="376"/>
                  </a:cubicBezTo>
                  <a:cubicBezTo>
                    <a:pt x="336" y="376"/>
                    <a:pt x="337" y="377"/>
                    <a:pt x="337" y="378"/>
                  </a:cubicBezTo>
                  <a:cubicBezTo>
                    <a:pt x="338" y="380"/>
                    <a:pt x="340" y="383"/>
                    <a:pt x="341" y="386"/>
                  </a:cubicBezTo>
                  <a:cubicBezTo>
                    <a:pt x="345" y="391"/>
                    <a:pt x="348" y="396"/>
                    <a:pt x="352" y="400"/>
                  </a:cubicBezTo>
                  <a:cubicBezTo>
                    <a:pt x="356" y="405"/>
                    <a:pt x="361" y="409"/>
                    <a:pt x="365" y="413"/>
                  </a:cubicBezTo>
                  <a:cubicBezTo>
                    <a:pt x="368" y="415"/>
                    <a:pt x="370" y="416"/>
                    <a:pt x="373" y="418"/>
                  </a:cubicBezTo>
                  <a:cubicBezTo>
                    <a:pt x="375" y="419"/>
                    <a:pt x="375" y="419"/>
                    <a:pt x="375" y="419"/>
                  </a:cubicBezTo>
                  <a:cubicBezTo>
                    <a:pt x="376" y="420"/>
                    <a:pt x="376" y="420"/>
                    <a:pt x="376" y="420"/>
                  </a:cubicBezTo>
                  <a:cubicBezTo>
                    <a:pt x="376" y="420"/>
                    <a:pt x="377" y="420"/>
                    <a:pt x="378" y="421"/>
                  </a:cubicBezTo>
                  <a:cubicBezTo>
                    <a:pt x="372" y="434"/>
                    <a:pt x="372" y="434"/>
                    <a:pt x="372" y="434"/>
                  </a:cubicBezTo>
                  <a:cubicBezTo>
                    <a:pt x="369" y="440"/>
                    <a:pt x="367" y="445"/>
                    <a:pt x="364" y="451"/>
                  </a:cubicBezTo>
                  <a:cubicBezTo>
                    <a:pt x="359" y="462"/>
                    <a:pt x="355" y="473"/>
                    <a:pt x="350" y="484"/>
                  </a:cubicBezTo>
                  <a:cubicBezTo>
                    <a:pt x="355" y="473"/>
                    <a:pt x="359" y="462"/>
                    <a:pt x="364" y="451"/>
                  </a:cubicBezTo>
                  <a:cubicBezTo>
                    <a:pt x="367" y="445"/>
                    <a:pt x="369" y="439"/>
                    <a:pt x="371" y="434"/>
                  </a:cubicBezTo>
                  <a:cubicBezTo>
                    <a:pt x="377" y="421"/>
                    <a:pt x="377" y="421"/>
                    <a:pt x="377" y="421"/>
                  </a:cubicBezTo>
                  <a:cubicBezTo>
                    <a:pt x="377" y="420"/>
                    <a:pt x="376" y="420"/>
                    <a:pt x="376" y="420"/>
                  </a:cubicBezTo>
                  <a:cubicBezTo>
                    <a:pt x="375" y="419"/>
                    <a:pt x="375" y="419"/>
                    <a:pt x="375" y="419"/>
                  </a:cubicBezTo>
                  <a:cubicBezTo>
                    <a:pt x="373" y="418"/>
                    <a:pt x="373" y="418"/>
                    <a:pt x="373" y="418"/>
                  </a:cubicBezTo>
                  <a:cubicBezTo>
                    <a:pt x="370" y="417"/>
                    <a:pt x="368" y="415"/>
                    <a:pt x="365" y="413"/>
                  </a:cubicBezTo>
                  <a:cubicBezTo>
                    <a:pt x="360" y="409"/>
                    <a:pt x="356" y="405"/>
                    <a:pt x="352" y="400"/>
                  </a:cubicBezTo>
                  <a:cubicBezTo>
                    <a:pt x="348" y="396"/>
                    <a:pt x="344" y="391"/>
                    <a:pt x="341" y="386"/>
                  </a:cubicBezTo>
                  <a:cubicBezTo>
                    <a:pt x="340" y="383"/>
                    <a:pt x="338" y="380"/>
                    <a:pt x="337" y="378"/>
                  </a:cubicBezTo>
                  <a:cubicBezTo>
                    <a:pt x="336" y="376"/>
                    <a:pt x="336" y="376"/>
                    <a:pt x="336" y="376"/>
                  </a:cubicBezTo>
                  <a:cubicBezTo>
                    <a:pt x="336" y="375"/>
                    <a:pt x="336" y="375"/>
                    <a:pt x="336" y="375"/>
                  </a:cubicBezTo>
                  <a:cubicBezTo>
                    <a:pt x="335" y="374"/>
                    <a:pt x="335" y="374"/>
                    <a:pt x="335" y="374"/>
                  </a:cubicBezTo>
                  <a:cubicBezTo>
                    <a:pt x="335" y="373"/>
                    <a:pt x="335" y="373"/>
                    <a:pt x="335" y="372"/>
                  </a:cubicBezTo>
                  <a:cubicBezTo>
                    <a:pt x="334" y="372"/>
                    <a:pt x="334" y="372"/>
                    <a:pt x="334" y="371"/>
                  </a:cubicBezTo>
                  <a:cubicBezTo>
                    <a:pt x="334" y="372"/>
                    <a:pt x="333" y="372"/>
                    <a:pt x="332" y="372"/>
                  </a:cubicBezTo>
                  <a:cubicBezTo>
                    <a:pt x="330" y="373"/>
                    <a:pt x="330" y="373"/>
                    <a:pt x="330" y="373"/>
                  </a:cubicBezTo>
                  <a:cubicBezTo>
                    <a:pt x="328" y="374"/>
                    <a:pt x="328" y="374"/>
                    <a:pt x="328" y="374"/>
                  </a:cubicBezTo>
                  <a:cubicBezTo>
                    <a:pt x="324" y="375"/>
                    <a:pt x="321" y="375"/>
                    <a:pt x="318" y="376"/>
                  </a:cubicBezTo>
                  <a:cubicBezTo>
                    <a:pt x="311" y="377"/>
                    <a:pt x="304" y="378"/>
                    <a:pt x="297" y="377"/>
                  </a:cubicBezTo>
                  <a:cubicBezTo>
                    <a:pt x="290" y="377"/>
                    <a:pt x="283" y="376"/>
                    <a:pt x="276" y="374"/>
                  </a:cubicBezTo>
                  <a:cubicBezTo>
                    <a:pt x="273" y="374"/>
                    <a:pt x="270" y="373"/>
                    <a:pt x="266" y="371"/>
                  </a:cubicBezTo>
                  <a:cubicBezTo>
                    <a:pt x="265" y="371"/>
                    <a:pt x="265" y="371"/>
                    <a:pt x="264" y="370"/>
                  </a:cubicBezTo>
                  <a:cubicBezTo>
                    <a:pt x="263" y="370"/>
                    <a:pt x="263" y="370"/>
                    <a:pt x="263" y="370"/>
                  </a:cubicBezTo>
                  <a:cubicBezTo>
                    <a:pt x="262" y="370"/>
                    <a:pt x="262" y="370"/>
                    <a:pt x="262" y="370"/>
                  </a:cubicBezTo>
                  <a:cubicBezTo>
                    <a:pt x="262" y="369"/>
                    <a:pt x="262" y="369"/>
                    <a:pt x="262" y="369"/>
                  </a:cubicBezTo>
                  <a:cubicBezTo>
                    <a:pt x="261" y="369"/>
                    <a:pt x="260" y="369"/>
                    <a:pt x="259" y="368"/>
                  </a:cubicBezTo>
                  <a:cubicBezTo>
                    <a:pt x="258" y="369"/>
                    <a:pt x="257" y="370"/>
                    <a:pt x="255" y="373"/>
                  </a:cubicBezTo>
                  <a:cubicBezTo>
                    <a:pt x="253" y="375"/>
                    <a:pt x="250" y="377"/>
                    <a:pt x="248" y="379"/>
                  </a:cubicBezTo>
                  <a:cubicBezTo>
                    <a:pt x="244" y="384"/>
                    <a:pt x="239" y="388"/>
                    <a:pt x="235" y="392"/>
                  </a:cubicBezTo>
                  <a:cubicBezTo>
                    <a:pt x="234" y="393"/>
                    <a:pt x="235" y="393"/>
                    <a:pt x="236" y="393"/>
                  </a:cubicBezTo>
                  <a:cubicBezTo>
                    <a:pt x="236" y="392"/>
                    <a:pt x="238" y="391"/>
                    <a:pt x="242" y="388"/>
                  </a:cubicBezTo>
                  <a:cubicBezTo>
                    <a:pt x="244" y="386"/>
                    <a:pt x="247" y="384"/>
                    <a:pt x="251" y="380"/>
                  </a:cubicBezTo>
                  <a:cubicBezTo>
                    <a:pt x="252" y="378"/>
                    <a:pt x="254" y="377"/>
                    <a:pt x="256" y="374"/>
                  </a:cubicBezTo>
                  <a:cubicBezTo>
                    <a:pt x="259" y="372"/>
                    <a:pt x="259" y="372"/>
                    <a:pt x="259" y="372"/>
                  </a:cubicBezTo>
                  <a:cubicBezTo>
                    <a:pt x="259" y="371"/>
                    <a:pt x="259" y="371"/>
                    <a:pt x="260" y="371"/>
                  </a:cubicBezTo>
                  <a:cubicBezTo>
                    <a:pt x="260" y="371"/>
                    <a:pt x="260" y="371"/>
                    <a:pt x="260" y="371"/>
                  </a:cubicBezTo>
                  <a:cubicBezTo>
                    <a:pt x="261" y="371"/>
                    <a:pt x="261" y="371"/>
                    <a:pt x="261" y="371"/>
                  </a:cubicBezTo>
                  <a:cubicBezTo>
                    <a:pt x="262" y="372"/>
                    <a:pt x="262" y="372"/>
                    <a:pt x="262" y="372"/>
                  </a:cubicBezTo>
                  <a:cubicBezTo>
                    <a:pt x="264" y="373"/>
                    <a:pt x="266" y="374"/>
                    <a:pt x="268" y="374"/>
                  </a:cubicBezTo>
                  <a:cubicBezTo>
                    <a:pt x="273" y="376"/>
                    <a:pt x="277" y="377"/>
                    <a:pt x="282" y="378"/>
                  </a:cubicBezTo>
                  <a:cubicBezTo>
                    <a:pt x="291" y="379"/>
                    <a:pt x="299" y="379"/>
                    <a:pt x="307" y="379"/>
                  </a:cubicBezTo>
                  <a:cubicBezTo>
                    <a:pt x="312" y="379"/>
                    <a:pt x="317" y="378"/>
                    <a:pt x="323" y="377"/>
                  </a:cubicBezTo>
                  <a:cubicBezTo>
                    <a:pt x="325" y="377"/>
                    <a:pt x="328" y="376"/>
                    <a:pt x="331" y="375"/>
                  </a:cubicBezTo>
                  <a:cubicBezTo>
                    <a:pt x="332" y="375"/>
                    <a:pt x="332" y="375"/>
                    <a:pt x="332" y="375"/>
                  </a:cubicBezTo>
                  <a:cubicBezTo>
                    <a:pt x="333" y="374"/>
                    <a:pt x="333" y="374"/>
                    <a:pt x="333" y="374"/>
                  </a:cubicBezTo>
                  <a:cubicBezTo>
                    <a:pt x="333" y="375"/>
                    <a:pt x="333" y="375"/>
                    <a:pt x="333" y="375"/>
                  </a:cubicBezTo>
                  <a:cubicBezTo>
                    <a:pt x="334" y="376"/>
                    <a:pt x="334" y="376"/>
                    <a:pt x="334" y="376"/>
                  </a:cubicBezTo>
                  <a:cubicBezTo>
                    <a:pt x="334" y="376"/>
                    <a:pt x="334" y="376"/>
                    <a:pt x="334" y="376"/>
                  </a:cubicBezTo>
                  <a:cubicBezTo>
                    <a:pt x="334" y="377"/>
                    <a:pt x="334" y="377"/>
                    <a:pt x="334" y="377"/>
                  </a:cubicBezTo>
                  <a:cubicBezTo>
                    <a:pt x="334" y="378"/>
                    <a:pt x="334" y="378"/>
                    <a:pt x="334" y="378"/>
                  </a:cubicBezTo>
                  <a:cubicBezTo>
                    <a:pt x="336" y="380"/>
                    <a:pt x="337" y="383"/>
                    <a:pt x="339" y="386"/>
                  </a:cubicBezTo>
                  <a:cubicBezTo>
                    <a:pt x="342" y="391"/>
                    <a:pt x="345" y="397"/>
                    <a:pt x="350" y="401"/>
                  </a:cubicBezTo>
                  <a:cubicBezTo>
                    <a:pt x="354" y="406"/>
                    <a:pt x="358" y="411"/>
                    <a:pt x="363" y="415"/>
                  </a:cubicBezTo>
                  <a:cubicBezTo>
                    <a:pt x="366" y="417"/>
                    <a:pt x="369" y="418"/>
                    <a:pt x="371" y="420"/>
                  </a:cubicBezTo>
                  <a:cubicBezTo>
                    <a:pt x="374" y="421"/>
                    <a:pt x="374" y="421"/>
                    <a:pt x="374" y="421"/>
                  </a:cubicBezTo>
                  <a:cubicBezTo>
                    <a:pt x="374" y="422"/>
                    <a:pt x="374" y="422"/>
                    <a:pt x="374" y="422"/>
                  </a:cubicBezTo>
                  <a:cubicBezTo>
                    <a:pt x="374" y="422"/>
                    <a:pt x="374" y="422"/>
                    <a:pt x="374" y="423"/>
                  </a:cubicBezTo>
                  <a:cubicBezTo>
                    <a:pt x="372" y="428"/>
                    <a:pt x="372" y="428"/>
                    <a:pt x="372" y="428"/>
                  </a:cubicBezTo>
                  <a:cubicBezTo>
                    <a:pt x="366" y="440"/>
                    <a:pt x="366" y="440"/>
                    <a:pt x="366" y="440"/>
                  </a:cubicBezTo>
                  <a:cubicBezTo>
                    <a:pt x="363" y="448"/>
                    <a:pt x="360" y="456"/>
                    <a:pt x="356" y="464"/>
                  </a:cubicBezTo>
                  <a:cubicBezTo>
                    <a:pt x="350" y="480"/>
                    <a:pt x="344" y="495"/>
                    <a:pt x="338" y="511"/>
                  </a:cubicBezTo>
                  <a:cubicBezTo>
                    <a:pt x="330" y="534"/>
                    <a:pt x="322" y="557"/>
                    <a:pt x="315" y="580"/>
                  </a:cubicBezTo>
                  <a:cubicBezTo>
                    <a:pt x="314" y="585"/>
                    <a:pt x="312" y="591"/>
                    <a:pt x="310" y="597"/>
                  </a:cubicBezTo>
                  <a:cubicBezTo>
                    <a:pt x="308" y="606"/>
                    <a:pt x="308" y="606"/>
                    <a:pt x="308" y="606"/>
                  </a:cubicBezTo>
                  <a:cubicBezTo>
                    <a:pt x="307" y="608"/>
                    <a:pt x="307" y="608"/>
                    <a:pt x="307" y="608"/>
                  </a:cubicBezTo>
                  <a:cubicBezTo>
                    <a:pt x="307" y="609"/>
                    <a:pt x="307" y="609"/>
                    <a:pt x="307" y="609"/>
                  </a:cubicBezTo>
                  <a:cubicBezTo>
                    <a:pt x="307" y="609"/>
                    <a:pt x="307" y="609"/>
                    <a:pt x="307" y="609"/>
                  </a:cubicBezTo>
                  <a:cubicBezTo>
                    <a:pt x="307" y="609"/>
                    <a:pt x="307" y="609"/>
                    <a:pt x="307" y="609"/>
                  </a:cubicBezTo>
                  <a:cubicBezTo>
                    <a:pt x="307" y="609"/>
                    <a:pt x="307" y="609"/>
                    <a:pt x="307" y="609"/>
                  </a:cubicBezTo>
                  <a:cubicBezTo>
                    <a:pt x="307" y="609"/>
                    <a:pt x="307" y="609"/>
                    <a:pt x="307" y="609"/>
                  </a:cubicBezTo>
                  <a:cubicBezTo>
                    <a:pt x="307" y="609"/>
                    <a:pt x="307" y="609"/>
                    <a:pt x="307" y="609"/>
                  </a:cubicBezTo>
                  <a:cubicBezTo>
                    <a:pt x="306" y="609"/>
                    <a:pt x="306" y="609"/>
                    <a:pt x="306" y="609"/>
                  </a:cubicBezTo>
                  <a:cubicBezTo>
                    <a:pt x="304" y="609"/>
                    <a:pt x="304" y="609"/>
                    <a:pt x="304" y="609"/>
                  </a:cubicBezTo>
                  <a:cubicBezTo>
                    <a:pt x="295" y="609"/>
                    <a:pt x="295" y="609"/>
                    <a:pt x="295" y="609"/>
                  </a:cubicBezTo>
                  <a:cubicBezTo>
                    <a:pt x="286" y="609"/>
                    <a:pt x="286" y="609"/>
                    <a:pt x="286" y="609"/>
                  </a:cubicBezTo>
                  <a:cubicBezTo>
                    <a:pt x="286" y="609"/>
                    <a:pt x="286" y="609"/>
                    <a:pt x="286" y="609"/>
                  </a:cubicBezTo>
                  <a:cubicBezTo>
                    <a:pt x="286" y="609"/>
                    <a:pt x="286" y="609"/>
                    <a:pt x="286" y="609"/>
                  </a:cubicBezTo>
                  <a:cubicBezTo>
                    <a:pt x="280" y="587"/>
                    <a:pt x="280" y="587"/>
                    <a:pt x="280" y="587"/>
                  </a:cubicBezTo>
                  <a:cubicBezTo>
                    <a:pt x="277" y="579"/>
                    <a:pt x="275" y="571"/>
                    <a:pt x="272" y="563"/>
                  </a:cubicBezTo>
                  <a:cubicBezTo>
                    <a:pt x="267" y="547"/>
                    <a:pt x="262" y="531"/>
                    <a:pt x="256" y="515"/>
                  </a:cubicBezTo>
                  <a:cubicBezTo>
                    <a:pt x="246" y="484"/>
                    <a:pt x="234" y="454"/>
                    <a:pt x="222" y="429"/>
                  </a:cubicBezTo>
                  <a:cubicBezTo>
                    <a:pt x="217" y="418"/>
                    <a:pt x="214" y="411"/>
                    <a:pt x="211" y="408"/>
                  </a:cubicBezTo>
                  <a:cubicBezTo>
                    <a:pt x="210" y="406"/>
                    <a:pt x="210" y="405"/>
                    <a:pt x="209" y="405"/>
                  </a:cubicBezTo>
                  <a:cubicBezTo>
                    <a:pt x="212" y="404"/>
                    <a:pt x="215" y="402"/>
                    <a:pt x="220" y="400"/>
                  </a:cubicBezTo>
                  <a:cubicBezTo>
                    <a:pt x="223" y="398"/>
                    <a:pt x="226" y="395"/>
                    <a:pt x="229" y="393"/>
                  </a:cubicBezTo>
                  <a:cubicBezTo>
                    <a:pt x="232" y="391"/>
                    <a:pt x="234" y="389"/>
                    <a:pt x="234" y="389"/>
                  </a:cubicBezTo>
                  <a:cubicBezTo>
                    <a:pt x="237" y="388"/>
                    <a:pt x="236" y="389"/>
                    <a:pt x="235" y="391"/>
                  </a:cubicBezTo>
                  <a:cubicBezTo>
                    <a:pt x="240" y="387"/>
                    <a:pt x="244" y="383"/>
                    <a:pt x="248" y="379"/>
                  </a:cubicBezTo>
                  <a:close/>
                  <a:moveTo>
                    <a:pt x="318" y="622"/>
                  </a:moveTo>
                  <a:cubicBezTo>
                    <a:pt x="319" y="621"/>
                    <a:pt x="319" y="621"/>
                    <a:pt x="319" y="621"/>
                  </a:cubicBezTo>
                  <a:cubicBezTo>
                    <a:pt x="323" y="606"/>
                    <a:pt x="323" y="606"/>
                    <a:pt x="323" y="606"/>
                  </a:cubicBezTo>
                  <a:cubicBezTo>
                    <a:pt x="325" y="599"/>
                    <a:pt x="327" y="592"/>
                    <a:pt x="329" y="585"/>
                  </a:cubicBezTo>
                  <a:cubicBezTo>
                    <a:pt x="337" y="557"/>
                    <a:pt x="346" y="530"/>
                    <a:pt x="356" y="502"/>
                  </a:cubicBezTo>
                  <a:cubicBezTo>
                    <a:pt x="361" y="489"/>
                    <a:pt x="366" y="475"/>
                    <a:pt x="372" y="462"/>
                  </a:cubicBezTo>
                  <a:cubicBezTo>
                    <a:pt x="374" y="455"/>
                    <a:pt x="377" y="448"/>
                    <a:pt x="380" y="442"/>
                  </a:cubicBezTo>
                  <a:cubicBezTo>
                    <a:pt x="385" y="432"/>
                    <a:pt x="385" y="432"/>
                    <a:pt x="385" y="432"/>
                  </a:cubicBezTo>
                  <a:cubicBezTo>
                    <a:pt x="392" y="416"/>
                    <a:pt x="392" y="416"/>
                    <a:pt x="392" y="416"/>
                  </a:cubicBezTo>
                  <a:cubicBezTo>
                    <a:pt x="386" y="413"/>
                    <a:pt x="386" y="413"/>
                    <a:pt x="386" y="413"/>
                  </a:cubicBezTo>
                  <a:cubicBezTo>
                    <a:pt x="385" y="412"/>
                    <a:pt x="384" y="412"/>
                    <a:pt x="383" y="411"/>
                  </a:cubicBezTo>
                  <a:cubicBezTo>
                    <a:pt x="381" y="410"/>
                    <a:pt x="381" y="410"/>
                    <a:pt x="381" y="410"/>
                  </a:cubicBezTo>
                  <a:cubicBezTo>
                    <a:pt x="381" y="410"/>
                    <a:pt x="381" y="410"/>
                    <a:pt x="380" y="410"/>
                  </a:cubicBezTo>
                  <a:cubicBezTo>
                    <a:pt x="380" y="410"/>
                    <a:pt x="380" y="410"/>
                    <a:pt x="380" y="410"/>
                  </a:cubicBezTo>
                  <a:cubicBezTo>
                    <a:pt x="378" y="409"/>
                    <a:pt x="376" y="407"/>
                    <a:pt x="374" y="406"/>
                  </a:cubicBezTo>
                  <a:cubicBezTo>
                    <a:pt x="371" y="404"/>
                    <a:pt x="367" y="401"/>
                    <a:pt x="364" y="398"/>
                  </a:cubicBezTo>
                  <a:cubicBezTo>
                    <a:pt x="358" y="392"/>
                    <a:pt x="353" y="385"/>
                    <a:pt x="349" y="377"/>
                  </a:cubicBezTo>
                  <a:cubicBezTo>
                    <a:pt x="353" y="385"/>
                    <a:pt x="358" y="392"/>
                    <a:pt x="364" y="398"/>
                  </a:cubicBezTo>
                  <a:cubicBezTo>
                    <a:pt x="367" y="401"/>
                    <a:pt x="371" y="404"/>
                    <a:pt x="374" y="406"/>
                  </a:cubicBezTo>
                  <a:cubicBezTo>
                    <a:pt x="376" y="407"/>
                    <a:pt x="378" y="409"/>
                    <a:pt x="380" y="410"/>
                  </a:cubicBezTo>
                  <a:cubicBezTo>
                    <a:pt x="383" y="412"/>
                    <a:pt x="388" y="414"/>
                    <a:pt x="391" y="416"/>
                  </a:cubicBezTo>
                  <a:cubicBezTo>
                    <a:pt x="384" y="433"/>
                    <a:pt x="384" y="433"/>
                    <a:pt x="384" y="433"/>
                  </a:cubicBezTo>
                  <a:cubicBezTo>
                    <a:pt x="379" y="445"/>
                    <a:pt x="379" y="445"/>
                    <a:pt x="379" y="445"/>
                  </a:cubicBezTo>
                  <a:cubicBezTo>
                    <a:pt x="375" y="452"/>
                    <a:pt x="372" y="460"/>
                    <a:pt x="369" y="468"/>
                  </a:cubicBezTo>
                  <a:cubicBezTo>
                    <a:pt x="363" y="483"/>
                    <a:pt x="357" y="499"/>
                    <a:pt x="351" y="515"/>
                  </a:cubicBezTo>
                  <a:cubicBezTo>
                    <a:pt x="340" y="546"/>
                    <a:pt x="330" y="578"/>
                    <a:pt x="321" y="612"/>
                  </a:cubicBezTo>
                  <a:cubicBezTo>
                    <a:pt x="321" y="611"/>
                    <a:pt x="321" y="609"/>
                    <a:pt x="320" y="612"/>
                  </a:cubicBezTo>
                  <a:cubicBezTo>
                    <a:pt x="329" y="579"/>
                    <a:pt x="339" y="546"/>
                    <a:pt x="350" y="515"/>
                  </a:cubicBezTo>
                  <a:cubicBezTo>
                    <a:pt x="356" y="499"/>
                    <a:pt x="362" y="483"/>
                    <a:pt x="368" y="468"/>
                  </a:cubicBezTo>
                  <a:cubicBezTo>
                    <a:pt x="371" y="460"/>
                    <a:pt x="375" y="452"/>
                    <a:pt x="378" y="444"/>
                  </a:cubicBezTo>
                  <a:cubicBezTo>
                    <a:pt x="383" y="433"/>
                    <a:pt x="383" y="433"/>
                    <a:pt x="383" y="433"/>
                  </a:cubicBezTo>
                  <a:cubicBezTo>
                    <a:pt x="391" y="416"/>
                    <a:pt x="391" y="416"/>
                    <a:pt x="391" y="416"/>
                  </a:cubicBezTo>
                  <a:cubicBezTo>
                    <a:pt x="384" y="413"/>
                    <a:pt x="384" y="413"/>
                    <a:pt x="384" y="413"/>
                  </a:cubicBezTo>
                  <a:cubicBezTo>
                    <a:pt x="383" y="413"/>
                    <a:pt x="383" y="412"/>
                    <a:pt x="382" y="412"/>
                  </a:cubicBezTo>
                  <a:cubicBezTo>
                    <a:pt x="380" y="411"/>
                    <a:pt x="380" y="411"/>
                    <a:pt x="380" y="411"/>
                  </a:cubicBezTo>
                  <a:cubicBezTo>
                    <a:pt x="379" y="410"/>
                    <a:pt x="379" y="410"/>
                    <a:pt x="379" y="410"/>
                  </a:cubicBezTo>
                  <a:cubicBezTo>
                    <a:pt x="377" y="409"/>
                    <a:pt x="375" y="408"/>
                    <a:pt x="373" y="406"/>
                  </a:cubicBezTo>
                  <a:cubicBezTo>
                    <a:pt x="369" y="404"/>
                    <a:pt x="366" y="401"/>
                    <a:pt x="363" y="397"/>
                  </a:cubicBezTo>
                  <a:cubicBezTo>
                    <a:pt x="356" y="391"/>
                    <a:pt x="350" y="383"/>
                    <a:pt x="346" y="374"/>
                  </a:cubicBezTo>
                  <a:cubicBezTo>
                    <a:pt x="347" y="374"/>
                    <a:pt x="347" y="374"/>
                    <a:pt x="347" y="374"/>
                  </a:cubicBezTo>
                  <a:cubicBezTo>
                    <a:pt x="347" y="373"/>
                    <a:pt x="346" y="372"/>
                    <a:pt x="346" y="372"/>
                  </a:cubicBezTo>
                  <a:cubicBezTo>
                    <a:pt x="346" y="371"/>
                    <a:pt x="346" y="371"/>
                    <a:pt x="346" y="371"/>
                  </a:cubicBezTo>
                  <a:cubicBezTo>
                    <a:pt x="345" y="371"/>
                    <a:pt x="345" y="371"/>
                    <a:pt x="345" y="371"/>
                  </a:cubicBezTo>
                  <a:cubicBezTo>
                    <a:pt x="345" y="370"/>
                    <a:pt x="345" y="370"/>
                    <a:pt x="345" y="370"/>
                  </a:cubicBezTo>
                  <a:cubicBezTo>
                    <a:pt x="344" y="368"/>
                    <a:pt x="344" y="368"/>
                    <a:pt x="344" y="368"/>
                  </a:cubicBezTo>
                  <a:cubicBezTo>
                    <a:pt x="343" y="364"/>
                    <a:pt x="342" y="361"/>
                    <a:pt x="340" y="358"/>
                  </a:cubicBezTo>
                  <a:cubicBezTo>
                    <a:pt x="337" y="359"/>
                    <a:pt x="334" y="360"/>
                    <a:pt x="331" y="361"/>
                  </a:cubicBezTo>
                  <a:cubicBezTo>
                    <a:pt x="330" y="362"/>
                    <a:pt x="330" y="362"/>
                    <a:pt x="329" y="362"/>
                  </a:cubicBezTo>
                  <a:cubicBezTo>
                    <a:pt x="327" y="363"/>
                    <a:pt x="327" y="363"/>
                    <a:pt x="327" y="363"/>
                  </a:cubicBezTo>
                  <a:cubicBezTo>
                    <a:pt x="325" y="363"/>
                    <a:pt x="325" y="363"/>
                    <a:pt x="325" y="363"/>
                  </a:cubicBezTo>
                  <a:cubicBezTo>
                    <a:pt x="322" y="364"/>
                    <a:pt x="319" y="365"/>
                    <a:pt x="316" y="365"/>
                  </a:cubicBezTo>
                  <a:cubicBezTo>
                    <a:pt x="310" y="366"/>
                    <a:pt x="304" y="367"/>
                    <a:pt x="297" y="367"/>
                  </a:cubicBezTo>
                  <a:cubicBezTo>
                    <a:pt x="291" y="366"/>
                    <a:pt x="285" y="365"/>
                    <a:pt x="279" y="364"/>
                  </a:cubicBezTo>
                  <a:cubicBezTo>
                    <a:pt x="276" y="363"/>
                    <a:pt x="273" y="362"/>
                    <a:pt x="270" y="361"/>
                  </a:cubicBezTo>
                  <a:cubicBezTo>
                    <a:pt x="269" y="361"/>
                    <a:pt x="269" y="361"/>
                    <a:pt x="268" y="360"/>
                  </a:cubicBezTo>
                  <a:cubicBezTo>
                    <a:pt x="267" y="360"/>
                    <a:pt x="267" y="360"/>
                    <a:pt x="267" y="360"/>
                  </a:cubicBezTo>
                  <a:cubicBezTo>
                    <a:pt x="266" y="360"/>
                    <a:pt x="266" y="360"/>
                    <a:pt x="266" y="360"/>
                  </a:cubicBezTo>
                  <a:cubicBezTo>
                    <a:pt x="265" y="359"/>
                    <a:pt x="265" y="359"/>
                    <a:pt x="265" y="359"/>
                  </a:cubicBezTo>
                  <a:cubicBezTo>
                    <a:pt x="263" y="358"/>
                    <a:pt x="263" y="358"/>
                    <a:pt x="263" y="358"/>
                  </a:cubicBezTo>
                  <a:cubicBezTo>
                    <a:pt x="261" y="357"/>
                    <a:pt x="261" y="357"/>
                    <a:pt x="261" y="357"/>
                  </a:cubicBezTo>
                  <a:cubicBezTo>
                    <a:pt x="256" y="354"/>
                    <a:pt x="256" y="354"/>
                    <a:pt x="256" y="354"/>
                  </a:cubicBezTo>
                  <a:cubicBezTo>
                    <a:pt x="251" y="361"/>
                    <a:pt x="251" y="361"/>
                    <a:pt x="251" y="361"/>
                  </a:cubicBezTo>
                  <a:cubicBezTo>
                    <a:pt x="248" y="364"/>
                    <a:pt x="248" y="364"/>
                    <a:pt x="248" y="364"/>
                  </a:cubicBezTo>
                  <a:cubicBezTo>
                    <a:pt x="246" y="366"/>
                    <a:pt x="246" y="366"/>
                    <a:pt x="246" y="366"/>
                  </a:cubicBezTo>
                  <a:cubicBezTo>
                    <a:pt x="243" y="369"/>
                    <a:pt x="243" y="369"/>
                    <a:pt x="243" y="369"/>
                  </a:cubicBezTo>
                  <a:cubicBezTo>
                    <a:pt x="241" y="371"/>
                    <a:pt x="239" y="373"/>
                    <a:pt x="237" y="375"/>
                  </a:cubicBezTo>
                  <a:cubicBezTo>
                    <a:pt x="233" y="379"/>
                    <a:pt x="230" y="383"/>
                    <a:pt x="226" y="386"/>
                  </a:cubicBezTo>
                  <a:cubicBezTo>
                    <a:pt x="231" y="383"/>
                    <a:pt x="236" y="378"/>
                    <a:pt x="241" y="374"/>
                  </a:cubicBezTo>
                  <a:cubicBezTo>
                    <a:pt x="243" y="372"/>
                    <a:pt x="245" y="370"/>
                    <a:pt x="247" y="367"/>
                  </a:cubicBezTo>
                  <a:cubicBezTo>
                    <a:pt x="249" y="366"/>
                    <a:pt x="249" y="366"/>
                    <a:pt x="249" y="366"/>
                  </a:cubicBezTo>
                  <a:cubicBezTo>
                    <a:pt x="250" y="365"/>
                    <a:pt x="250" y="365"/>
                    <a:pt x="250" y="365"/>
                  </a:cubicBezTo>
                  <a:cubicBezTo>
                    <a:pt x="251" y="363"/>
                    <a:pt x="251" y="363"/>
                    <a:pt x="251" y="363"/>
                  </a:cubicBezTo>
                  <a:cubicBezTo>
                    <a:pt x="257" y="357"/>
                    <a:pt x="257" y="357"/>
                    <a:pt x="257" y="357"/>
                  </a:cubicBezTo>
                  <a:cubicBezTo>
                    <a:pt x="261" y="359"/>
                    <a:pt x="261" y="359"/>
                    <a:pt x="261" y="359"/>
                  </a:cubicBezTo>
                  <a:cubicBezTo>
                    <a:pt x="263" y="360"/>
                    <a:pt x="263" y="360"/>
                    <a:pt x="263" y="360"/>
                  </a:cubicBezTo>
                  <a:cubicBezTo>
                    <a:pt x="264" y="361"/>
                    <a:pt x="264" y="361"/>
                    <a:pt x="264" y="361"/>
                  </a:cubicBezTo>
                  <a:cubicBezTo>
                    <a:pt x="266" y="362"/>
                    <a:pt x="266" y="362"/>
                    <a:pt x="267" y="362"/>
                  </a:cubicBezTo>
                  <a:cubicBezTo>
                    <a:pt x="269" y="363"/>
                    <a:pt x="269" y="363"/>
                    <a:pt x="269" y="363"/>
                  </a:cubicBezTo>
                  <a:cubicBezTo>
                    <a:pt x="272" y="364"/>
                    <a:pt x="275" y="365"/>
                    <a:pt x="278" y="366"/>
                  </a:cubicBezTo>
                  <a:cubicBezTo>
                    <a:pt x="284" y="367"/>
                    <a:pt x="291" y="368"/>
                    <a:pt x="297" y="369"/>
                  </a:cubicBezTo>
                  <a:cubicBezTo>
                    <a:pt x="303" y="369"/>
                    <a:pt x="310" y="369"/>
                    <a:pt x="316" y="368"/>
                  </a:cubicBezTo>
                  <a:cubicBezTo>
                    <a:pt x="319" y="367"/>
                    <a:pt x="322" y="367"/>
                    <a:pt x="325" y="366"/>
                  </a:cubicBezTo>
                  <a:cubicBezTo>
                    <a:pt x="328" y="365"/>
                    <a:pt x="328" y="365"/>
                    <a:pt x="328" y="365"/>
                  </a:cubicBezTo>
                  <a:cubicBezTo>
                    <a:pt x="329" y="365"/>
                    <a:pt x="329" y="365"/>
                    <a:pt x="329" y="365"/>
                  </a:cubicBezTo>
                  <a:cubicBezTo>
                    <a:pt x="330" y="364"/>
                    <a:pt x="331" y="364"/>
                    <a:pt x="331" y="364"/>
                  </a:cubicBezTo>
                  <a:cubicBezTo>
                    <a:pt x="334" y="363"/>
                    <a:pt x="336" y="362"/>
                    <a:pt x="339" y="361"/>
                  </a:cubicBezTo>
                  <a:cubicBezTo>
                    <a:pt x="342" y="368"/>
                    <a:pt x="342" y="368"/>
                    <a:pt x="342" y="368"/>
                  </a:cubicBezTo>
                  <a:cubicBezTo>
                    <a:pt x="342" y="369"/>
                    <a:pt x="342" y="370"/>
                    <a:pt x="343" y="371"/>
                  </a:cubicBezTo>
                  <a:cubicBezTo>
                    <a:pt x="343" y="372"/>
                    <a:pt x="343" y="372"/>
                    <a:pt x="343" y="372"/>
                  </a:cubicBezTo>
                  <a:cubicBezTo>
                    <a:pt x="343" y="372"/>
                    <a:pt x="343" y="372"/>
                    <a:pt x="343" y="372"/>
                  </a:cubicBezTo>
                  <a:cubicBezTo>
                    <a:pt x="344" y="373"/>
                    <a:pt x="344" y="373"/>
                    <a:pt x="344" y="373"/>
                  </a:cubicBezTo>
                  <a:cubicBezTo>
                    <a:pt x="345" y="376"/>
                    <a:pt x="346" y="378"/>
                    <a:pt x="348" y="381"/>
                  </a:cubicBezTo>
                  <a:cubicBezTo>
                    <a:pt x="351" y="386"/>
                    <a:pt x="354" y="390"/>
                    <a:pt x="358" y="394"/>
                  </a:cubicBezTo>
                  <a:cubicBezTo>
                    <a:pt x="361" y="399"/>
                    <a:pt x="366" y="403"/>
                    <a:pt x="370" y="406"/>
                  </a:cubicBezTo>
                  <a:cubicBezTo>
                    <a:pt x="372" y="408"/>
                    <a:pt x="375" y="409"/>
                    <a:pt x="377" y="411"/>
                  </a:cubicBezTo>
                  <a:cubicBezTo>
                    <a:pt x="378" y="411"/>
                    <a:pt x="378" y="411"/>
                    <a:pt x="378" y="411"/>
                  </a:cubicBezTo>
                  <a:cubicBezTo>
                    <a:pt x="379" y="412"/>
                    <a:pt x="379" y="412"/>
                    <a:pt x="379" y="412"/>
                  </a:cubicBezTo>
                  <a:cubicBezTo>
                    <a:pt x="380" y="413"/>
                    <a:pt x="381" y="413"/>
                    <a:pt x="382" y="414"/>
                  </a:cubicBezTo>
                  <a:cubicBezTo>
                    <a:pt x="384" y="415"/>
                    <a:pt x="386" y="416"/>
                    <a:pt x="388" y="417"/>
                  </a:cubicBezTo>
                  <a:cubicBezTo>
                    <a:pt x="381" y="433"/>
                    <a:pt x="381" y="433"/>
                    <a:pt x="381" y="433"/>
                  </a:cubicBezTo>
                  <a:cubicBezTo>
                    <a:pt x="376" y="445"/>
                    <a:pt x="376" y="445"/>
                    <a:pt x="376" y="445"/>
                  </a:cubicBezTo>
                  <a:cubicBezTo>
                    <a:pt x="372" y="454"/>
                    <a:pt x="369" y="462"/>
                    <a:pt x="365" y="471"/>
                  </a:cubicBezTo>
                  <a:cubicBezTo>
                    <a:pt x="359" y="488"/>
                    <a:pt x="352" y="504"/>
                    <a:pt x="346" y="521"/>
                  </a:cubicBezTo>
                  <a:cubicBezTo>
                    <a:pt x="352" y="505"/>
                    <a:pt x="358" y="488"/>
                    <a:pt x="365" y="471"/>
                  </a:cubicBezTo>
                  <a:cubicBezTo>
                    <a:pt x="368" y="462"/>
                    <a:pt x="372" y="454"/>
                    <a:pt x="375" y="445"/>
                  </a:cubicBezTo>
                  <a:cubicBezTo>
                    <a:pt x="377" y="441"/>
                    <a:pt x="379" y="437"/>
                    <a:pt x="381" y="433"/>
                  </a:cubicBezTo>
                  <a:cubicBezTo>
                    <a:pt x="388" y="417"/>
                    <a:pt x="388" y="417"/>
                    <a:pt x="388" y="417"/>
                  </a:cubicBezTo>
                  <a:cubicBezTo>
                    <a:pt x="385" y="416"/>
                    <a:pt x="382" y="414"/>
                    <a:pt x="380" y="413"/>
                  </a:cubicBezTo>
                  <a:cubicBezTo>
                    <a:pt x="380" y="413"/>
                    <a:pt x="379" y="413"/>
                    <a:pt x="379" y="412"/>
                  </a:cubicBezTo>
                  <a:cubicBezTo>
                    <a:pt x="378" y="412"/>
                    <a:pt x="378" y="412"/>
                    <a:pt x="378" y="412"/>
                  </a:cubicBezTo>
                  <a:cubicBezTo>
                    <a:pt x="377" y="411"/>
                    <a:pt x="377" y="411"/>
                    <a:pt x="377" y="411"/>
                  </a:cubicBezTo>
                  <a:cubicBezTo>
                    <a:pt x="376" y="411"/>
                    <a:pt x="375" y="410"/>
                    <a:pt x="375" y="410"/>
                  </a:cubicBezTo>
                  <a:cubicBezTo>
                    <a:pt x="372" y="408"/>
                    <a:pt x="369" y="406"/>
                    <a:pt x="366" y="403"/>
                  </a:cubicBezTo>
                  <a:cubicBezTo>
                    <a:pt x="360" y="398"/>
                    <a:pt x="355" y="392"/>
                    <a:pt x="351" y="386"/>
                  </a:cubicBezTo>
                  <a:cubicBezTo>
                    <a:pt x="349" y="382"/>
                    <a:pt x="347" y="379"/>
                    <a:pt x="345" y="376"/>
                  </a:cubicBezTo>
                  <a:cubicBezTo>
                    <a:pt x="345" y="375"/>
                    <a:pt x="344" y="374"/>
                    <a:pt x="344" y="373"/>
                  </a:cubicBezTo>
                  <a:cubicBezTo>
                    <a:pt x="343" y="372"/>
                    <a:pt x="343" y="372"/>
                    <a:pt x="343" y="372"/>
                  </a:cubicBezTo>
                  <a:cubicBezTo>
                    <a:pt x="342" y="370"/>
                    <a:pt x="342" y="370"/>
                    <a:pt x="342" y="370"/>
                  </a:cubicBezTo>
                  <a:cubicBezTo>
                    <a:pt x="341" y="367"/>
                    <a:pt x="340" y="364"/>
                    <a:pt x="339" y="361"/>
                  </a:cubicBezTo>
                  <a:cubicBezTo>
                    <a:pt x="336" y="362"/>
                    <a:pt x="334" y="363"/>
                    <a:pt x="331" y="364"/>
                  </a:cubicBezTo>
                  <a:cubicBezTo>
                    <a:pt x="330" y="364"/>
                    <a:pt x="330" y="365"/>
                    <a:pt x="329" y="365"/>
                  </a:cubicBezTo>
                  <a:cubicBezTo>
                    <a:pt x="328" y="365"/>
                    <a:pt x="328" y="365"/>
                    <a:pt x="328" y="365"/>
                  </a:cubicBezTo>
                  <a:cubicBezTo>
                    <a:pt x="325" y="366"/>
                    <a:pt x="325" y="366"/>
                    <a:pt x="325" y="366"/>
                  </a:cubicBezTo>
                  <a:cubicBezTo>
                    <a:pt x="322" y="367"/>
                    <a:pt x="319" y="368"/>
                    <a:pt x="316" y="368"/>
                  </a:cubicBezTo>
                  <a:cubicBezTo>
                    <a:pt x="309" y="369"/>
                    <a:pt x="303" y="369"/>
                    <a:pt x="297" y="369"/>
                  </a:cubicBezTo>
                  <a:cubicBezTo>
                    <a:pt x="290" y="369"/>
                    <a:pt x="284" y="368"/>
                    <a:pt x="278" y="366"/>
                  </a:cubicBezTo>
                  <a:cubicBezTo>
                    <a:pt x="275" y="366"/>
                    <a:pt x="272" y="365"/>
                    <a:pt x="269" y="364"/>
                  </a:cubicBezTo>
                  <a:cubicBezTo>
                    <a:pt x="268" y="363"/>
                    <a:pt x="267" y="363"/>
                    <a:pt x="267" y="363"/>
                  </a:cubicBezTo>
                  <a:cubicBezTo>
                    <a:pt x="266" y="362"/>
                    <a:pt x="266" y="362"/>
                    <a:pt x="264" y="362"/>
                  </a:cubicBezTo>
                  <a:cubicBezTo>
                    <a:pt x="262" y="361"/>
                    <a:pt x="262" y="361"/>
                    <a:pt x="262" y="361"/>
                  </a:cubicBezTo>
                  <a:cubicBezTo>
                    <a:pt x="261" y="360"/>
                    <a:pt x="261" y="360"/>
                    <a:pt x="261" y="360"/>
                  </a:cubicBezTo>
                  <a:cubicBezTo>
                    <a:pt x="257" y="358"/>
                    <a:pt x="257" y="358"/>
                    <a:pt x="257" y="358"/>
                  </a:cubicBezTo>
                  <a:cubicBezTo>
                    <a:pt x="252" y="364"/>
                    <a:pt x="252" y="364"/>
                    <a:pt x="252" y="364"/>
                  </a:cubicBezTo>
                  <a:cubicBezTo>
                    <a:pt x="250" y="366"/>
                    <a:pt x="250" y="366"/>
                    <a:pt x="250" y="366"/>
                  </a:cubicBezTo>
                  <a:cubicBezTo>
                    <a:pt x="248" y="368"/>
                    <a:pt x="248" y="368"/>
                    <a:pt x="248" y="368"/>
                  </a:cubicBezTo>
                  <a:cubicBezTo>
                    <a:pt x="246" y="370"/>
                    <a:pt x="244" y="372"/>
                    <a:pt x="241" y="375"/>
                  </a:cubicBezTo>
                  <a:cubicBezTo>
                    <a:pt x="237" y="379"/>
                    <a:pt x="232" y="383"/>
                    <a:pt x="227" y="387"/>
                  </a:cubicBezTo>
                  <a:cubicBezTo>
                    <a:pt x="225" y="389"/>
                    <a:pt x="222" y="391"/>
                    <a:pt x="220" y="392"/>
                  </a:cubicBezTo>
                  <a:cubicBezTo>
                    <a:pt x="217" y="395"/>
                    <a:pt x="215" y="397"/>
                    <a:pt x="212" y="398"/>
                  </a:cubicBezTo>
                  <a:cubicBezTo>
                    <a:pt x="208" y="402"/>
                    <a:pt x="204" y="405"/>
                    <a:pt x="204" y="406"/>
                  </a:cubicBezTo>
                  <a:cubicBezTo>
                    <a:pt x="205" y="406"/>
                    <a:pt x="206" y="406"/>
                    <a:pt x="208" y="405"/>
                  </a:cubicBezTo>
                  <a:cubicBezTo>
                    <a:pt x="208" y="405"/>
                    <a:pt x="208" y="406"/>
                    <a:pt x="208" y="406"/>
                  </a:cubicBezTo>
                  <a:cubicBezTo>
                    <a:pt x="209" y="411"/>
                    <a:pt x="214" y="426"/>
                    <a:pt x="223" y="449"/>
                  </a:cubicBezTo>
                  <a:cubicBezTo>
                    <a:pt x="222" y="449"/>
                    <a:pt x="222" y="449"/>
                    <a:pt x="222" y="449"/>
                  </a:cubicBezTo>
                  <a:cubicBezTo>
                    <a:pt x="217" y="438"/>
                    <a:pt x="214" y="431"/>
                    <a:pt x="212" y="427"/>
                  </a:cubicBezTo>
                  <a:cubicBezTo>
                    <a:pt x="210" y="423"/>
                    <a:pt x="209" y="422"/>
                    <a:pt x="209" y="422"/>
                  </a:cubicBezTo>
                  <a:cubicBezTo>
                    <a:pt x="207" y="421"/>
                    <a:pt x="208" y="426"/>
                    <a:pt x="206" y="423"/>
                  </a:cubicBezTo>
                  <a:cubicBezTo>
                    <a:pt x="216" y="445"/>
                    <a:pt x="225" y="467"/>
                    <a:pt x="232" y="490"/>
                  </a:cubicBezTo>
                  <a:cubicBezTo>
                    <a:pt x="234" y="496"/>
                    <a:pt x="238" y="507"/>
                    <a:pt x="240" y="513"/>
                  </a:cubicBezTo>
                  <a:cubicBezTo>
                    <a:pt x="251" y="541"/>
                    <a:pt x="260" y="569"/>
                    <a:pt x="268" y="598"/>
                  </a:cubicBezTo>
                  <a:cubicBezTo>
                    <a:pt x="271" y="608"/>
                    <a:pt x="271" y="608"/>
                    <a:pt x="271" y="608"/>
                  </a:cubicBezTo>
                  <a:cubicBezTo>
                    <a:pt x="273" y="614"/>
                    <a:pt x="273" y="614"/>
                    <a:pt x="273" y="614"/>
                  </a:cubicBezTo>
                  <a:cubicBezTo>
                    <a:pt x="274" y="619"/>
                    <a:pt x="274" y="619"/>
                    <a:pt x="274" y="619"/>
                  </a:cubicBezTo>
                  <a:cubicBezTo>
                    <a:pt x="275" y="622"/>
                    <a:pt x="275" y="622"/>
                    <a:pt x="275" y="622"/>
                  </a:cubicBezTo>
                  <a:cubicBezTo>
                    <a:pt x="268" y="622"/>
                    <a:pt x="268" y="622"/>
                    <a:pt x="268" y="622"/>
                  </a:cubicBezTo>
                  <a:cubicBezTo>
                    <a:pt x="268" y="621"/>
                    <a:pt x="268" y="621"/>
                    <a:pt x="268" y="621"/>
                  </a:cubicBezTo>
                  <a:cubicBezTo>
                    <a:pt x="263" y="604"/>
                    <a:pt x="263" y="604"/>
                    <a:pt x="263" y="604"/>
                  </a:cubicBezTo>
                  <a:cubicBezTo>
                    <a:pt x="261" y="595"/>
                    <a:pt x="261" y="595"/>
                    <a:pt x="261" y="595"/>
                  </a:cubicBezTo>
                  <a:cubicBezTo>
                    <a:pt x="257" y="582"/>
                    <a:pt x="253" y="570"/>
                    <a:pt x="249" y="557"/>
                  </a:cubicBezTo>
                  <a:cubicBezTo>
                    <a:pt x="241" y="532"/>
                    <a:pt x="232" y="507"/>
                    <a:pt x="223" y="483"/>
                  </a:cubicBezTo>
                  <a:cubicBezTo>
                    <a:pt x="218" y="471"/>
                    <a:pt x="213" y="459"/>
                    <a:pt x="208" y="447"/>
                  </a:cubicBezTo>
                  <a:cubicBezTo>
                    <a:pt x="206" y="441"/>
                    <a:pt x="203" y="435"/>
                    <a:pt x="201" y="429"/>
                  </a:cubicBezTo>
                  <a:cubicBezTo>
                    <a:pt x="196" y="420"/>
                    <a:pt x="196" y="420"/>
                    <a:pt x="196" y="420"/>
                  </a:cubicBezTo>
                  <a:cubicBezTo>
                    <a:pt x="190" y="406"/>
                    <a:pt x="190" y="406"/>
                    <a:pt x="190" y="406"/>
                  </a:cubicBezTo>
                  <a:cubicBezTo>
                    <a:pt x="185" y="407"/>
                    <a:pt x="185" y="407"/>
                    <a:pt x="185" y="407"/>
                  </a:cubicBezTo>
                  <a:cubicBezTo>
                    <a:pt x="182" y="407"/>
                    <a:pt x="182" y="407"/>
                    <a:pt x="182" y="407"/>
                  </a:cubicBezTo>
                  <a:cubicBezTo>
                    <a:pt x="182" y="407"/>
                    <a:pt x="181" y="408"/>
                    <a:pt x="181" y="408"/>
                  </a:cubicBezTo>
                  <a:cubicBezTo>
                    <a:pt x="180" y="408"/>
                    <a:pt x="180" y="408"/>
                    <a:pt x="180" y="408"/>
                  </a:cubicBezTo>
                  <a:cubicBezTo>
                    <a:pt x="178" y="408"/>
                    <a:pt x="177" y="408"/>
                    <a:pt x="175" y="408"/>
                  </a:cubicBezTo>
                  <a:cubicBezTo>
                    <a:pt x="172" y="408"/>
                    <a:pt x="169" y="407"/>
                    <a:pt x="166" y="407"/>
                  </a:cubicBezTo>
                  <a:cubicBezTo>
                    <a:pt x="159" y="405"/>
                    <a:pt x="154" y="402"/>
                    <a:pt x="149" y="397"/>
                  </a:cubicBezTo>
                  <a:cubicBezTo>
                    <a:pt x="144" y="393"/>
                    <a:pt x="140" y="388"/>
                    <a:pt x="138" y="382"/>
                  </a:cubicBezTo>
                  <a:cubicBezTo>
                    <a:pt x="136" y="376"/>
                    <a:pt x="136" y="370"/>
                    <a:pt x="138" y="366"/>
                  </a:cubicBezTo>
                  <a:cubicBezTo>
                    <a:pt x="139" y="364"/>
                    <a:pt x="141" y="362"/>
                    <a:pt x="143" y="360"/>
                  </a:cubicBezTo>
                  <a:cubicBezTo>
                    <a:pt x="145" y="358"/>
                    <a:pt x="148" y="357"/>
                    <a:pt x="151" y="356"/>
                  </a:cubicBezTo>
                  <a:cubicBezTo>
                    <a:pt x="156" y="355"/>
                    <a:pt x="162" y="356"/>
                    <a:pt x="167" y="359"/>
                  </a:cubicBezTo>
                  <a:cubicBezTo>
                    <a:pt x="172" y="362"/>
                    <a:pt x="177" y="367"/>
                    <a:pt x="180" y="373"/>
                  </a:cubicBezTo>
                  <a:cubicBezTo>
                    <a:pt x="181" y="374"/>
                    <a:pt x="182" y="375"/>
                    <a:pt x="183" y="377"/>
                  </a:cubicBezTo>
                  <a:cubicBezTo>
                    <a:pt x="185" y="382"/>
                    <a:pt x="185" y="382"/>
                    <a:pt x="185" y="382"/>
                  </a:cubicBezTo>
                  <a:cubicBezTo>
                    <a:pt x="193" y="398"/>
                    <a:pt x="193" y="398"/>
                    <a:pt x="193" y="398"/>
                  </a:cubicBezTo>
                  <a:cubicBezTo>
                    <a:pt x="195" y="397"/>
                    <a:pt x="197" y="396"/>
                    <a:pt x="200" y="395"/>
                  </a:cubicBezTo>
                  <a:cubicBezTo>
                    <a:pt x="201" y="394"/>
                    <a:pt x="202" y="394"/>
                    <a:pt x="203" y="393"/>
                  </a:cubicBezTo>
                  <a:cubicBezTo>
                    <a:pt x="204" y="393"/>
                    <a:pt x="205" y="392"/>
                    <a:pt x="206" y="392"/>
                  </a:cubicBezTo>
                  <a:cubicBezTo>
                    <a:pt x="207" y="391"/>
                    <a:pt x="207" y="391"/>
                    <a:pt x="207" y="391"/>
                  </a:cubicBezTo>
                  <a:cubicBezTo>
                    <a:pt x="208" y="390"/>
                    <a:pt x="208" y="390"/>
                    <a:pt x="208" y="390"/>
                  </a:cubicBezTo>
                  <a:cubicBezTo>
                    <a:pt x="210" y="389"/>
                    <a:pt x="210" y="389"/>
                    <a:pt x="210" y="389"/>
                  </a:cubicBezTo>
                  <a:cubicBezTo>
                    <a:pt x="211" y="388"/>
                    <a:pt x="212" y="388"/>
                    <a:pt x="213" y="387"/>
                  </a:cubicBezTo>
                  <a:cubicBezTo>
                    <a:pt x="218" y="384"/>
                    <a:pt x="222" y="381"/>
                    <a:pt x="226" y="378"/>
                  </a:cubicBezTo>
                  <a:cubicBezTo>
                    <a:pt x="230" y="374"/>
                    <a:pt x="234" y="371"/>
                    <a:pt x="238" y="367"/>
                  </a:cubicBezTo>
                  <a:cubicBezTo>
                    <a:pt x="240" y="365"/>
                    <a:pt x="242" y="363"/>
                    <a:pt x="243" y="361"/>
                  </a:cubicBezTo>
                  <a:cubicBezTo>
                    <a:pt x="244" y="360"/>
                    <a:pt x="244" y="360"/>
                    <a:pt x="244" y="360"/>
                  </a:cubicBezTo>
                  <a:cubicBezTo>
                    <a:pt x="245" y="359"/>
                    <a:pt x="245" y="359"/>
                    <a:pt x="245" y="359"/>
                  </a:cubicBezTo>
                  <a:cubicBezTo>
                    <a:pt x="246" y="358"/>
                    <a:pt x="246" y="358"/>
                    <a:pt x="247" y="357"/>
                  </a:cubicBezTo>
                  <a:cubicBezTo>
                    <a:pt x="249" y="355"/>
                    <a:pt x="250" y="353"/>
                    <a:pt x="252" y="351"/>
                  </a:cubicBezTo>
                  <a:cubicBezTo>
                    <a:pt x="250" y="349"/>
                    <a:pt x="249" y="347"/>
                    <a:pt x="248" y="345"/>
                  </a:cubicBezTo>
                  <a:cubicBezTo>
                    <a:pt x="247" y="344"/>
                    <a:pt x="247" y="344"/>
                    <a:pt x="247" y="344"/>
                  </a:cubicBezTo>
                  <a:cubicBezTo>
                    <a:pt x="247" y="344"/>
                    <a:pt x="246" y="343"/>
                    <a:pt x="246" y="343"/>
                  </a:cubicBezTo>
                  <a:cubicBezTo>
                    <a:pt x="246" y="343"/>
                    <a:pt x="246" y="343"/>
                    <a:pt x="246" y="343"/>
                  </a:cubicBezTo>
                  <a:cubicBezTo>
                    <a:pt x="246" y="342"/>
                    <a:pt x="246" y="342"/>
                    <a:pt x="245" y="341"/>
                  </a:cubicBezTo>
                  <a:cubicBezTo>
                    <a:pt x="245" y="340"/>
                    <a:pt x="244" y="338"/>
                    <a:pt x="243" y="336"/>
                  </a:cubicBezTo>
                  <a:cubicBezTo>
                    <a:pt x="243" y="335"/>
                    <a:pt x="243" y="334"/>
                    <a:pt x="243" y="333"/>
                  </a:cubicBezTo>
                  <a:cubicBezTo>
                    <a:pt x="243" y="332"/>
                    <a:pt x="243" y="332"/>
                    <a:pt x="242" y="331"/>
                  </a:cubicBezTo>
                  <a:cubicBezTo>
                    <a:pt x="242" y="331"/>
                    <a:pt x="242" y="330"/>
                    <a:pt x="242" y="330"/>
                  </a:cubicBezTo>
                  <a:cubicBezTo>
                    <a:pt x="242" y="328"/>
                    <a:pt x="242" y="326"/>
                    <a:pt x="243" y="324"/>
                  </a:cubicBezTo>
                  <a:cubicBezTo>
                    <a:pt x="244" y="315"/>
                    <a:pt x="247" y="306"/>
                    <a:pt x="252" y="299"/>
                  </a:cubicBezTo>
                  <a:cubicBezTo>
                    <a:pt x="254" y="296"/>
                    <a:pt x="257" y="293"/>
                    <a:pt x="260" y="291"/>
                  </a:cubicBezTo>
                  <a:cubicBezTo>
                    <a:pt x="263" y="289"/>
                    <a:pt x="267" y="288"/>
                    <a:pt x="270" y="288"/>
                  </a:cubicBezTo>
                  <a:cubicBezTo>
                    <a:pt x="274" y="288"/>
                    <a:pt x="277" y="290"/>
                    <a:pt x="280" y="292"/>
                  </a:cubicBezTo>
                  <a:cubicBezTo>
                    <a:pt x="283" y="294"/>
                    <a:pt x="286" y="297"/>
                    <a:pt x="287" y="300"/>
                  </a:cubicBezTo>
                  <a:cubicBezTo>
                    <a:pt x="288" y="304"/>
                    <a:pt x="288" y="307"/>
                    <a:pt x="287" y="311"/>
                  </a:cubicBezTo>
                  <a:cubicBezTo>
                    <a:pt x="287" y="315"/>
                    <a:pt x="285" y="319"/>
                    <a:pt x="283" y="323"/>
                  </a:cubicBezTo>
                  <a:cubicBezTo>
                    <a:pt x="280" y="327"/>
                    <a:pt x="278" y="330"/>
                    <a:pt x="275" y="334"/>
                  </a:cubicBezTo>
                  <a:cubicBezTo>
                    <a:pt x="274" y="336"/>
                    <a:pt x="274" y="336"/>
                    <a:pt x="274" y="336"/>
                  </a:cubicBezTo>
                  <a:cubicBezTo>
                    <a:pt x="272" y="338"/>
                    <a:pt x="272" y="338"/>
                    <a:pt x="272" y="338"/>
                  </a:cubicBezTo>
                  <a:cubicBezTo>
                    <a:pt x="267" y="344"/>
                    <a:pt x="267" y="344"/>
                    <a:pt x="267" y="344"/>
                  </a:cubicBezTo>
                  <a:cubicBezTo>
                    <a:pt x="266" y="346"/>
                    <a:pt x="265" y="347"/>
                    <a:pt x="265" y="349"/>
                  </a:cubicBezTo>
                  <a:cubicBezTo>
                    <a:pt x="265" y="349"/>
                    <a:pt x="265" y="350"/>
                    <a:pt x="265" y="350"/>
                  </a:cubicBezTo>
                  <a:cubicBezTo>
                    <a:pt x="265" y="351"/>
                    <a:pt x="266" y="351"/>
                    <a:pt x="266" y="351"/>
                  </a:cubicBezTo>
                  <a:cubicBezTo>
                    <a:pt x="266" y="351"/>
                    <a:pt x="266" y="351"/>
                    <a:pt x="266" y="351"/>
                  </a:cubicBezTo>
                  <a:cubicBezTo>
                    <a:pt x="266" y="352"/>
                    <a:pt x="266" y="352"/>
                    <a:pt x="266" y="352"/>
                  </a:cubicBezTo>
                  <a:cubicBezTo>
                    <a:pt x="267" y="354"/>
                    <a:pt x="268" y="354"/>
                    <a:pt x="270" y="355"/>
                  </a:cubicBezTo>
                  <a:cubicBezTo>
                    <a:pt x="272" y="356"/>
                    <a:pt x="274" y="357"/>
                    <a:pt x="276" y="357"/>
                  </a:cubicBezTo>
                  <a:cubicBezTo>
                    <a:pt x="277" y="358"/>
                    <a:pt x="278" y="358"/>
                    <a:pt x="280" y="358"/>
                  </a:cubicBezTo>
                  <a:cubicBezTo>
                    <a:pt x="281" y="358"/>
                    <a:pt x="282" y="359"/>
                    <a:pt x="283" y="359"/>
                  </a:cubicBezTo>
                  <a:cubicBezTo>
                    <a:pt x="285" y="359"/>
                    <a:pt x="285" y="359"/>
                    <a:pt x="285" y="359"/>
                  </a:cubicBezTo>
                  <a:cubicBezTo>
                    <a:pt x="287" y="360"/>
                    <a:pt x="287" y="360"/>
                    <a:pt x="287" y="360"/>
                  </a:cubicBezTo>
                  <a:cubicBezTo>
                    <a:pt x="292" y="360"/>
                    <a:pt x="297" y="361"/>
                    <a:pt x="302" y="361"/>
                  </a:cubicBezTo>
                  <a:cubicBezTo>
                    <a:pt x="308" y="361"/>
                    <a:pt x="313" y="360"/>
                    <a:pt x="318" y="359"/>
                  </a:cubicBezTo>
                  <a:cubicBezTo>
                    <a:pt x="321" y="359"/>
                    <a:pt x="324" y="358"/>
                    <a:pt x="327" y="357"/>
                  </a:cubicBezTo>
                  <a:cubicBezTo>
                    <a:pt x="327" y="357"/>
                    <a:pt x="328" y="356"/>
                    <a:pt x="329" y="356"/>
                  </a:cubicBezTo>
                  <a:cubicBezTo>
                    <a:pt x="330" y="355"/>
                    <a:pt x="331" y="355"/>
                    <a:pt x="332" y="355"/>
                  </a:cubicBezTo>
                  <a:cubicBezTo>
                    <a:pt x="338" y="352"/>
                    <a:pt x="338" y="352"/>
                    <a:pt x="338" y="352"/>
                  </a:cubicBezTo>
                  <a:cubicBezTo>
                    <a:pt x="338" y="347"/>
                    <a:pt x="338" y="347"/>
                    <a:pt x="338" y="347"/>
                  </a:cubicBezTo>
                  <a:cubicBezTo>
                    <a:pt x="337" y="344"/>
                    <a:pt x="337" y="344"/>
                    <a:pt x="337" y="344"/>
                  </a:cubicBezTo>
                  <a:cubicBezTo>
                    <a:pt x="337" y="343"/>
                    <a:pt x="337" y="343"/>
                    <a:pt x="337" y="343"/>
                  </a:cubicBezTo>
                  <a:cubicBezTo>
                    <a:pt x="337" y="342"/>
                    <a:pt x="337" y="342"/>
                    <a:pt x="337" y="342"/>
                  </a:cubicBezTo>
                  <a:cubicBezTo>
                    <a:pt x="336" y="340"/>
                    <a:pt x="336" y="340"/>
                    <a:pt x="336" y="340"/>
                  </a:cubicBezTo>
                  <a:cubicBezTo>
                    <a:pt x="336" y="339"/>
                    <a:pt x="336" y="339"/>
                    <a:pt x="336" y="339"/>
                  </a:cubicBezTo>
                  <a:cubicBezTo>
                    <a:pt x="336" y="336"/>
                    <a:pt x="336" y="336"/>
                    <a:pt x="336" y="336"/>
                  </a:cubicBezTo>
                  <a:cubicBezTo>
                    <a:pt x="336" y="333"/>
                    <a:pt x="335" y="330"/>
                    <a:pt x="335" y="327"/>
                  </a:cubicBezTo>
                  <a:cubicBezTo>
                    <a:pt x="336" y="321"/>
                    <a:pt x="337" y="315"/>
                    <a:pt x="340" y="310"/>
                  </a:cubicBezTo>
                  <a:cubicBezTo>
                    <a:pt x="342" y="307"/>
                    <a:pt x="343" y="305"/>
                    <a:pt x="345" y="303"/>
                  </a:cubicBezTo>
                  <a:cubicBezTo>
                    <a:pt x="347" y="302"/>
                    <a:pt x="348" y="301"/>
                    <a:pt x="349" y="300"/>
                  </a:cubicBezTo>
                  <a:cubicBezTo>
                    <a:pt x="350" y="299"/>
                    <a:pt x="351" y="299"/>
                    <a:pt x="352" y="298"/>
                  </a:cubicBezTo>
                  <a:cubicBezTo>
                    <a:pt x="357" y="296"/>
                    <a:pt x="363" y="295"/>
                    <a:pt x="367" y="297"/>
                  </a:cubicBezTo>
                  <a:cubicBezTo>
                    <a:pt x="368" y="297"/>
                    <a:pt x="369" y="298"/>
                    <a:pt x="370" y="299"/>
                  </a:cubicBezTo>
                  <a:cubicBezTo>
                    <a:pt x="370" y="299"/>
                    <a:pt x="371" y="299"/>
                    <a:pt x="371" y="300"/>
                  </a:cubicBezTo>
                  <a:cubicBezTo>
                    <a:pt x="372" y="300"/>
                    <a:pt x="372" y="301"/>
                    <a:pt x="373" y="301"/>
                  </a:cubicBezTo>
                  <a:cubicBezTo>
                    <a:pt x="374" y="304"/>
                    <a:pt x="376" y="306"/>
                    <a:pt x="377" y="308"/>
                  </a:cubicBezTo>
                  <a:cubicBezTo>
                    <a:pt x="378" y="311"/>
                    <a:pt x="378" y="313"/>
                    <a:pt x="378" y="316"/>
                  </a:cubicBezTo>
                  <a:cubicBezTo>
                    <a:pt x="378" y="319"/>
                    <a:pt x="377" y="322"/>
                    <a:pt x="376" y="324"/>
                  </a:cubicBezTo>
                  <a:cubicBezTo>
                    <a:pt x="374" y="330"/>
                    <a:pt x="371" y="335"/>
                    <a:pt x="366" y="339"/>
                  </a:cubicBezTo>
                  <a:cubicBezTo>
                    <a:pt x="364" y="342"/>
                    <a:pt x="362" y="344"/>
                    <a:pt x="359" y="346"/>
                  </a:cubicBezTo>
                  <a:cubicBezTo>
                    <a:pt x="359" y="346"/>
                    <a:pt x="358" y="347"/>
                    <a:pt x="357" y="347"/>
                  </a:cubicBezTo>
                  <a:cubicBezTo>
                    <a:pt x="356" y="348"/>
                    <a:pt x="356" y="348"/>
                    <a:pt x="356" y="348"/>
                  </a:cubicBezTo>
                  <a:cubicBezTo>
                    <a:pt x="355" y="349"/>
                    <a:pt x="355" y="349"/>
                    <a:pt x="355" y="349"/>
                  </a:cubicBezTo>
                  <a:cubicBezTo>
                    <a:pt x="352" y="351"/>
                    <a:pt x="349" y="353"/>
                    <a:pt x="346" y="355"/>
                  </a:cubicBezTo>
                  <a:cubicBezTo>
                    <a:pt x="347" y="357"/>
                    <a:pt x="348" y="359"/>
                    <a:pt x="349" y="361"/>
                  </a:cubicBezTo>
                  <a:cubicBezTo>
                    <a:pt x="349" y="362"/>
                    <a:pt x="350" y="363"/>
                    <a:pt x="350" y="364"/>
                  </a:cubicBezTo>
                  <a:cubicBezTo>
                    <a:pt x="351" y="366"/>
                    <a:pt x="351" y="366"/>
                    <a:pt x="351" y="366"/>
                  </a:cubicBezTo>
                  <a:cubicBezTo>
                    <a:pt x="351" y="367"/>
                    <a:pt x="351" y="367"/>
                    <a:pt x="351" y="367"/>
                  </a:cubicBezTo>
                  <a:cubicBezTo>
                    <a:pt x="352" y="369"/>
                    <a:pt x="353" y="372"/>
                    <a:pt x="354" y="374"/>
                  </a:cubicBezTo>
                  <a:cubicBezTo>
                    <a:pt x="357" y="378"/>
                    <a:pt x="360" y="383"/>
                    <a:pt x="363" y="387"/>
                  </a:cubicBezTo>
                  <a:cubicBezTo>
                    <a:pt x="366" y="392"/>
                    <a:pt x="370" y="396"/>
                    <a:pt x="374" y="399"/>
                  </a:cubicBezTo>
                  <a:cubicBezTo>
                    <a:pt x="375" y="400"/>
                    <a:pt x="377" y="401"/>
                    <a:pt x="378" y="401"/>
                  </a:cubicBezTo>
                  <a:cubicBezTo>
                    <a:pt x="378" y="402"/>
                    <a:pt x="379" y="402"/>
                    <a:pt x="379" y="403"/>
                  </a:cubicBezTo>
                  <a:cubicBezTo>
                    <a:pt x="380" y="403"/>
                    <a:pt x="380" y="403"/>
                    <a:pt x="380" y="403"/>
                  </a:cubicBezTo>
                  <a:cubicBezTo>
                    <a:pt x="381" y="403"/>
                    <a:pt x="381" y="403"/>
                    <a:pt x="381" y="403"/>
                  </a:cubicBezTo>
                  <a:cubicBezTo>
                    <a:pt x="382" y="404"/>
                    <a:pt x="382" y="404"/>
                    <a:pt x="382" y="404"/>
                  </a:cubicBezTo>
                  <a:cubicBezTo>
                    <a:pt x="384" y="405"/>
                    <a:pt x="386" y="406"/>
                    <a:pt x="388" y="407"/>
                  </a:cubicBezTo>
                  <a:cubicBezTo>
                    <a:pt x="390" y="408"/>
                    <a:pt x="392" y="409"/>
                    <a:pt x="394" y="410"/>
                  </a:cubicBezTo>
                  <a:cubicBezTo>
                    <a:pt x="402" y="394"/>
                    <a:pt x="402" y="394"/>
                    <a:pt x="402" y="394"/>
                  </a:cubicBezTo>
                  <a:cubicBezTo>
                    <a:pt x="407" y="384"/>
                    <a:pt x="407" y="384"/>
                    <a:pt x="407" y="384"/>
                  </a:cubicBezTo>
                  <a:cubicBezTo>
                    <a:pt x="409" y="379"/>
                    <a:pt x="409" y="379"/>
                    <a:pt x="409" y="379"/>
                  </a:cubicBezTo>
                  <a:cubicBezTo>
                    <a:pt x="410" y="378"/>
                    <a:pt x="410" y="378"/>
                    <a:pt x="410" y="378"/>
                  </a:cubicBezTo>
                  <a:cubicBezTo>
                    <a:pt x="410" y="377"/>
                    <a:pt x="410" y="377"/>
                    <a:pt x="410" y="377"/>
                  </a:cubicBezTo>
                  <a:cubicBezTo>
                    <a:pt x="411" y="377"/>
                    <a:pt x="411" y="376"/>
                    <a:pt x="412" y="375"/>
                  </a:cubicBezTo>
                  <a:cubicBezTo>
                    <a:pt x="414" y="373"/>
                    <a:pt x="416" y="370"/>
                    <a:pt x="418" y="368"/>
                  </a:cubicBezTo>
                  <a:cubicBezTo>
                    <a:pt x="420" y="366"/>
                    <a:pt x="423" y="364"/>
                    <a:pt x="425" y="363"/>
                  </a:cubicBezTo>
                  <a:cubicBezTo>
                    <a:pt x="426" y="362"/>
                    <a:pt x="428" y="362"/>
                    <a:pt x="429" y="362"/>
                  </a:cubicBezTo>
                  <a:cubicBezTo>
                    <a:pt x="429" y="362"/>
                    <a:pt x="430" y="362"/>
                    <a:pt x="430" y="362"/>
                  </a:cubicBezTo>
                  <a:cubicBezTo>
                    <a:pt x="431" y="362"/>
                    <a:pt x="431" y="362"/>
                    <a:pt x="432" y="362"/>
                  </a:cubicBezTo>
                  <a:cubicBezTo>
                    <a:pt x="436" y="363"/>
                    <a:pt x="441" y="367"/>
                    <a:pt x="443" y="372"/>
                  </a:cubicBezTo>
                  <a:cubicBezTo>
                    <a:pt x="445" y="377"/>
                    <a:pt x="446" y="384"/>
                    <a:pt x="445" y="390"/>
                  </a:cubicBezTo>
                  <a:cubicBezTo>
                    <a:pt x="445" y="393"/>
                    <a:pt x="444" y="396"/>
                    <a:pt x="442" y="399"/>
                  </a:cubicBezTo>
                  <a:cubicBezTo>
                    <a:pt x="441" y="402"/>
                    <a:pt x="440" y="404"/>
                    <a:pt x="438" y="406"/>
                  </a:cubicBezTo>
                  <a:cubicBezTo>
                    <a:pt x="434" y="411"/>
                    <a:pt x="428" y="414"/>
                    <a:pt x="422" y="416"/>
                  </a:cubicBezTo>
                  <a:cubicBezTo>
                    <a:pt x="419" y="417"/>
                    <a:pt x="416" y="417"/>
                    <a:pt x="413" y="417"/>
                  </a:cubicBezTo>
                  <a:cubicBezTo>
                    <a:pt x="411" y="418"/>
                    <a:pt x="410" y="418"/>
                    <a:pt x="408" y="418"/>
                  </a:cubicBezTo>
                  <a:cubicBezTo>
                    <a:pt x="407" y="418"/>
                    <a:pt x="407" y="418"/>
                    <a:pt x="407" y="418"/>
                  </a:cubicBezTo>
                  <a:cubicBezTo>
                    <a:pt x="407" y="418"/>
                    <a:pt x="406" y="418"/>
                    <a:pt x="406" y="418"/>
                  </a:cubicBezTo>
                  <a:cubicBezTo>
                    <a:pt x="405" y="417"/>
                    <a:pt x="404" y="417"/>
                    <a:pt x="403" y="417"/>
                  </a:cubicBezTo>
                  <a:cubicBezTo>
                    <a:pt x="398" y="417"/>
                    <a:pt x="398" y="417"/>
                    <a:pt x="398" y="417"/>
                  </a:cubicBezTo>
                  <a:cubicBezTo>
                    <a:pt x="394" y="426"/>
                    <a:pt x="394" y="426"/>
                    <a:pt x="394" y="426"/>
                  </a:cubicBezTo>
                  <a:cubicBezTo>
                    <a:pt x="392" y="432"/>
                    <a:pt x="392" y="432"/>
                    <a:pt x="392" y="432"/>
                  </a:cubicBezTo>
                  <a:cubicBezTo>
                    <a:pt x="387" y="442"/>
                    <a:pt x="387" y="442"/>
                    <a:pt x="387" y="442"/>
                  </a:cubicBezTo>
                  <a:cubicBezTo>
                    <a:pt x="384" y="449"/>
                    <a:pt x="381" y="456"/>
                    <a:pt x="378" y="463"/>
                  </a:cubicBezTo>
                  <a:cubicBezTo>
                    <a:pt x="372" y="477"/>
                    <a:pt x="367" y="492"/>
                    <a:pt x="362" y="506"/>
                  </a:cubicBezTo>
                  <a:cubicBezTo>
                    <a:pt x="351" y="535"/>
                    <a:pt x="342" y="564"/>
                    <a:pt x="333" y="593"/>
                  </a:cubicBezTo>
                  <a:cubicBezTo>
                    <a:pt x="330" y="604"/>
                    <a:pt x="330" y="604"/>
                    <a:pt x="330" y="604"/>
                  </a:cubicBezTo>
                  <a:cubicBezTo>
                    <a:pt x="327" y="613"/>
                    <a:pt x="327" y="613"/>
                    <a:pt x="327" y="613"/>
                  </a:cubicBezTo>
                  <a:cubicBezTo>
                    <a:pt x="326" y="619"/>
                    <a:pt x="326" y="619"/>
                    <a:pt x="326" y="619"/>
                  </a:cubicBezTo>
                  <a:cubicBezTo>
                    <a:pt x="325" y="621"/>
                    <a:pt x="325" y="621"/>
                    <a:pt x="325" y="621"/>
                  </a:cubicBezTo>
                  <a:cubicBezTo>
                    <a:pt x="325" y="622"/>
                    <a:pt x="325" y="622"/>
                    <a:pt x="325" y="622"/>
                  </a:cubicBezTo>
                  <a:lnTo>
                    <a:pt x="318" y="6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grpSp>
      <p:sp>
        <p:nvSpPr>
          <p:cNvPr id="112" name="Google Shape;112;p10"/>
          <p:cNvSpPr/>
          <p:nvPr/>
        </p:nvSpPr>
        <p:spPr>
          <a:xfrm>
            <a:off x="5575010" y="2863909"/>
            <a:ext cx="2439300" cy="3951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800"/>
              <a:buFont typeface="Arial"/>
              <a:buNone/>
            </a:pPr>
            <a:r>
              <a:rPr b="1" lang="zh-CN" sz="2500">
                <a:latin typeface="Microsoft Yahei"/>
                <a:ea typeface="Microsoft Yahei"/>
                <a:cs typeface="Microsoft Yahei"/>
                <a:sym typeface="Microsoft Yahei"/>
              </a:rPr>
              <a:t>妮妮姊姊</a:t>
            </a:r>
            <a:r>
              <a:rPr b="1" lang="zh-CN" sz="2200">
                <a:latin typeface="Microsoft Yahei"/>
                <a:ea typeface="Microsoft Yahei"/>
                <a:cs typeface="Microsoft Yahei"/>
                <a:sym typeface="Microsoft Yahei"/>
              </a:rPr>
              <a:t>：</a:t>
            </a:r>
            <a:endParaRPr sz="1800">
              <a:latin typeface="Microsoft Yahei"/>
              <a:ea typeface="Microsoft Yahei"/>
              <a:cs typeface="Microsoft Yahei"/>
              <a:sym typeface="Microsoft Yahei"/>
            </a:endParaRPr>
          </a:p>
        </p:txBody>
      </p:sp>
      <p:sp>
        <p:nvSpPr>
          <p:cNvPr id="113" name="Google Shape;113;p10"/>
          <p:cNvSpPr txBox="1"/>
          <p:nvPr/>
        </p:nvSpPr>
        <p:spPr>
          <a:xfrm>
            <a:off x="6820048" y="3303700"/>
            <a:ext cx="1500900" cy="35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zh-CN" sz="2300">
                <a:solidFill>
                  <a:srgbClr val="434343"/>
                </a:solidFill>
                <a:latin typeface="Microsoft Yahei"/>
                <a:ea typeface="Microsoft Yahei"/>
                <a:cs typeface="Microsoft Yahei"/>
                <a:sym typeface="Microsoft Yahei"/>
              </a:rPr>
              <a:t>動感光波</a:t>
            </a:r>
            <a:endParaRPr sz="1900">
              <a:solidFill>
                <a:srgbClr val="7F7F7F"/>
              </a:solidFill>
              <a:latin typeface="Microsoft Yahei"/>
              <a:ea typeface="Microsoft Yahei"/>
              <a:cs typeface="Microsoft Yahei"/>
              <a:sym typeface="Microsoft Yahei"/>
            </a:endParaRPr>
          </a:p>
        </p:txBody>
      </p:sp>
      <p:sp>
        <p:nvSpPr>
          <p:cNvPr id="114" name="Google Shape;114;p10"/>
          <p:cNvSpPr/>
          <p:nvPr/>
        </p:nvSpPr>
        <p:spPr>
          <a:xfrm>
            <a:off x="6148485" y="3807359"/>
            <a:ext cx="2439300" cy="3951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1800"/>
              <a:buFont typeface="Arial"/>
              <a:buNone/>
            </a:pPr>
            <a:r>
              <a:rPr b="1" lang="zh-CN" sz="2500">
                <a:latin typeface="Microsoft Yahei"/>
                <a:ea typeface="Microsoft Yahei"/>
                <a:cs typeface="Microsoft Yahei"/>
                <a:sym typeface="Microsoft Yahei"/>
              </a:rPr>
              <a:t>大家</a:t>
            </a:r>
            <a:r>
              <a:rPr b="1" lang="zh-CN" sz="2500">
                <a:solidFill>
                  <a:schemeClr val="dk1"/>
                </a:solidFill>
                <a:latin typeface="Microsoft Yahei"/>
                <a:ea typeface="Microsoft Yahei"/>
                <a:cs typeface="Microsoft Yahei"/>
                <a:sym typeface="Microsoft Yahei"/>
              </a:rPr>
              <a:t>：</a:t>
            </a:r>
            <a:endParaRPr sz="2100"/>
          </a:p>
        </p:txBody>
      </p:sp>
      <p:sp>
        <p:nvSpPr>
          <p:cNvPr id="115" name="Google Shape;115;p10"/>
          <p:cNvSpPr txBox="1"/>
          <p:nvPr/>
        </p:nvSpPr>
        <p:spPr>
          <a:xfrm>
            <a:off x="6941846" y="4266150"/>
            <a:ext cx="1987500" cy="35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zh-CN" sz="2300">
                <a:solidFill>
                  <a:srgbClr val="434343"/>
                </a:solidFill>
                <a:latin typeface="Microsoft Yahei"/>
                <a:ea typeface="Microsoft Yahei"/>
                <a:cs typeface="Microsoft Yahei"/>
                <a:sym typeface="Microsoft Yahei"/>
              </a:rPr>
              <a:t>Biu Biu Biu</a:t>
            </a:r>
            <a:endParaRPr sz="1900">
              <a:solidFill>
                <a:srgbClr val="434343"/>
              </a:solidFill>
              <a:latin typeface="Microsoft Yahei"/>
              <a:ea typeface="Microsoft Yahei"/>
              <a:cs typeface="Microsoft Yahei"/>
              <a:sym typeface="Microsoft Yahei"/>
            </a:endParaRPr>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1"/>
          <p:cNvPicPr preferRelativeResize="0"/>
          <p:nvPr/>
        </p:nvPicPr>
        <p:blipFill rotWithShape="1">
          <a:blip r:embed="rId3">
            <a:alphaModFix/>
          </a:blip>
          <a:srcRect b="0" l="0" r="0" t="0"/>
          <a:stretch/>
        </p:blipFill>
        <p:spPr>
          <a:xfrm>
            <a:off x="5021600" y="333366"/>
            <a:ext cx="2749301" cy="2106172"/>
          </a:xfrm>
          <a:prstGeom prst="rect">
            <a:avLst/>
          </a:prstGeom>
          <a:noFill/>
          <a:ln>
            <a:noFill/>
          </a:ln>
        </p:spPr>
      </p:pic>
      <p:sp>
        <p:nvSpPr>
          <p:cNvPr id="121" name="Google Shape;121;p11"/>
          <p:cNvSpPr/>
          <p:nvPr/>
        </p:nvSpPr>
        <p:spPr>
          <a:xfrm>
            <a:off x="2876030" y="2682886"/>
            <a:ext cx="793169" cy="527972"/>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Microsoft Yahei"/>
                <a:ea typeface="Microsoft Yahei"/>
                <a:cs typeface="Microsoft Yahei"/>
                <a:sym typeface="Microsoft Yahei"/>
              </a:rPr>
              <a:t>01</a:t>
            </a:r>
            <a:endParaRPr sz="3600">
              <a:solidFill>
                <a:schemeClr val="dk1"/>
              </a:solidFill>
              <a:latin typeface="Microsoft Yahei"/>
              <a:ea typeface="Microsoft Yahei"/>
              <a:cs typeface="Microsoft Yahei"/>
              <a:sym typeface="Microsoft Yahei"/>
            </a:endParaRPr>
          </a:p>
        </p:txBody>
      </p:sp>
      <p:sp>
        <p:nvSpPr>
          <p:cNvPr id="122" name="Google Shape;122;p11"/>
          <p:cNvSpPr txBox="1"/>
          <p:nvPr/>
        </p:nvSpPr>
        <p:spPr>
          <a:xfrm>
            <a:off x="3848021" y="2592867"/>
            <a:ext cx="2444400" cy="708000"/>
          </a:xfrm>
          <a:prstGeom prst="rect">
            <a:avLst/>
          </a:prstGeom>
          <a:noFill/>
          <a:ln>
            <a:noFill/>
          </a:ln>
          <a:effectLst>
            <a:outerShdw blurRad="42863" rotWithShape="0" algn="bl" dir="2100000" dist="28575">
              <a:srgbClr val="00000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zh-CN" sz="4000">
                <a:solidFill>
                  <a:srgbClr val="FFC000"/>
                </a:solidFill>
                <a:latin typeface="Yusei Magic"/>
                <a:ea typeface="Yusei Magic"/>
                <a:cs typeface="Yusei Magic"/>
                <a:sym typeface="Yusei Magic"/>
              </a:rPr>
              <a:t>主題思考</a:t>
            </a:r>
            <a:endParaRPr sz="4000">
              <a:solidFill>
                <a:srgbClr val="FFC000"/>
              </a:solidFill>
              <a:latin typeface="Yusei Magic"/>
              <a:ea typeface="Yusei Magic"/>
              <a:cs typeface="Yusei Magic"/>
              <a:sym typeface="Yusei Magic"/>
            </a:endParaRPr>
          </a:p>
        </p:txBody>
      </p:sp>
      <p:sp>
        <p:nvSpPr>
          <p:cNvPr id="123" name="Google Shape;123;p11"/>
          <p:cNvSpPr/>
          <p:nvPr/>
        </p:nvSpPr>
        <p:spPr>
          <a:xfrm>
            <a:off x="2876030" y="3737100"/>
            <a:ext cx="793169" cy="527972"/>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Microsoft Yahei"/>
                <a:ea typeface="Microsoft Yahei"/>
                <a:cs typeface="Microsoft Yahei"/>
                <a:sym typeface="Microsoft Yahei"/>
              </a:rPr>
              <a:t>02</a:t>
            </a:r>
            <a:endParaRPr sz="3600">
              <a:solidFill>
                <a:schemeClr val="dk1"/>
              </a:solidFill>
              <a:latin typeface="Microsoft Yahei"/>
              <a:ea typeface="Microsoft Yahei"/>
              <a:cs typeface="Microsoft Yahei"/>
              <a:sym typeface="Microsoft Yahei"/>
            </a:endParaRPr>
          </a:p>
        </p:txBody>
      </p:sp>
      <p:sp>
        <p:nvSpPr>
          <p:cNvPr id="124" name="Google Shape;124;p11"/>
          <p:cNvSpPr txBox="1"/>
          <p:nvPr/>
        </p:nvSpPr>
        <p:spPr>
          <a:xfrm>
            <a:off x="3832951" y="3647088"/>
            <a:ext cx="3057600" cy="708000"/>
          </a:xfrm>
          <a:prstGeom prst="rect">
            <a:avLst/>
          </a:prstGeom>
          <a:noFill/>
          <a:ln>
            <a:noFill/>
          </a:ln>
          <a:effectLst>
            <a:outerShdw blurRad="42863" rotWithShape="0" algn="bl" dir="2100000" dist="28575">
              <a:srgbClr val="00000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zh-CN" sz="4000">
                <a:solidFill>
                  <a:srgbClr val="FFC000"/>
                </a:solidFill>
                <a:latin typeface="Yusei Magic"/>
                <a:ea typeface="Yusei Magic"/>
                <a:cs typeface="Yusei Magic"/>
                <a:sym typeface="Yusei Magic"/>
              </a:rPr>
              <a:t>繪製草稿圖</a:t>
            </a:r>
            <a:endParaRPr sz="4000">
              <a:solidFill>
                <a:srgbClr val="FFC000"/>
              </a:solidFill>
              <a:latin typeface="Yusei Magic"/>
              <a:ea typeface="Yusei Magic"/>
              <a:cs typeface="Yusei Magic"/>
              <a:sym typeface="Yusei Magic"/>
            </a:endParaRPr>
          </a:p>
        </p:txBody>
      </p:sp>
      <p:sp>
        <p:nvSpPr>
          <p:cNvPr id="125" name="Google Shape;125;p11"/>
          <p:cNvSpPr/>
          <p:nvPr/>
        </p:nvSpPr>
        <p:spPr>
          <a:xfrm>
            <a:off x="7054330" y="2682886"/>
            <a:ext cx="793169" cy="527972"/>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Microsoft Yahei"/>
                <a:ea typeface="Microsoft Yahei"/>
                <a:cs typeface="Microsoft Yahei"/>
                <a:sym typeface="Microsoft Yahei"/>
              </a:rPr>
              <a:t>03</a:t>
            </a:r>
            <a:endParaRPr sz="3600">
              <a:solidFill>
                <a:schemeClr val="dk1"/>
              </a:solidFill>
              <a:latin typeface="Microsoft Yahei"/>
              <a:ea typeface="Microsoft Yahei"/>
              <a:cs typeface="Microsoft Yahei"/>
              <a:sym typeface="Microsoft Yahei"/>
            </a:endParaRPr>
          </a:p>
        </p:txBody>
      </p:sp>
      <p:sp>
        <p:nvSpPr>
          <p:cNvPr id="126" name="Google Shape;126;p11"/>
          <p:cNvSpPr txBox="1"/>
          <p:nvPr/>
        </p:nvSpPr>
        <p:spPr>
          <a:xfrm>
            <a:off x="8016596" y="2669129"/>
            <a:ext cx="2444400" cy="708000"/>
          </a:xfrm>
          <a:prstGeom prst="rect">
            <a:avLst/>
          </a:prstGeom>
          <a:noFill/>
          <a:ln>
            <a:noFill/>
          </a:ln>
          <a:effectLst>
            <a:outerShdw blurRad="42863" rotWithShape="0" algn="bl" dir="2100000" dist="28575">
              <a:srgbClr val="00000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zh-CN" sz="4000">
                <a:solidFill>
                  <a:srgbClr val="FFC000"/>
                </a:solidFill>
                <a:latin typeface="Yusei Magic"/>
                <a:ea typeface="Yusei Magic"/>
                <a:cs typeface="Yusei Magic"/>
                <a:sym typeface="Yusei Magic"/>
              </a:rPr>
              <a:t>作品美化</a:t>
            </a:r>
            <a:endParaRPr sz="4000">
              <a:solidFill>
                <a:srgbClr val="FFC000"/>
              </a:solidFill>
              <a:latin typeface="Yusei Magic"/>
              <a:ea typeface="Yusei Magic"/>
              <a:cs typeface="Yusei Magic"/>
              <a:sym typeface="Yusei Magic"/>
            </a:endParaRPr>
          </a:p>
        </p:txBody>
      </p:sp>
      <p:sp>
        <p:nvSpPr>
          <p:cNvPr id="127" name="Google Shape;127;p11"/>
          <p:cNvSpPr/>
          <p:nvPr/>
        </p:nvSpPr>
        <p:spPr>
          <a:xfrm>
            <a:off x="7054330" y="3737100"/>
            <a:ext cx="793169" cy="527972"/>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Microsoft Yahei"/>
                <a:ea typeface="Microsoft Yahei"/>
                <a:cs typeface="Microsoft Yahei"/>
                <a:sym typeface="Microsoft Yahei"/>
              </a:rPr>
              <a:t>04</a:t>
            </a:r>
            <a:endParaRPr sz="3600">
              <a:solidFill>
                <a:schemeClr val="dk1"/>
              </a:solidFill>
              <a:latin typeface="Microsoft Yahei"/>
              <a:ea typeface="Microsoft Yahei"/>
              <a:cs typeface="Microsoft Yahei"/>
              <a:sym typeface="Microsoft Yahei"/>
            </a:endParaRPr>
          </a:p>
        </p:txBody>
      </p:sp>
      <p:sp>
        <p:nvSpPr>
          <p:cNvPr id="128" name="Google Shape;128;p11"/>
          <p:cNvSpPr txBox="1"/>
          <p:nvPr/>
        </p:nvSpPr>
        <p:spPr>
          <a:xfrm>
            <a:off x="8016596" y="3647143"/>
            <a:ext cx="2444518" cy="707886"/>
          </a:xfrm>
          <a:prstGeom prst="rect">
            <a:avLst/>
          </a:prstGeom>
          <a:noFill/>
          <a:ln>
            <a:noFill/>
          </a:ln>
          <a:effectLst>
            <a:outerShdw blurRad="42863" rotWithShape="0" algn="bl" dir="2100000" dist="28575">
              <a:srgbClr val="000000"/>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zh-CN" sz="4000">
                <a:solidFill>
                  <a:srgbClr val="FFC000"/>
                </a:solidFill>
                <a:latin typeface="Yusei Magic"/>
                <a:ea typeface="Yusei Magic"/>
                <a:cs typeface="Yusei Magic"/>
                <a:sym typeface="Yusei Magic"/>
              </a:rPr>
              <a:t>展示分享</a:t>
            </a:r>
            <a:endParaRPr sz="4000">
              <a:solidFill>
                <a:srgbClr val="FFC000"/>
              </a:solidFill>
              <a:latin typeface="Yusei Magic"/>
              <a:ea typeface="Yusei Magic"/>
              <a:cs typeface="Yusei Magic"/>
              <a:sym typeface="Yusei Magic"/>
            </a:endParaRPr>
          </a:p>
        </p:txBody>
      </p:sp>
      <p:sp>
        <p:nvSpPr>
          <p:cNvPr id="129" name="Google Shape;129;p11"/>
          <p:cNvSpPr txBox="1"/>
          <p:nvPr/>
        </p:nvSpPr>
        <p:spPr>
          <a:xfrm>
            <a:off x="5008800" y="832612"/>
            <a:ext cx="2914500" cy="1015800"/>
          </a:xfrm>
          <a:prstGeom prst="rect">
            <a:avLst/>
          </a:prstGeom>
          <a:noFill/>
          <a:ln>
            <a:noFill/>
          </a:ln>
          <a:effectLst>
            <a:outerShdw blurRad="57150" rotWithShape="0" algn="bl" dir="300000" dist="38100">
              <a:srgbClr val="000000"/>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zh-CN" sz="6000">
                <a:solidFill>
                  <a:srgbClr val="FFC000"/>
                </a:solidFill>
                <a:latin typeface="Yusei Magic"/>
                <a:ea typeface="Yusei Magic"/>
                <a:cs typeface="Yusei Magic"/>
                <a:sym typeface="Yusei Magic"/>
              </a:rPr>
              <a:t>目錄</a:t>
            </a:r>
            <a:endParaRPr sz="6000">
              <a:solidFill>
                <a:srgbClr val="FFC000"/>
              </a:solidFill>
              <a:latin typeface="Yusei Magic"/>
              <a:ea typeface="Yusei Magic"/>
              <a:cs typeface="Yusei Magic"/>
              <a:sym typeface="Yusei Mag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2"/>
          <p:cNvSpPr/>
          <p:nvPr/>
        </p:nvSpPr>
        <p:spPr>
          <a:xfrm>
            <a:off x="5157805" y="1739081"/>
            <a:ext cx="1492520" cy="993775"/>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6600">
                <a:solidFill>
                  <a:schemeClr val="dk1"/>
                </a:solidFill>
                <a:latin typeface="Microsoft Yahei"/>
                <a:ea typeface="Microsoft Yahei"/>
                <a:cs typeface="Microsoft Yahei"/>
                <a:sym typeface="Microsoft Yahei"/>
              </a:rPr>
              <a:t>01</a:t>
            </a:r>
            <a:endParaRPr sz="6600">
              <a:solidFill>
                <a:schemeClr val="dk1"/>
              </a:solidFill>
              <a:latin typeface="Microsoft Yahei"/>
              <a:ea typeface="Microsoft Yahei"/>
              <a:cs typeface="Microsoft Yahei"/>
              <a:sym typeface="Microsoft Yahei"/>
            </a:endParaRPr>
          </a:p>
        </p:txBody>
      </p:sp>
      <p:sp>
        <p:nvSpPr>
          <p:cNvPr id="135" name="Google Shape;135;p12"/>
          <p:cNvSpPr txBox="1"/>
          <p:nvPr/>
        </p:nvSpPr>
        <p:spPr>
          <a:xfrm>
            <a:off x="2035134" y="3167243"/>
            <a:ext cx="7890300" cy="1862400"/>
          </a:xfrm>
          <a:prstGeom prst="rect">
            <a:avLst/>
          </a:prstGeom>
          <a:noFill/>
          <a:ln>
            <a:noFill/>
          </a:ln>
          <a:effectLst>
            <a:outerShdw blurRad="71438" rotWithShape="0" algn="bl" dir="7500000" dist="47625">
              <a:srgbClr val="434343"/>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zh-CN" sz="11500">
                <a:solidFill>
                  <a:srgbClr val="FFC000"/>
                </a:solidFill>
                <a:latin typeface="Yusei Magic"/>
                <a:ea typeface="Yusei Magic"/>
                <a:cs typeface="Yusei Magic"/>
                <a:sym typeface="Yusei Magic"/>
              </a:rPr>
              <a:t>主題思考</a:t>
            </a:r>
            <a:endParaRPr sz="11500">
              <a:solidFill>
                <a:srgbClr val="FFC000"/>
              </a:solidFill>
              <a:latin typeface="Yusei Magic"/>
              <a:ea typeface="Yusei Magic"/>
              <a:cs typeface="Yusei Magic"/>
              <a:sym typeface="Yusei Magic"/>
            </a:endParaRPr>
          </a:p>
        </p:txBody>
      </p:sp>
      <p:pic>
        <p:nvPicPr>
          <p:cNvPr id="136" name="Google Shape;136;p12"/>
          <p:cNvPicPr preferRelativeResize="0"/>
          <p:nvPr/>
        </p:nvPicPr>
        <p:blipFill rotWithShape="1">
          <a:blip r:embed="rId3">
            <a:alphaModFix/>
          </a:blip>
          <a:srcRect b="0" l="0" r="0" t="0"/>
          <a:stretch/>
        </p:blipFill>
        <p:spPr>
          <a:xfrm>
            <a:off x="819349" y="1455600"/>
            <a:ext cx="2900262" cy="1243277"/>
          </a:xfrm>
          <a:prstGeom prst="rect">
            <a:avLst/>
          </a:prstGeom>
          <a:noFill/>
          <a:ln>
            <a:noFill/>
          </a:ln>
        </p:spPr>
      </p:pic>
      <p:pic>
        <p:nvPicPr>
          <p:cNvPr id="137" name="Google Shape;137;p12"/>
          <p:cNvPicPr preferRelativeResize="0"/>
          <p:nvPr/>
        </p:nvPicPr>
        <p:blipFill rotWithShape="1">
          <a:blip r:embed="rId4">
            <a:alphaModFix/>
          </a:blip>
          <a:srcRect b="0" l="0" r="0" t="0"/>
          <a:stretch/>
        </p:blipFill>
        <p:spPr>
          <a:xfrm>
            <a:off x="7783078" y="560270"/>
            <a:ext cx="3351395" cy="3351395"/>
          </a:xfrm>
          <a:prstGeom prst="rect">
            <a:avLst/>
          </a:prstGeom>
          <a:noFill/>
          <a:ln>
            <a:noFill/>
          </a:ln>
        </p:spPr>
      </p:pic>
      <p:pic>
        <p:nvPicPr>
          <p:cNvPr id="138" name="Google Shape;138;p12"/>
          <p:cNvPicPr preferRelativeResize="0"/>
          <p:nvPr/>
        </p:nvPicPr>
        <p:blipFill rotWithShape="1">
          <a:blip r:embed="rId5">
            <a:alphaModFix/>
          </a:blip>
          <a:srcRect b="0" l="0" r="0" t="0"/>
          <a:stretch/>
        </p:blipFill>
        <p:spPr>
          <a:xfrm>
            <a:off x="5592936" y="1375698"/>
            <a:ext cx="834903" cy="615741"/>
          </a:xfrm>
          <a:prstGeom prst="rect">
            <a:avLst/>
          </a:prstGeom>
          <a:noFill/>
          <a:ln>
            <a:noFill/>
          </a:ln>
        </p:spPr>
      </p:pic>
      <p:pic>
        <p:nvPicPr>
          <p:cNvPr id="139" name="Google Shape;139;p12"/>
          <p:cNvPicPr preferRelativeResize="0"/>
          <p:nvPr/>
        </p:nvPicPr>
        <p:blipFill rotWithShape="1">
          <a:blip r:embed="rId6">
            <a:alphaModFix/>
          </a:blip>
          <a:srcRect b="0" l="0" r="0" t="0"/>
          <a:stretch/>
        </p:blipFill>
        <p:spPr>
          <a:xfrm>
            <a:off x="5000433" y="5275324"/>
            <a:ext cx="463845" cy="495467"/>
          </a:xfrm>
          <a:prstGeom prst="rect">
            <a:avLst/>
          </a:prstGeom>
          <a:noFill/>
          <a:ln>
            <a:noFill/>
          </a:ln>
        </p:spPr>
      </p:pic>
      <p:sp>
        <p:nvSpPr>
          <p:cNvPr id="140" name="Google Shape;140;p12"/>
          <p:cNvSpPr/>
          <p:nvPr/>
        </p:nvSpPr>
        <p:spPr>
          <a:xfrm>
            <a:off x="5592936" y="5353848"/>
            <a:ext cx="2646645"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2000">
                <a:solidFill>
                  <a:srgbClr val="666666"/>
                </a:solidFill>
                <a:latin typeface="Mochiy Pop One"/>
                <a:ea typeface="Mochiy Pop One"/>
                <a:cs typeface="Mochiy Pop One"/>
                <a:sym typeface="Mochiy Pop One"/>
              </a:rPr>
              <a:t>The part one</a:t>
            </a:r>
            <a:endParaRPr sz="2000">
              <a:solidFill>
                <a:srgbClr val="666666"/>
              </a:solidFill>
              <a:latin typeface="Mochiy Pop One"/>
              <a:ea typeface="Mochiy Pop One"/>
              <a:cs typeface="Mochiy Pop One"/>
              <a:sym typeface="Mochiy Pop One"/>
            </a:endParaRPr>
          </a:p>
        </p:txBody>
      </p:sp>
      <p:sp>
        <p:nvSpPr>
          <p:cNvPr id="141" name="Google Shape;141;p12"/>
          <p:cNvSpPr txBox="1"/>
          <p:nvPr/>
        </p:nvSpPr>
        <p:spPr>
          <a:xfrm>
            <a:off x="1606858" y="5450889"/>
            <a:ext cx="211275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1200">
                <a:solidFill>
                  <a:srgbClr val="FFFFFF"/>
                </a:solidFill>
                <a:latin typeface="Microsoft Yahei"/>
                <a:ea typeface="Microsoft Yahei"/>
                <a:cs typeface="Microsoft Yahei"/>
                <a:sym typeface="Microsoft Yahei"/>
              </a:rPr>
              <a:t>https://www.ypppt.com/</a:t>
            </a:r>
            <a:endParaRPr sz="1200">
              <a:solidFill>
                <a:srgbClr val="FFFFFF"/>
              </a:solidFill>
              <a:latin typeface="Microsoft Yahei"/>
              <a:ea typeface="Microsoft Yahei"/>
              <a:cs typeface="Microsoft Yahei"/>
              <a:sym typeface="Microsoft Yahe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descr="自製翻頁小動畫" id="146" name="Google Shape;146;p13" title="翻頁動畫 汪！">
            <a:hlinkClick r:id="rId3"/>
          </p:cNvPr>
          <p:cNvPicPr preferRelativeResize="0"/>
          <p:nvPr/>
        </p:nvPicPr>
        <p:blipFill>
          <a:blip r:embed="rId4">
            <a:alphaModFix/>
          </a:blip>
          <a:stretch>
            <a:fillRect/>
          </a:stretch>
        </p:blipFill>
        <p:spPr>
          <a:xfrm>
            <a:off x="2681092" y="2006100"/>
            <a:ext cx="6829808" cy="3841775"/>
          </a:xfrm>
          <a:prstGeom prst="rect">
            <a:avLst/>
          </a:prstGeom>
          <a:noFill/>
          <a:ln>
            <a:noFill/>
          </a:ln>
        </p:spPr>
      </p:pic>
      <p:sp>
        <p:nvSpPr>
          <p:cNvPr id="147" name="Google Shape;147;p13"/>
          <p:cNvSpPr/>
          <p:nvPr/>
        </p:nvSpPr>
        <p:spPr>
          <a:xfrm>
            <a:off x="4565112" y="1213382"/>
            <a:ext cx="3061777" cy="507015"/>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主題思考</a:t>
            </a:r>
            <a:endParaRPr sz="3600">
              <a:solidFill>
                <a:schemeClr val="dk1"/>
              </a:solidFill>
              <a:latin typeface="Yusei Magic"/>
              <a:ea typeface="Yusei Magic"/>
              <a:cs typeface="Yusei Magic"/>
              <a:sym typeface="Yusei Magic"/>
            </a:endParaRPr>
          </a:p>
        </p:txBody>
      </p:sp>
      <p:grpSp>
        <p:nvGrpSpPr>
          <p:cNvPr id="148" name="Google Shape;148;p13"/>
          <p:cNvGrpSpPr/>
          <p:nvPr/>
        </p:nvGrpSpPr>
        <p:grpSpPr>
          <a:xfrm flipH="1">
            <a:off x="1158818" y="4294835"/>
            <a:ext cx="1913866" cy="2430717"/>
            <a:chOff x="8139051" y="774306"/>
            <a:chExt cx="2648216" cy="3395330"/>
          </a:xfrm>
        </p:grpSpPr>
        <p:sp>
          <p:nvSpPr>
            <p:cNvPr id="149" name="Google Shape;149;p13"/>
            <p:cNvSpPr/>
            <p:nvPr/>
          </p:nvSpPr>
          <p:spPr>
            <a:xfrm>
              <a:off x="10125213" y="1433525"/>
              <a:ext cx="662054" cy="575576"/>
            </a:xfrm>
            <a:custGeom>
              <a:rect b="b" l="l" r="r" t="t"/>
              <a:pathLst>
                <a:path extrusionOk="0" h="298" w="343">
                  <a:moveTo>
                    <a:pt x="0" y="207"/>
                  </a:moveTo>
                  <a:cubicBezTo>
                    <a:pt x="141" y="298"/>
                    <a:pt x="343" y="138"/>
                    <a:pt x="167" y="28"/>
                  </a:cubicBezTo>
                  <a:cubicBezTo>
                    <a:pt x="122" y="0"/>
                    <a:pt x="66" y="11"/>
                    <a:pt x="23" y="3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0" name="Google Shape;150;p13"/>
            <p:cNvSpPr/>
            <p:nvPr/>
          </p:nvSpPr>
          <p:spPr>
            <a:xfrm>
              <a:off x="10096860" y="1420766"/>
              <a:ext cx="531628" cy="513198"/>
            </a:xfrm>
            <a:custGeom>
              <a:rect b="b" l="l" r="r" t="t"/>
              <a:pathLst>
                <a:path extrusionOk="0" h="266" w="276">
                  <a:moveTo>
                    <a:pt x="4" y="218"/>
                  </a:moveTo>
                  <a:cubicBezTo>
                    <a:pt x="80" y="266"/>
                    <a:pt x="211" y="253"/>
                    <a:pt x="254" y="164"/>
                  </a:cubicBezTo>
                  <a:cubicBezTo>
                    <a:pt x="276" y="119"/>
                    <a:pt x="248" y="73"/>
                    <a:pt x="212" y="45"/>
                  </a:cubicBezTo>
                  <a:cubicBezTo>
                    <a:pt x="157" y="0"/>
                    <a:pt x="86" y="9"/>
                    <a:pt x="29" y="45"/>
                  </a:cubicBezTo>
                  <a:cubicBezTo>
                    <a:pt x="19" y="52"/>
                    <a:pt x="43" y="50"/>
                    <a:pt x="47" y="47"/>
                  </a:cubicBezTo>
                  <a:cubicBezTo>
                    <a:pt x="76" y="28"/>
                    <a:pt x="109" y="19"/>
                    <a:pt x="143" y="27"/>
                  </a:cubicBezTo>
                  <a:cubicBezTo>
                    <a:pt x="169" y="33"/>
                    <a:pt x="192" y="52"/>
                    <a:pt x="210" y="71"/>
                  </a:cubicBezTo>
                  <a:cubicBezTo>
                    <a:pt x="235" y="96"/>
                    <a:pt x="246" y="131"/>
                    <a:pt x="232" y="165"/>
                  </a:cubicBezTo>
                  <a:cubicBezTo>
                    <a:pt x="201" y="246"/>
                    <a:pt x="90" y="250"/>
                    <a:pt x="26" y="210"/>
                  </a:cubicBezTo>
                  <a:cubicBezTo>
                    <a:pt x="20" y="206"/>
                    <a:pt x="0" y="215"/>
                    <a:pt x="4" y="2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1" name="Google Shape;151;p13"/>
            <p:cNvSpPr/>
            <p:nvPr/>
          </p:nvSpPr>
          <p:spPr>
            <a:xfrm>
              <a:off x="9694240" y="1334287"/>
              <a:ext cx="123338" cy="83643"/>
            </a:xfrm>
            <a:custGeom>
              <a:rect b="b" l="l" r="r" t="t"/>
              <a:pathLst>
                <a:path extrusionOk="0" h="44" w="64">
                  <a:moveTo>
                    <a:pt x="64" y="41"/>
                  </a:moveTo>
                  <a:cubicBezTo>
                    <a:pt x="64" y="41"/>
                    <a:pt x="64" y="40"/>
                    <a:pt x="64" y="39"/>
                  </a:cubicBezTo>
                  <a:cubicBezTo>
                    <a:pt x="64" y="38"/>
                    <a:pt x="64" y="38"/>
                    <a:pt x="64" y="37"/>
                  </a:cubicBezTo>
                  <a:cubicBezTo>
                    <a:pt x="63" y="36"/>
                    <a:pt x="63" y="36"/>
                    <a:pt x="63" y="36"/>
                  </a:cubicBezTo>
                  <a:cubicBezTo>
                    <a:pt x="62" y="35"/>
                    <a:pt x="62" y="35"/>
                    <a:pt x="61" y="34"/>
                  </a:cubicBezTo>
                  <a:cubicBezTo>
                    <a:pt x="58" y="32"/>
                    <a:pt x="54" y="29"/>
                    <a:pt x="48" y="26"/>
                  </a:cubicBezTo>
                  <a:cubicBezTo>
                    <a:pt x="32" y="15"/>
                    <a:pt x="6" y="1"/>
                    <a:pt x="6" y="1"/>
                  </a:cubicBezTo>
                  <a:cubicBezTo>
                    <a:pt x="4" y="0"/>
                    <a:pt x="2" y="0"/>
                    <a:pt x="1" y="2"/>
                  </a:cubicBezTo>
                  <a:cubicBezTo>
                    <a:pt x="0" y="4"/>
                    <a:pt x="0" y="7"/>
                    <a:pt x="2" y="8"/>
                  </a:cubicBezTo>
                  <a:cubicBezTo>
                    <a:pt x="2" y="8"/>
                    <a:pt x="6" y="10"/>
                    <a:pt x="11" y="13"/>
                  </a:cubicBezTo>
                  <a:cubicBezTo>
                    <a:pt x="19" y="17"/>
                    <a:pt x="31" y="24"/>
                    <a:pt x="40" y="30"/>
                  </a:cubicBezTo>
                  <a:cubicBezTo>
                    <a:pt x="45" y="33"/>
                    <a:pt x="50" y="36"/>
                    <a:pt x="53" y="38"/>
                  </a:cubicBezTo>
                  <a:cubicBezTo>
                    <a:pt x="54" y="39"/>
                    <a:pt x="56" y="40"/>
                    <a:pt x="56" y="41"/>
                  </a:cubicBezTo>
                  <a:cubicBezTo>
                    <a:pt x="57" y="41"/>
                    <a:pt x="57" y="41"/>
                    <a:pt x="57" y="41"/>
                  </a:cubicBezTo>
                  <a:cubicBezTo>
                    <a:pt x="58" y="40"/>
                    <a:pt x="58" y="40"/>
                    <a:pt x="58" y="40"/>
                  </a:cubicBezTo>
                  <a:cubicBezTo>
                    <a:pt x="57" y="41"/>
                    <a:pt x="57" y="41"/>
                    <a:pt x="57" y="41"/>
                  </a:cubicBezTo>
                  <a:cubicBezTo>
                    <a:pt x="57" y="41"/>
                    <a:pt x="57" y="41"/>
                    <a:pt x="57" y="41"/>
                  </a:cubicBezTo>
                  <a:cubicBezTo>
                    <a:pt x="58" y="40"/>
                    <a:pt x="58" y="40"/>
                    <a:pt x="58" y="40"/>
                  </a:cubicBezTo>
                  <a:cubicBezTo>
                    <a:pt x="57" y="41"/>
                    <a:pt x="57" y="41"/>
                    <a:pt x="57" y="41"/>
                  </a:cubicBezTo>
                  <a:cubicBezTo>
                    <a:pt x="60" y="39"/>
                    <a:pt x="60" y="39"/>
                    <a:pt x="60" y="39"/>
                  </a:cubicBezTo>
                  <a:cubicBezTo>
                    <a:pt x="56" y="39"/>
                    <a:pt x="56" y="39"/>
                    <a:pt x="56" y="39"/>
                  </a:cubicBezTo>
                  <a:cubicBezTo>
                    <a:pt x="56" y="40"/>
                    <a:pt x="57" y="41"/>
                    <a:pt x="57" y="41"/>
                  </a:cubicBezTo>
                  <a:cubicBezTo>
                    <a:pt x="60" y="39"/>
                    <a:pt x="60" y="39"/>
                    <a:pt x="60" y="39"/>
                  </a:cubicBezTo>
                  <a:cubicBezTo>
                    <a:pt x="56" y="39"/>
                    <a:pt x="56" y="39"/>
                    <a:pt x="56" y="39"/>
                  </a:cubicBezTo>
                  <a:cubicBezTo>
                    <a:pt x="60" y="39"/>
                    <a:pt x="60" y="39"/>
                    <a:pt x="60" y="39"/>
                  </a:cubicBezTo>
                  <a:cubicBezTo>
                    <a:pt x="57" y="37"/>
                    <a:pt x="57" y="37"/>
                    <a:pt x="57" y="37"/>
                  </a:cubicBezTo>
                  <a:cubicBezTo>
                    <a:pt x="56" y="38"/>
                    <a:pt x="56" y="39"/>
                    <a:pt x="56" y="39"/>
                  </a:cubicBezTo>
                  <a:cubicBezTo>
                    <a:pt x="60" y="39"/>
                    <a:pt x="60" y="39"/>
                    <a:pt x="60" y="39"/>
                  </a:cubicBezTo>
                  <a:cubicBezTo>
                    <a:pt x="57" y="37"/>
                    <a:pt x="57" y="37"/>
                    <a:pt x="57" y="37"/>
                  </a:cubicBezTo>
                  <a:cubicBezTo>
                    <a:pt x="56" y="39"/>
                    <a:pt x="56" y="41"/>
                    <a:pt x="58" y="43"/>
                  </a:cubicBezTo>
                  <a:cubicBezTo>
                    <a:pt x="60" y="44"/>
                    <a:pt x="62" y="43"/>
                    <a:pt x="64" y="4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2" name="Google Shape;152;p13"/>
            <p:cNvSpPr/>
            <p:nvPr/>
          </p:nvSpPr>
          <p:spPr>
            <a:xfrm>
              <a:off x="8486381" y="952933"/>
              <a:ext cx="1756499" cy="718761"/>
            </a:xfrm>
            <a:custGeom>
              <a:rect b="b" l="l" r="r" t="t"/>
              <a:pathLst>
                <a:path extrusionOk="0" h="372" w="911">
                  <a:moveTo>
                    <a:pt x="12" y="316"/>
                  </a:moveTo>
                  <a:cubicBezTo>
                    <a:pt x="6" y="312"/>
                    <a:pt x="6" y="312"/>
                    <a:pt x="6" y="312"/>
                  </a:cubicBezTo>
                  <a:cubicBezTo>
                    <a:pt x="4" y="316"/>
                    <a:pt x="4" y="316"/>
                    <a:pt x="4" y="316"/>
                  </a:cubicBezTo>
                  <a:cubicBezTo>
                    <a:pt x="4" y="320"/>
                    <a:pt x="4" y="320"/>
                    <a:pt x="4" y="320"/>
                  </a:cubicBezTo>
                  <a:cubicBezTo>
                    <a:pt x="26" y="321"/>
                    <a:pt x="26" y="321"/>
                    <a:pt x="26" y="321"/>
                  </a:cubicBezTo>
                  <a:cubicBezTo>
                    <a:pt x="28" y="321"/>
                    <a:pt x="30" y="320"/>
                    <a:pt x="30" y="318"/>
                  </a:cubicBezTo>
                  <a:cubicBezTo>
                    <a:pt x="31" y="317"/>
                    <a:pt x="30" y="315"/>
                    <a:pt x="29" y="314"/>
                  </a:cubicBezTo>
                  <a:cubicBezTo>
                    <a:pt x="12" y="303"/>
                    <a:pt x="12" y="303"/>
                    <a:pt x="12" y="303"/>
                  </a:cubicBezTo>
                  <a:cubicBezTo>
                    <a:pt x="10" y="307"/>
                    <a:pt x="10" y="307"/>
                    <a:pt x="10" y="307"/>
                  </a:cubicBezTo>
                  <a:cubicBezTo>
                    <a:pt x="9" y="310"/>
                    <a:pt x="9" y="310"/>
                    <a:pt x="9" y="310"/>
                  </a:cubicBezTo>
                  <a:cubicBezTo>
                    <a:pt x="9" y="310"/>
                    <a:pt x="18" y="313"/>
                    <a:pt x="28" y="316"/>
                  </a:cubicBezTo>
                  <a:cubicBezTo>
                    <a:pt x="32" y="317"/>
                    <a:pt x="37" y="318"/>
                    <a:pt x="41" y="319"/>
                  </a:cubicBezTo>
                  <a:cubicBezTo>
                    <a:pt x="43" y="320"/>
                    <a:pt x="45" y="320"/>
                    <a:pt x="46" y="321"/>
                  </a:cubicBezTo>
                  <a:cubicBezTo>
                    <a:pt x="47" y="321"/>
                    <a:pt x="47" y="321"/>
                    <a:pt x="48" y="321"/>
                  </a:cubicBezTo>
                  <a:cubicBezTo>
                    <a:pt x="49" y="321"/>
                    <a:pt x="49" y="321"/>
                    <a:pt x="49" y="321"/>
                  </a:cubicBezTo>
                  <a:cubicBezTo>
                    <a:pt x="49" y="321"/>
                    <a:pt x="49" y="321"/>
                    <a:pt x="49" y="321"/>
                  </a:cubicBezTo>
                  <a:cubicBezTo>
                    <a:pt x="50" y="321"/>
                    <a:pt x="50" y="321"/>
                    <a:pt x="50" y="321"/>
                  </a:cubicBezTo>
                  <a:cubicBezTo>
                    <a:pt x="51" y="321"/>
                    <a:pt x="51" y="321"/>
                    <a:pt x="51" y="321"/>
                  </a:cubicBezTo>
                  <a:cubicBezTo>
                    <a:pt x="52" y="321"/>
                    <a:pt x="52" y="320"/>
                    <a:pt x="53" y="319"/>
                  </a:cubicBezTo>
                  <a:cubicBezTo>
                    <a:pt x="53" y="319"/>
                    <a:pt x="53" y="319"/>
                    <a:pt x="53" y="319"/>
                  </a:cubicBezTo>
                  <a:cubicBezTo>
                    <a:pt x="53" y="319"/>
                    <a:pt x="54" y="318"/>
                    <a:pt x="54" y="317"/>
                  </a:cubicBezTo>
                  <a:cubicBezTo>
                    <a:pt x="54" y="316"/>
                    <a:pt x="53" y="316"/>
                    <a:pt x="53" y="316"/>
                  </a:cubicBezTo>
                  <a:cubicBezTo>
                    <a:pt x="53" y="315"/>
                    <a:pt x="53" y="315"/>
                    <a:pt x="53" y="315"/>
                  </a:cubicBezTo>
                  <a:cubicBezTo>
                    <a:pt x="52" y="314"/>
                    <a:pt x="52" y="314"/>
                    <a:pt x="52" y="314"/>
                  </a:cubicBezTo>
                  <a:cubicBezTo>
                    <a:pt x="51" y="313"/>
                    <a:pt x="50" y="313"/>
                    <a:pt x="49" y="312"/>
                  </a:cubicBezTo>
                  <a:cubicBezTo>
                    <a:pt x="46" y="310"/>
                    <a:pt x="39" y="305"/>
                    <a:pt x="33" y="302"/>
                  </a:cubicBezTo>
                  <a:cubicBezTo>
                    <a:pt x="27" y="298"/>
                    <a:pt x="22" y="295"/>
                    <a:pt x="22" y="295"/>
                  </a:cubicBezTo>
                  <a:cubicBezTo>
                    <a:pt x="20" y="298"/>
                    <a:pt x="20" y="298"/>
                    <a:pt x="20" y="298"/>
                  </a:cubicBezTo>
                  <a:cubicBezTo>
                    <a:pt x="18" y="302"/>
                    <a:pt x="18" y="302"/>
                    <a:pt x="18" y="302"/>
                  </a:cubicBezTo>
                  <a:cubicBezTo>
                    <a:pt x="76" y="323"/>
                    <a:pt x="76" y="323"/>
                    <a:pt x="76" y="323"/>
                  </a:cubicBezTo>
                  <a:cubicBezTo>
                    <a:pt x="78" y="323"/>
                    <a:pt x="80" y="322"/>
                    <a:pt x="81" y="320"/>
                  </a:cubicBezTo>
                  <a:cubicBezTo>
                    <a:pt x="82" y="319"/>
                    <a:pt x="81" y="316"/>
                    <a:pt x="79" y="315"/>
                  </a:cubicBezTo>
                  <a:cubicBezTo>
                    <a:pt x="79" y="315"/>
                    <a:pt x="76" y="313"/>
                    <a:pt x="71" y="310"/>
                  </a:cubicBezTo>
                  <a:cubicBezTo>
                    <a:pt x="64" y="306"/>
                    <a:pt x="52" y="299"/>
                    <a:pt x="43" y="293"/>
                  </a:cubicBezTo>
                  <a:cubicBezTo>
                    <a:pt x="39" y="290"/>
                    <a:pt x="34" y="288"/>
                    <a:pt x="31" y="286"/>
                  </a:cubicBezTo>
                  <a:cubicBezTo>
                    <a:pt x="30" y="285"/>
                    <a:pt x="29" y="284"/>
                    <a:pt x="28" y="283"/>
                  </a:cubicBezTo>
                  <a:cubicBezTo>
                    <a:pt x="27" y="283"/>
                    <a:pt x="27" y="283"/>
                    <a:pt x="27" y="283"/>
                  </a:cubicBezTo>
                  <a:cubicBezTo>
                    <a:pt x="27" y="283"/>
                    <a:pt x="27" y="283"/>
                    <a:pt x="27" y="283"/>
                  </a:cubicBezTo>
                  <a:cubicBezTo>
                    <a:pt x="25" y="285"/>
                    <a:pt x="25" y="285"/>
                    <a:pt x="25" y="285"/>
                  </a:cubicBezTo>
                  <a:cubicBezTo>
                    <a:pt x="27" y="283"/>
                    <a:pt x="27" y="283"/>
                    <a:pt x="27" y="283"/>
                  </a:cubicBezTo>
                  <a:cubicBezTo>
                    <a:pt x="27" y="283"/>
                    <a:pt x="27" y="283"/>
                    <a:pt x="27" y="283"/>
                  </a:cubicBezTo>
                  <a:cubicBezTo>
                    <a:pt x="25" y="285"/>
                    <a:pt x="25" y="285"/>
                    <a:pt x="25" y="285"/>
                  </a:cubicBezTo>
                  <a:cubicBezTo>
                    <a:pt x="27" y="283"/>
                    <a:pt x="27" y="283"/>
                    <a:pt x="27" y="283"/>
                  </a:cubicBezTo>
                  <a:cubicBezTo>
                    <a:pt x="24" y="286"/>
                    <a:pt x="24" y="286"/>
                    <a:pt x="24" y="286"/>
                  </a:cubicBezTo>
                  <a:cubicBezTo>
                    <a:pt x="28" y="284"/>
                    <a:pt x="28" y="284"/>
                    <a:pt x="28" y="284"/>
                  </a:cubicBezTo>
                  <a:cubicBezTo>
                    <a:pt x="27" y="283"/>
                    <a:pt x="27" y="283"/>
                    <a:pt x="27" y="283"/>
                  </a:cubicBezTo>
                  <a:cubicBezTo>
                    <a:pt x="24" y="286"/>
                    <a:pt x="24" y="286"/>
                    <a:pt x="24" y="286"/>
                  </a:cubicBezTo>
                  <a:cubicBezTo>
                    <a:pt x="28" y="284"/>
                    <a:pt x="28" y="284"/>
                    <a:pt x="28" y="284"/>
                  </a:cubicBezTo>
                  <a:cubicBezTo>
                    <a:pt x="24" y="286"/>
                    <a:pt x="24" y="286"/>
                    <a:pt x="24" y="286"/>
                  </a:cubicBezTo>
                  <a:cubicBezTo>
                    <a:pt x="28" y="286"/>
                    <a:pt x="28" y="286"/>
                    <a:pt x="28" y="286"/>
                  </a:cubicBezTo>
                  <a:cubicBezTo>
                    <a:pt x="28" y="284"/>
                    <a:pt x="28" y="284"/>
                    <a:pt x="28" y="284"/>
                  </a:cubicBezTo>
                  <a:cubicBezTo>
                    <a:pt x="24" y="286"/>
                    <a:pt x="24" y="286"/>
                    <a:pt x="24" y="286"/>
                  </a:cubicBezTo>
                  <a:cubicBezTo>
                    <a:pt x="28" y="286"/>
                    <a:pt x="28" y="286"/>
                    <a:pt x="28" y="286"/>
                  </a:cubicBezTo>
                  <a:cubicBezTo>
                    <a:pt x="24" y="286"/>
                    <a:pt x="24" y="286"/>
                    <a:pt x="24" y="286"/>
                  </a:cubicBezTo>
                  <a:cubicBezTo>
                    <a:pt x="23" y="289"/>
                    <a:pt x="23" y="289"/>
                    <a:pt x="23" y="289"/>
                  </a:cubicBezTo>
                  <a:cubicBezTo>
                    <a:pt x="23" y="289"/>
                    <a:pt x="43" y="298"/>
                    <a:pt x="65" y="307"/>
                  </a:cubicBezTo>
                  <a:cubicBezTo>
                    <a:pt x="76" y="312"/>
                    <a:pt x="86" y="316"/>
                    <a:pt x="95" y="319"/>
                  </a:cubicBezTo>
                  <a:cubicBezTo>
                    <a:pt x="99" y="321"/>
                    <a:pt x="103" y="322"/>
                    <a:pt x="106" y="323"/>
                  </a:cubicBezTo>
                  <a:cubicBezTo>
                    <a:pt x="107" y="324"/>
                    <a:pt x="109" y="324"/>
                    <a:pt x="110" y="325"/>
                  </a:cubicBezTo>
                  <a:cubicBezTo>
                    <a:pt x="110" y="325"/>
                    <a:pt x="111" y="325"/>
                    <a:pt x="111" y="325"/>
                  </a:cubicBezTo>
                  <a:cubicBezTo>
                    <a:pt x="112" y="325"/>
                    <a:pt x="112" y="325"/>
                    <a:pt x="113" y="325"/>
                  </a:cubicBezTo>
                  <a:cubicBezTo>
                    <a:pt x="113" y="325"/>
                    <a:pt x="113" y="325"/>
                    <a:pt x="114" y="325"/>
                  </a:cubicBezTo>
                  <a:cubicBezTo>
                    <a:pt x="114" y="325"/>
                    <a:pt x="115" y="325"/>
                    <a:pt x="115" y="324"/>
                  </a:cubicBezTo>
                  <a:cubicBezTo>
                    <a:pt x="116" y="324"/>
                    <a:pt x="116" y="324"/>
                    <a:pt x="116" y="323"/>
                  </a:cubicBezTo>
                  <a:cubicBezTo>
                    <a:pt x="117" y="322"/>
                    <a:pt x="117" y="321"/>
                    <a:pt x="117" y="320"/>
                  </a:cubicBezTo>
                  <a:cubicBezTo>
                    <a:pt x="117" y="319"/>
                    <a:pt x="116" y="318"/>
                    <a:pt x="115" y="318"/>
                  </a:cubicBezTo>
                  <a:cubicBezTo>
                    <a:pt x="35" y="267"/>
                    <a:pt x="35" y="267"/>
                    <a:pt x="35" y="267"/>
                  </a:cubicBezTo>
                  <a:cubicBezTo>
                    <a:pt x="32" y="271"/>
                    <a:pt x="32" y="271"/>
                    <a:pt x="32" y="271"/>
                  </a:cubicBezTo>
                  <a:cubicBezTo>
                    <a:pt x="36" y="273"/>
                    <a:pt x="36" y="273"/>
                    <a:pt x="36" y="273"/>
                  </a:cubicBezTo>
                  <a:cubicBezTo>
                    <a:pt x="32" y="271"/>
                    <a:pt x="32" y="271"/>
                    <a:pt x="32" y="271"/>
                  </a:cubicBezTo>
                  <a:cubicBezTo>
                    <a:pt x="35" y="274"/>
                    <a:pt x="35" y="274"/>
                    <a:pt x="35" y="274"/>
                  </a:cubicBezTo>
                  <a:cubicBezTo>
                    <a:pt x="35" y="274"/>
                    <a:pt x="35" y="273"/>
                    <a:pt x="36" y="273"/>
                  </a:cubicBezTo>
                  <a:cubicBezTo>
                    <a:pt x="32" y="271"/>
                    <a:pt x="32" y="271"/>
                    <a:pt x="32" y="271"/>
                  </a:cubicBezTo>
                  <a:cubicBezTo>
                    <a:pt x="35" y="274"/>
                    <a:pt x="35" y="274"/>
                    <a:pt x="35" y="274"/>
                  </a:cubicBezTo>
                  <a:cubicBezTo>
                    <a:pt x="32" y="271"/>
                    <a:pt x="32" y="271"/>
                    <a:pt x="32" y="271"/>
                  </a:cubicBezTo>
                  <a:cubicBezTo>
                    <a:pt x="33" y="275"/>
                    <a:pt x="33" y="275"/>
                    <a:pt x="33" y="275"/>
                  </a:cubicBezTo>
                  <a:cubicBezTo>
                    <a:pt x="34" y="274"/>
                    <a:pt x="34" y="274"/>
                    <a:pt x="35" y="274"/>
                  </a:cubicBezTo>
                  <a:cubicBezTo>
                    <a:pt x="32" y="271"/>
                    <a:pt x="32" y="271"/>
                    <a:pt x="32" y="271"/>
                  </a:cubicBezTo>
                  <a:cubicBezTo>
                    <a:pt x="33" y="275"/>
                    <a:pt x="33" y="275"/>
                    <a:pt x="33" y="275"/>
                  </a:cubicBezTo>
                  <a:cubicBezTo>
                    <a:pt x="32" y="271"/>
                    <a:pt x="32" y="271"/>
                    <a:pt x="32" y="271"/>
                  </a:cubicBezTo>
                  <a:cubicBezTo>
                    <a:pt x="32" y="275"/>
                    <a:pt x="32" y="275"/>
                    <a:pt x="32" y="275"/>
                  </a:cubicBezTo>
                  <a:cubicBezTo>
                    <a:pt x="33" y="275"/>
                    <a:pt x="33" y="275"/>
                    <a:pt x="33" y="275"/>
                  </a:cubicBezTo>
                  <a:cubicBezTo>
                    <a:pt x="32" y="271"/>
                    <a:pt x="32" y="271"/>
                    <a:pt x="32" y="271"/>
                  </a:cubicBezTo>
                  <a:cubicBezTo>
                    <a:pt x="32" y="275"/>
                    <a:pt x="32" y="275"/>
                    <a:pt x="32" y="275"/>
                  </a:cubicBezTo>
                  <a:cubicBezTo>
                    <a:pt x="32" y="271"/>
                    <a:pt x="32" y="271"/>
                    <a:pt x="32" y="271"/>
                  </a:cubicBezTo>
                  <a:cubicBezTo>
                    <a:pt x="32" y="275"/>
                    <a:pt x="32" y="275"/>
                    <a:pt x="32" y="275"/>
                  </a:cubicBezTo>
                  <a:cubicBezTo>
                    <a:pt x="32" y="275"/>
                    <a:pt x="32" y="275"/>
                    <a:pt x="32" y="275"/>
                  </a:cubicBezTo>
                  <a:cubicBezTo>
                    <a:pt x="32" y="271"/>
                    <a:pt x="32" y="271"/>
                    <a:pt x="32" y="271"/>
                  </a:cubicBezTo>
                  <a:cubicBezTo>
                    <a:pt x="32" y="275"/>
                    <a:pt x="32" y="275"/>
                    <a:pt x="32" y="275"/>
                  </a:cubicBezTo>
                  <a:cubicBezTo>
                    <a:pt x="32" y="274"/>
                    <a:pt x="32" y="274"/>
                    <a:pt x="32" y="274"/>
                  </a:cubicBezTo>
                  <a:cubicBezTo>
                    <a:pt x="32" y="275"/>
                    <a:pt x="32" y="275"/>
                    <a:pt x="32" y="275"/>
                  </a:cubicBezTo>
                  <a:cubicBezTo>
                    <a:pt x="32" y="275"/>
                    <a:pt x="32" y="275"/>
                    <a:pt x="32" y="275"/>
                  </a:cubicBezTo>
                  <a:cubicBezTo>
                    <a:pt x="32" y="274"/>
                    <a:pt x="32" y="274"/>
                    <a:pt x="32" y="274"/>
                  </a:cubicBezTo>
                  <a:cubicBezTo>
                    <a:pt x="32" y="275"/>
                    <a:pt x="32" y="275"/>
                    <a:pt x="32" y="275"/>
                  </a:cubicBezTo>
                  <a:cubicBezTo>
                    <a:pt x="32" y="275"/>
                    <a:pt x="33" y="275"/>
                    <a:pt x="34" y="275"/>
                  </a:cubicBezTo>
                  <a:cubicBezTo>
                    <a:pt x="38" y="277"/>
                    <a:pt x="47" y="281"/>
                    <a:pt x="58" y="286"/>
                  </a:cubicBezTo>
                  <a:cubicBezTo>
                    <a:pt x="75" y="294"/>
                    <a:pt x="97" y="304"/>
                    <a:pt x="114" y="312"/>
                  </a:cubicBezTo>
                  <a:cubicBezTo>
                    <a:pt x="123" y="316"/>
                    <a:pt x="131" y="320"/>
                    <a:pt x="137" y="322"/>
                  </a:cubicBezTo>
                  <a:cubicBezTo>
                    <a:pt x="140" y="323"/>
                    <a:pt x="142" y="324"/>
                    <a:pt x="144" y="325"/>
                  </a:cubicBezTo>
                  <a:cubicBezTo>
                    <a:pt x="145" y="326"/>
                    <a:pt x="145" y="326"/>
                    <a:pt x="146" y="326"/>
                  </a:cubicBezTo>
                  <a:cubicBezTo>
                    <a:pt x="147" y="326"/>
                    <a:pt x="147" y="326"/>
                    <a:pt x="147" y="326"/>
                  </a:cubicBezTo>
                  <a:cubicBezTo>
                    <a:pt x="147" y="326"/>
                    <a:pt x="147" y="326"/>
                    <a:pt x="147" y="326"/>
                  </a:cubicBezTo>
                  <a:cubicBezTo>
                    <a:pt x="148" y="327"/>
                    <a:pt x="148" y="327"/>
                    <a:pt x="148" y="327"/>
                  </a:cubicBezTo>
                  <a:cubicBezTo>
                    <a:pt x="149" y="327"/>
                    <a:pt x="149" y="327"/>
                    <a:pt x="150" y="326"/>
                  </a:cubicBezTo>
                  <a:cubicBezTo>
                    <a:pt x="150" y="326"/>
                    <a:pt x="151" y="326"/>
                    <a:pt x="152" y="325"/>
                  </a:cubicBezTo>
                  <a:cubicBezTo>
                    <a:pt x="152" y="325"/>
                    <a:pt x="152" y="325"/>
                    <a:pt x="152" y="325"/>
                  </a:cubicBezTo>
                  <a:cubicBezTo>
                    <a:pt x="152" y="324"/>
                    <a:pt x="152" y="323"/>
                    <a:pt x="152" y="323"/>
                  </a:cubicBezTo>
                  <a:cubicBezTo>
                    <a:pt x="152" y="321"/>
                    <a:pt x="152" y="321"/>
                    <a:pt x="152" y="320"/>
                  </a:cubicBezTo>
                  <a:cubicBezTo>
                    <a:pt x="151" y="319"/>
                    <a:pt x="151" y="319"/>
                    <a:pt x="151" y="319"/>
                  </a:cubicBezTo>
                  <a:cubicBezTo>
                    <a:pt x="150" y="318"/>
                    <a:pt x="149" y="317"/>
                    <a:pt x="148" y="316"/>
                  </a:cubicBezTo>
                  <a:cubicBezTo>
                    <a:pt x="143" y="313"/>
                    <a:pt x="135" y="308"/>
                    <a:pt x="125" y="301"/>
                  </a:cubicBezTo>
                  <a:cubicBezTo>
                    <a:pt x="94" y="282"/>
                    <a:pt x="48" y="255"/>
                    <a:pt x="48" y="255"/>
                  </a:cubicBezTo>
                  <a:cubicBezTo>
                    <a:pt x="46" y="259"/>
                    <a:pt x="46" y="259"/>
                    <a:pt x="46" y="259"/>
                  </a:cubicBezTo>
                  <a:cubicBezTo>
                    <a:pt x="44" y="262"/>
                    <a:pt x="44" y="262"/>
                    <a:pt x="44" y="262"/>
                  </a:cubicBezTo>
                  <a:cubicBezTo>
                    <a:pt x="175" y="325"/>
                    <a:pt x="175" y="325"/>
                    <a:pt x="175" y="325"/>
                  </a:cubicBezTo>
                  <a:cubicBezTo>
                    <a:pt x="177" y="326"/>
                    <a:pt x="179" y="325"/>
                    <a:pt x="180" y="323"/>
                  </a:cubicBezTo>
                  <a:cubicBezTo>
                    <a:pt x="181" y="321"/>
                    <a:pt x="181" y="319"/>
                    <a:pt x="179" y="318"/>
                  </a:cubicBezTo>
                  <a:cubicBezTo>
                    <a:pt x="179" y="318"/>
                    <a:pt x="177" y="316"/>
                    <a:pt x="173" y="314"/>
                  </a:cubicBezTo>
                  <a:cubicBezTo>
                    <a:pt x="161" y="307"/>
                    <a:pt x="131" y="290"/>
                    <a:pt x="104" y="273"/>
                  </a:cubicBezTo>
                  <a:cubicBezTo>
                    <a:pt x="91" y="265"/>
                    <a:pt x="78" y="257"/>
                    <a:pt x="68" y="251"/>
                  </a:cubicBezTo>
                  <a:cubicBezTo>
                    <a:pt x="64" y="248"/>
                    <a:pt x="60" y="245"/>
                    <a:pt x="57" y="243"/>
                  </a:cubicBezTo>
                  <a:cubicBezTo>
                    <a:pt x="56" y="242"/>
                    <a:pt x="55" y="241"/>
                    <a:pt x="55" y="241"/>
                  </a:cubicBezTo>
                  <a:cubicBezTo>
                    <a:pt x="54" y="241"/>
                    <a:pt x="54" y="241"/>
                    <a:pt x="54" y="241"/>
                  </a:cubicBezTo>
                  <a:cubicBezTo>
                    <a:pt x="54" y="240"/>
                    <a:pt x="54" y="240"/>
                    <a:pt x="54" y="240"/>
                  </a:cubicBezTo>
                  <a:cubicBezTo>
                    <a:pt x="53" y="242"/>
                    <a:pt x="53" y="242"/>
                    <a:pt x="53" y="242"/>
                  </a:cubicBezTo>
                  <a:cubicBezTo>
                    <a:pt x="54" y="241"/>
                    <a:pt x="54" y="241"/>
                    <a:pt x="54" y="241"/>
                  </a:cubicBezTo>
                  <a:cubicBezTo>
                    <a:pt x="54" y="240"/>
                    <a:pt x="54" y="240"/>
                    <a:pt x="54" y="240"/>
                  </a:cubicBezTo>
                  <a:cubicBezTo>
                    <a:pt x="53" y="242"/>
                    <a:pt x="53" y="242"/>
                    <a:pt x="53" y="242"/>
                  </a:cubicBezTo>
                  <a:cubicBezTo>
                    <a:pt x="54" y="241"/>
                    <a:pt x="54" y="241"/>
                    <a:pt x="54" y="241"/>
                  </a:cubicBezTo>
                  <a:cubicBezTo>
                    <a:pt x="51" y="242"/>
                    <a:pt x="51" y="242"/>
                    <a:pt x="51" y="242"/>
                  </a:cubicBezTo>
                  <a:cubicBezTo>
                    <a:pt x="55" y="242"/>
                    <a:pt x="55" y="242"/>
                    <a:pt x="55" y="242"/>
                  </a:cubicBezTo>
                  <a:cubicBezTo>
                    <a:pt x="55" y="241"/>
                    <a:pt x="55" y="241"/>
                    <a:pt x="54" y="241"/>
                  </a:cubicBezTo>
                  <a:cubicBezTo>
                    <a:pt x="51" y="242"/>
                    <a:pt x="51" y="242"/>
                    <a:pt x="51" y="242"/>
                  </a:cubicBezTo>
                  <a:cubicBezTo>
                    <a:pt x="55" y="242"/>
                    <a:pt x="55" y="242"/>
                    <a:pt x="55" y="242"/>
                  </a:cubicBezTo>
                  <a:cubicBezTo>
                    <a:pt x="51" y="242"/>
                    <a:pt x="51" y="242"/>
                    <a:pt x="51" y="242"/>
                  </a:cubicBezTo>
                  <a:cubicBezTo>
                    <a:pt x="54" y="244"/>
                    <a:pt x="54" y="244"/>
                    <a:pt x="54" y="244"/>
                  </a:cubicBezTo>
                  <a:cubicBezTo>
                    <a:pt x="55" y="244"/>
                    <a:pt x="55" y="243"/>
                    <a:pt x="55" y="242"/>
                  </a:cubicBezTo>
                  <a:cubicBezTo>
                    <a:pt x="51" y="242"/>
                    <a:pt x="51" y="242"/>
                    <a:pt x="51" y="242"/>
                  </a:cubicBezTo>
                  <a:cubicBezTo>
                    <a:pt x="54" y="244"/>
                    <a:pt x="54" y="244"/>
                    <a:pt x="54" y="244"/>
                  </a:cubicBezTo>
                  <a:cubicBezTo>
                    <a:pt x="51" y="242"/>
                    <a:pt x="51" y="242"/>
                    <a:pt x="51" y="242"/>
                  </a:cubicBezTo>
                  <a:cubicBezTo>
                    <a:pt x="49" y="246"/>
                    <a:pt x="49" y="246"/>
                    <a:pt x="49" y="246"/>
                  </a:cubicBezTo>
                  <a:cubicBezTo>
                    <a:pt x="49" y="246"/>
                    <a:pt x="87" y="267"/>
                    <a:pt x="126" y="287"/>
                  </a:cubicBezTo>
                  <a:cubicBezTo>
                    <a:pt x="145" y="298"/>
                    <a:pt x="165" y="308"/>
                    <a:pt x="180" y="316"/>
                  </a:cubicBezTo>
                  <a:cubicBezTo>
                    <a:pt x="188" y="320"/>
                    <a:pt x="194" y="323"/>
                    <a:pt x="199" y="325"/>
                  </a:cubicBezTo>
                  <a:cubicBezTo>
                    <a:pt x="202" y="326"/>
                    <a:pt x="204" y="327"/>
                    <a:pt x="205" y="328"/>
                  </a:cubicBezTo>
                  <a:cubicBezTo>
                    <a:pt x="206" y="328"/>
                    <a:pt x="207" y="328"/>
                    <a:pt x="208" y="329"/>
                  </a:cubicBezTo>
                  <a:cubicBezTo>
                    <a:pt x="208" y="329"/>
                    <a:pt x="209" y="329"/>
                    <a:pt x="210" y="329"/>
                  </a:cubicBezTo>
                  <a:cubicBezTo>
                    <a:pt x="210" y="329"/>
                    <a:pt x="211" y="329"/>
                    <a:pt x="211" y="329"/>
                  </a:cubicBezTo>
                  <a:cubicBezTo>
                    <a:pt x="212" y="329"/>
                    <a:pt x="213" y="328"/>
                    <a:pt x="214" y="327"/>
                  </a:cubicBezTo>
                  <a:cubicBezTo>
                    <a:pt x="214" y="326"/>
                    <a:pt x="214" y="326"/>
                    <a:pt x="214" y="325"/>
                  </a:cubicBezTo>
                  <a:cubicBezTo>
                    <a:pt x="214" y="324"/>
                    <a:pt x="214" y="323"/>
                    <a:pt x="214" y="323"/>
                  </a:cubicBezTo>
                  <a:cubicBezTo>
                    <a:pt x="213" y="322"/>
                    <a:pt x="213" y="322"/>
                    <a:pt x="213" y="322"/>
                  </a:cubicBezTo>
                  <a:cubicBezTo>
                    <a:pt x="213" y="322"/>
                    <a:pt x="213" y="322"/>
                    <a:pt x="213" y="322"/>
                  </a:cubicBezTo>
                  <a:cubicBezTo>
                    <a:pt x="212" y="321"/>
                    <a:pt x="212" y="321"/>
                    <a:pt x="212" y="321"/>
                  </a:cubicBezTo>
                  <a:cubicBezTo>
                    <a:pt x="212" y="321"/>
                    <a:pt x="211" y="321"/>
                    <a:pt x="209" y="320"/>
                  </a:cubicBezTo>
                  <a:cubicBezTo>
                    <a:pt x="199" y="313"/>
                    <a:pt x="162" y="291"/>
                    <a:pt x="127" y="270"/>
                  </a:cubicBezTo>
                  <a:cubicBezTo>
                    <a:pt x="110" y="259"/>
                    <a:pt x="93" y="249"/>
                    <a:pt x="81" y="241"/>
                  </a:cubicBezTo>
                  <a:cubicBezTo>
                    <a:pt x="75" y="238"/>
                    <a:pt x="70" y="234"/>
                    <a:pt x="67" y="232"/>
                  </a:cubicBezTo>
                  <a:cubicBezTo>
                    <a:pt x="65" y="231"/>
                    <a:pt x="64" y="230"/>
                    <a:pt x="63" y="229"/>
                  </a:cubicBezTo>
                  <a:cubicBezTo>
                    <a:pt x="62" y="229"/>
                    <a:pt x="62" y="228"/>
                    <a:pt x="62" y="228"/>
                  </a:cubicBezTo>
                  <a:cubicBezTo>
                    <a:pt x="62" y="229"/>
                    <a:pt x="62" y="229"/>
                    <a:pt x="62" y="229"/>
                  </a:cubicBezTo>
                  <a:cubicBezTo>
                    <a:pt x="62" y="228"/>
                    <a:pt x="62" y="228"/>
                    <a:pt x="62" y="228"/>
                  </a:cubicBezTo>
                  <a:cubicBezTo>
                    <a:pt x="62" y="228"/>
                    <a:pt x="62" y="228"/>
                    <a:pt x="62" y="228"/>
                  </a:cubicBezTo>
                  <a:cubicBezTo>
                    <a:pt x="62" y="229"/>
                    <a:pt x="62" y="229"/>
                    <a:pt x="62" y="229"/>
                  </a:cubicBezTo>
                  <a:cubicBezTo>
                    <a:pt x="62" y="228"/>
                    <a:pt x="62" y="228"/>
                    <a:pt x="62" y="228"/>
                  </a:cubicBezTo>
                  <a:cubicBezTo>
                    <a:pt x="60" y="230"/>
                    <a:pt x="60" y="230"/>
                    <a:pt x="60" y="230"/>
                  </a:cubicBezTo>
                  <a:cubicBezTo>
                    <a:pt x="62" y="229"/>
                    <a:pt x="62" y="229"/>
                    <a:pt x="62" y="229"/>
                  </a:cubicBezTo>
                  <a:cubicBezTo>
                    <a:pt x="62" y="228"/>
                    <a:pt x="62" y="228"/>
                    <a:pt x="62" y="228"/>
                  </a:cubicBezTo>
                  <a:cubicBezTo>
                    <a:pt x="60" y="230"/>
                    <a:pt x="60" y="230"/>
                    <a:pt x="60" y="230"/>
                  </a:cubicBezTo>
                  <a:cubicBezTo>
                    <a:pt x="62" y="229"/>
                    <a:pt x="62" y="229"/>
                    <a:pt x="62" y="229"/>
                  </a:cubicBezTo>
                  <a:cubicBezTo>
                    <a:pt x="59" y="230"/>
                    <a:pt x="59" y="230"/>
                    <a:pt x="59" y="230"/>
                  </a:cubicBezTo>
                  <a:cubicBezTo>
                    <a:pt x="63" y="230"/>
                    <a:pt x="63" y="230"/>
                    <a:pt x="63" y="230"/>
                  </a:cubicBezTo>
                  <a:cubicBezTo>
                    <a:pt x="63" y="229"/>
                    <a:pt x="63" y="229"/>
                    <a:pt x="62" y="229"/>
                  </a:cubicBezTo>
                  <a:cubicBezTo>
                    <a:pt x="59" y="230"/>
                    <a:pt x="59" y="230"/>
                    <a:pt x="59" y="230"/>
                  </a:cubicBezTo>
                  <a:cubicBezTo>
                    <a:pt x="63" y="230"/>
                    <a:pt x="63" y="230"/>
                    <a:pt x="63" y="230"/>
                  </a:cubicBezTo>
                  <a:cubicBezTo>
                    <a:pt x="59" y="230"/>
                    <a:pt x="59" y="230"/>
                    <a:pt x="59" y="230"/>
                  </a:cubicBezTo>
                  <a:cubicBezTo>
                    <a:pt x="62" y="233"/>
                    <a:pt x="62" y="233"/>
                    <a:pt x="62" y="233"/>
                  </a:cubicBezTo>
                  <a:cubicBezTo>
                    <a:pt x="63" y="232"/>
                    <a:pt x="63" y="231"/>
                    <a:pt x="63" y="230"/>
                  </a:cubicBezTo>
                  <a:cubicBezTo>
                    <a:pt x="59" y="230"/>
                    <a:pt x="59" y="230"/>
                    <a:pt x="59" y="230"/>
                  </a:cubicBezTo>
                  <a:cubicBezTo>
                    <a:pt x="62" y="233"/>
                    <a:pt x="62" y="233"/>
                    <a:pt x="62" y="233"/>
                  </a:cubicBezTo>
                  <a:cubicBezTo>
                    <a:pt x="59" y="230"/>
                    <a:pt x="59" y="230"/>
                    <a:pt x="59" y="230"/>
                  </a:cubicBezTo>
                  <a:cubicBezTo>
                    <a:pt x="59" y="234"/>
                    <a:pt x="59" y="234"/>
                    <a:pt x="59" y="234"/>
                  </a:cubicBezTo>
                  <a:cubicBezTo>
                    <a:pt x="59" y="230"/>
                    <a:pt x="59" y="230"/>
                    <a:pt x="59" y="230"/>
                  </a:cubicBezTo>
                  <a:cubicBezTo>
                    <a:pt x="58" y="234"/>
                    <a:pt x="58" y="234"/>
                    <a:pt x="58" y="234"/>
                  </a:cubicBezTo>
                  <a:cubicBezTo>
                    <a:pt x="58" y="234"/>
                    <a:pt x="58" y="234"/>
                    <a:pt x="59" y="234"/>
                  </a:cubicBezTo>
                  <a:cubicBezTo>
                    <a:pt x="59" y="230"/>
                    <a:pt x="59" y="230"/>
                    <a:pt x="59" y="230"/>
                  </a:cubicBezTo>
                  <a:cubicBezTo>
                    <a:pt x="58" y="234"/>
                    <a:pt x="58" y="234"/>
                    <a:pt x="58" y="234"/>
                  </a:cubicBezTo>
                  <a:cubicBezTo>
                    <a:pt x="59" y="230"/>
                    <a:pt x="59" y="230"/>
                    <a:pt x="59" y="230"/>
                  </a:cubicBezTo>
                  <a:cubicBezTo>
                    <a:pt x="57" y="234"/>
                    <a:pt x="57" y="234"/>
                    <a:pt x="57" y="234"/>
                  </a:cubicBezTo>
                  <a:cubicBezTo>
                    <a:pt x="58" y="234"/>
                    <a:pt x="58" y="234"/>
                    <a:pt x="58" y="234"/>
                  </a:cubicBezTo>
                  <a:cubicBezTo>
                    <a:pt x="59" y="230"/>
                    <a:pt x="59" y="230"/>
                    <a:pt x="59" y="230"/>
                  </a:cubicBezTo>
                  <a:cubicBezTo>
                    <a:pt x="57" y="234"/>
                    <a:pt x="57" y="234"/>
                    <a:pt x="57" y="234"/>
                  </a:cubicBezTo>
                  <a:cubicBezTo>
                    <a:pt x="58" y="231"/>
                    <a:pt x="58" y="231"/>
                    <a:pt x="58" y="231"/>
                  </a:cubicBezTo>
                  <a:cubicBezTo>
                    <a:pt x="57" y="234"/>
                    <a:pt x="57" y="234"/>
                    <a:pt x="57" y="234"/>
                  </a:cubicBezTo>
                  <a:cubicBezTo>
                    <a:pt x="57" y="234"/>
                    <a:pt x="57" y="234"/>
                    <a:pt x="57" y="234"/>
                  </a:cubicBezTo>
                  <a:cubicBezTo>
                    <a:pt x="58" y="231"/>
                    <a:pt x="58" y="231"/>
                    <a:pt x="58" y="231"/>
                  </a:cubicBezTo>
                  <a:cubicBezTo>
                    <a:pt x="57" y="234"/>
                    <a:pt x="57" y="234"/>
                    <a:pt x="57" y="234"/>
                  </a:cubicBezTo>
                  <a:cubicBezTo>
                    <a:pt x="57" y="234"/>
                    <a:pt x="58" y="235"/>
                    <a:pt x="60" y="235"/>
                  </a:cubicBezTo>
                  <a:cubicBezTo>
                    <a:pt x="71" y="241"/>
                    <a:pt x="114" y="264"/>
                    <a:pt x="155" y="286"/>
                  </a:cubicBezTo>
                  <a:cubicBezTo>
                    <a:pt x="176" y="296"/>
                    <a:pt x="196" y="307"/>
                    <a:pt x="211" y="315"/>
                  </a:cubicBezTo>
                  <a:cubicBezTo>
                    <a:pt x="219" y="318"/>
                    <a:pt x="226" y="322"/>
                    <a:pt x="230" y="324"/>
                  </a:cubicBezTo>
                  <a:cubicBezTo>
                    <a:pt x="233" y="325"/>
                    <a:pt x="235" y="326"/>
                    <a:pt x="236" y="326"/>
                  </a:cubicBezTo>
                  <a:cubicBezTo>
                    <a:pt x="237" y="327"/>
                    <a:pt x="238" y="327"/>
                    <a:pt x="238" y="327"/>
                  </a:cubicBezTo>
                  <a:cubicBezTo>
                    <a:pt x="239" y="328"/>
                    <a:pt x="239" y="328"/>
                    <a:pt x="239" y="328"/>
                  </a:cubicBezTo>
                  <a:cubicBezTo>
                    <a:pt x="239" y="328"/>
                    <a:pt x="240" y="328"/>
                    <a:pt x="240" y="328"/>
                  </a:cubicBezTo>
                  <a:cubicBezTo>
                    <a:pt x="241" y="328"/>
                    <a:pt x="241" y="328"/>
                    <a:pt x="242" y="327"/>
                  </a:cubicBezTo>
                  <a:cubicBezTo>
                    <a:pt x="242" y="327"/>
                    <a:pt x="243" y="327"/>
                    <a:pt x="244" y="326"/>
                  </a:cubicBezTo>
                  <a:cubicBezTo>
                    <a:pt x="244" y="326"/>
                    <a:pt x="244" y="326"/>
                    <a:pt x="244" y="326"/>
                  </a:cubicBezTo>
                  <a:cubicBezTo>
                    <a:pt x="244" y="325"/>
                    <a:pt x="245" y="324"/>
                    <a:pt x="245" y="323"/>
                  </a:cubicBezTo>
                  <a:cubicBezTo>
                    <a:pt x="245" y="322"/>
                    <a:pt x="244" y="322"/>
                    <a:pt x="244" y="321"/>
                  </a:cubicBezTo>
                  <a:cubicBezTo>
                    <a:pt x="244" y="320"/>
                    <a:pt x="243" y="320"/>
                    <a:pt x="242" y="319"/>
                  </a:cubicBezTo>
                  <a:cubicBezTo>
                    <a:pt x="241" y="318"/>
                    <a:pt x="240" y="317"/>
                    <a:pt x="238" y="315"/>
                  </a:cubicBezTo>
                  <a:cubicBezTo>
                    <a:pt x="230" y="309"/>
                    <a:pt x="216" y="301"/>
                    <a:pt x="199" y="290"/>
                  </a:cubicBezTo>
                  <a:cubicBezTo>
                    <a:pt x="174" y="275"/>
                    <a:pt x="142" y="256"/>
                    <a:pt x="116" y="241"/>
                  </a:cubicBezTo>
                  <a:cubicBezTo>
                    <a:pt x="103" y="233"/>
                    <a:pt x="92" y="227"/>
                    <a:pt x="84" y="222"/>
                  </a:cubicBezTo>
                  <a:cubicBezTo>
                    <a:pt x="80" y="219"/>
                    <a:pt x="77" y="217"/>
                    <a:pt x="75" y="216"/>
                  </a:cubicBezTo>
                  <a:cubicBezTo>
                    <a:pt x="74" y="215"/>
                    <a:pt x="73" y="215"/>
                    <a:pt x="73" y="214"/>
                  </a:cubicBezTo>
                  <a:cubicBezTo>
                    <a:pt x="72" y="214"/>
                    <a:pt x="72" y="214"/>
                    <a:pt x="72" y="214"/>
                  </a:cubicBezTo>
                  <a:cubicBezTo>
                    <a:pt x="72" y="214"/>
                    <a:pt x="72" y="214"/>
                    <a:pt x="72" y="214"/>
                  </a:cubicBezTo>
                  <a:cubicBezTo>
                    <a:pt x="71" y="216"/>
                    <a:pt x="71" y="216"/>
                    <a:pt x="71" y="216"/>
                  </a:cubicBezTo>
                  <a:cubicBezTo>
                    <a:pt x="73" y="214"/>
                    <a:pt x="73" y="214"/>
                    <a:pt x="73" y="214"/>
                  </a:cubicBezTo>
                  <a:cubicBezTo>
                    <a:pt x="72" y="214"/>
                    <a:pt x="72" y="214"/>
                    <a:pt x="72" y="214"/>
                  </a:cubicBezTo>
                  <a:cubicBezTo>
                    <a:pt x="71" y="216"/>
                    <a:pt x="71" y="216"/>
                    <a:pt x="71" y="216"/>
                  </a:cubicBezTo>
                  <a:cubicBezTo>
                    <a:pt x="73" y="214"/>
                    <a:pt x="73" y="214"/>
                    <a:pt x="73" y="214"/>
                  </a:cubicBezTo>
                  <a:cubicBezTo>
                    <a:pt x="70" y="216"/>
                    <a:pt x="70" y="216"/>
                    <a:pt x="70" y="216"/>
                  </a:cubicBezTo>
                  <a:cubicBezTo>
                    <a:pt x="73" y="215"/>
                    <a:pt x="73" y="215"/>
                    <a:pt x="73" y="215"/>
                  </a:cubicBezTo>
                  <a:cubicBezTo>
                    <a:pt x="73" y="214"/>
                    <a:pt x="73" y="214"/>
                    <a:pt x="73" y="214"/>
                  </a:cubicBezTo>
                  <a:cubicBezTo>
                    <a:pt x="70" y="216"/>
                    <a:pt x="70" y="216"/>
                    <a:pt x="70" y="216"/>
                  </a:cubicBezTo>
                  <a:cubicBezTo>
                    <a:pt x="73" y="215"/>
                    <a:pt x="73" y="215"/>
                    <a:pt x="73" y="215"/>
                  </a:cubicBezTo>
                  <a:cubicBezTo>
                    <a:pt x="69" y="217"/>
                    <a:pt x="69" y="217"/>
                    <a:pt x="69" y="217"/>
                  </a:cubicBezTo>
                  <a:cubicBezTo>
                    <a:pt x="73" y="217"/>
                    <a:pt x="73" y="217"/>
                    <a:pt x="73" y="217"/>
                  </a:cubicBezTo>
                  <a:cubicBezTo>
                    <a:pt x="73" y="216"/>
                    <a:pt x="73" y="215"/>
                    <a:pt x="73" y="215"/>
                  </a:cubicBezTo>
                  <a:cubicBezTo>
                    <a:pt x="69" y="217"/>
                    <a:pt x="69" y="217"/>
                    <a:pt x="69" y="217"/>
                  </a:cubicBezTo>
                  <a:cubicBezTo>
                    <a:pt x="73" y="217"/>
                    <a:pt x="73" y="217"/>
                    <a:pt x="73" y="217"/>
                  </a:cubicBezTo>
                  <a:cubicBezTo>
                    <a:pt x="69" y="217"/>
                    <a:pt x="69" y="217"/>
                    <a:pt x="69" y="217"/>
                  </a:cubicBezTo>
                  <a:cubicBezTo>
                    <a:pt x="73" y="219"/>
                    <a:pt x="73" y="219"/>
                    <a:pt x="73" y="219"/>
                  </a:cubicBezTo>
                  <a:cubicBezTo>
                    <a:pt x="73" y="218"/>
                    <a:pt x="73" y="217"/>
                    <a:pt x="73" y="217"/>
                  </a:cubicBezTo>
                  <a:cubicBezTo>
                    <a:pt x="69" y="217"/>
                    <a:pt x="69" y="217"/>
                    <a:pt x="69" y="217"/>
                  </a:cubicBezTo>
                  <a:cubicBezTo>
                    <a:pt x="73" y="219"/>
                    <a:pt x="73" y="219"/>
                    <a:pt x="73" y="219"/>
                  </a:cubicBezTo>
                  <a:cubicBezTo>
                    <a:pt x="73" y="219"/>
                    <a:pt x="73" y="219"/>
                    <a:pt x="73" y="219"/>
                  </a:cubicBezTo>
                  <a:cubicBezTo>
                    <a:pt x="70" y="217"/>
                    <a:pt x="70" y="217"/>
                    <a:pt x="70" y="217"/>
                  </a:cubicBezTo>
                  <a:cubicBezTo>
                    <a:pt x="71" y="220"/>
                    <a:pt x="71" y="220"/>
                    <a:pt x="71" y="220"/>
                  </a:cubicBezTo>
                  <a:cubicBezTo>
                    <a:pt x="71" y="220"/>
                    <a:pt x="72" y="220"/>
                    <a:pt x="73" y="219"/>
                  </a:cubicBezTo>
                  <a:cubicBezTo>
                    <a:pt x="70" y="217"/>
                    <a:pt x="70" y="217"/>
                    <a:pt x="70" y="217"/>
                  </a:cubicBezTo>
                  <a:cubicBezTo>
                    <a:pt x="71" y="220"/>
                    <a:pt x="71" y="220"/>
                    <a:pt x="71" y="220"/>
                  </a:cubicBezTo>
                  <a:cubicBezTo>
                    <a:pt x="70" y="217"/>
                    <a:pt x="70" y="217"/>
                    <a:pt x="70" y="217"/>
                  </a:cubicBezTo>
                  <a:cubicBezTo>
                    <a:pt x="70" y="220"/>
                    <a:pt x="70" y="220"/>
                    <a:pt x="70" y="220"/>
                  </a:cubicBezTo>
                  <a:cubicBezTo>
                    <a:pt x="70" y="220"/>
                    <a:pt x="70" y="220"/>
                    <a:pt x="71" y="220"/>
                  </a:cubicBezTo>
                  <a:cubicBezTo>
                    <a:pt x="70" y="217"/>
                    <a:pt x="70" y="217"/>
                    <a:pt x="70" y="217"/>
                  </a:cubicBezTo>
                  <a:cubicBezTo>
                    <a:pt x="70" y="220"/>
                    <a:pt x="70" y="220"/>
                    <a:pt x="70" y="220"/>
                  </a:cubicBezTo>
                  <a:cubicBezTo>
                    <a:pt x="70" y="219"/>
                    <a:pt x="70" y="219"/>
                    <a:pt x="70" y="219"/>
                  </a:cubicBezTo>
                  <a:cubicBezTo>
                    <a:pt x="70" y="220"/>
                    <a:pt x="70" y="220"/>
                    <a:pt x="70" y="220"/>
                  </a:cubicBezTo>
                  <a:cubicBezTo>
                    <a:pt x="70" y="220"/>
                    <a:pt x="70" y="220"/>
                    <a:pt x="70" y="220"/>
                  </a:cubicBezTo>
                  <a:cubicBezTo>
                    <a:pt x="70" y="219"/>
                    <a:pt x="70" y="219"/>
                    <a:pt x="70" y="219"/>
                  </a:cubicBezTo>
                  <a:cubicBezTo>
                    <a:pt x="70" y="220"/>
                    <a:pt x="70" y="220"/>
                    <a:pt x="70" y="220"/>
                  </a:cubicBezTo>
                  <a:cubicBezTo>
                    <a:pt x="70" y="220"/>
                    <a:pt x="70" y="220"/>
                    <a:pt x="70" y="220"/>
                  </a:cubicBezTo>
                  <a:cubicBezTo>
                    <a:pt x="70" y="220"/>
                    <a:pt x="72" y="221"/>
                    <a:pt x="74" y="222"/>
                  </a:cubicBezTo>
                  <a:cubicBezTo>
                    <a:pt x="82" y="225"/>
                    <a:pt x="98" y="234"/>
                    <a:pt x="118" y="245"/>
                  </a:cubicBezTo>
                  <a:cubicBezTo>
                    <a:pt x="147" y="261"/>
                    <a:pt x="185" y="282"/>
                    <a:pt x="216" y="300"/>
                  </a:cubicBezTo>
                  <a:cubicBezTo>
                    <a:pt x="232" y="308"/>
                    <a:pt x="245" y="316"/>
                    <a:pt x="256" y="321"/>
                  </a:cubicBezTo>
                  <a:cubicBezTo>
                    <a:pt x="261" y="324"/>
                    <a:pt x="266" y="326"/>
                    <a:pt x="269" y="328"/>
                  </a:cubicBezTo>
                  <a:cubicBezTo>
                    <a:pt x="271" y="329"/>
                    <a:pt x="272" y="329"/>
                    <a:pt x="273" y="330"/>
                  </a:cubicBezTo>
                  <a:cubicBezTo>
                    <a:pt x="274" y="330"/>
                    <a:pt x="274" y="330"/>
                    <a:pt x="275" y="330"/>
                  </a:cubicBezTo>
                  <a:cubicBezTo>
                    <a:pt x="275" y="331"/>
                    <a:pt x="276" y="331"/>
                    <a:pt x="277" y="331"/>
                  </a:cubicBezTo>
                  <a:cubicBezTo>
                    <a:pt x="277" y="331"/>
                    <a:pt x="278" y="331"/>
                    <a:pt x="278" y="330"/>
                  </a:cubicBezTo>
                  <a:cubicBezTo>
                    <a:pt x="279" y="330"/>
                    <a:pt x="280" y="330"/>
                    <a:pt x="281" y="329"/>
                  </a:cubicBezTo>
                  <a:cubicBezTo>
                    <a:pt x="281" y="328"/>
                    <a:pt x="281" y="327"/>
                    <a:pt x="281" y="326"/>
                  </a:cubicBezTo>
                  <a:cubicBezTo>
                    <a:pt x="281" y="325"/>
                    <a:pt x="280" y="324"/>
                    <a:pt x="279" y="323"/>
                  </a:cubicBezTo>
                  <a:cubicBezTo>
                    <a:pt x="74" y="195"/>
                    <a:pt x="74" y="195"/>
                    <a:pt x="74" y="195"/>
                  </a:cubicBezTo>
                  <a:cubicBezTo>
                    <a:pt x="72" y="198"/>
                    <a:pt x="72" y="198"/>
                    <a:pt x="72" y="198"/>
                  </a:cubicBezTo>
                  <a:cubicBezTo>
                    <a:pt x="75" y="200"/>
                    <a:pt x="75" y="200"/>
                    <a:pt x="75" y="200"/>
                  </a:cubicBezTo>
                  <a:cubicBezTo>
                    <a:pt x="72" y="198"/>
                    <a:pt x="72" y="198"/>
                    <a:pt x="72" y="198"/>
                  </a:cubicBezTo>
                  <a:cubicBezTo>
                    <a:pt x="73" y="202"/>
                    <a:pt x="73" y="202"/>
                    <a:pt x="73" y="202"/>
                  </a:cubicBezTo>
                  <a:cubicBezTo>
                    <a:pt x="74" y="202"/>
                    <a:pt x="75" y="201"/>
                    <a:pt x="75" y="200"/>
                  </a:cubicBezTo>
                  <a:cubicBezTo>
                    <a:pt x="72" y="198"/>
                    <a:pt x="72" y="198"/>
                    <a:pt x="72" y="198"/>
                  </a:cubicBezTo>
                  <a:cubicBezTo>
                    <a:pt x="73" y="202"/>
                    <a:pt x="73" y="202"/>
                    <a:pt x="73" y="202"/>
                  </a:cubicBezTo>
                  <a:cubicBezTo>
                    <a:pt x="72" y="198"/>
                    <a:pt x="72" y="198"/>
                    <a:pt x="72" y="198"/>
                  </a:cubicBezTo>
                  <a:cubicBezTo>
                    <a:pt x="72" y="202"/>
                    <a:pt x="72" y="202"/>
                    <a:pt x="72" y="202"/>
                  </a:cubicBezTo>
                  <a:cubicBezTo>
                    <a:pt x="72" y="202"/>
                    <a:pt x="72" y="202"/>
                    <a:pt x="73" y="202"/>
                  </a:cubicBezTo>
                  <a:cubicBezTo>
                    <a:pt x="72" y="198"/>
                    <a:pt x="72" y="198"/>
                    <a:pt x="72" y="198"/>
                  </a:cubicBezTo>
                  <a:cubicBezTo>
                    <a:pt x="72" y="202"/>
                    <a:pt x="72" y="202"/>
                    <a:pt x="72" y="202"/>
                  </a:cubicBezTo>
                  <a:cubicBezTo>
                    <a:pt x="72" y="199"/>
                    <a:pt x="72" y="199"/>
                    <a:pt x="72" y="199"/>
                  </a:cubicBezTo>
                  <a:cubicBezTo>
                    <a:pt x="71" y="202"/>
                    <a:pt x="71" y="202"/>
                    <a:pt x="71" y="202"/>
                  </a:cubicBezTo>
                  <a:cubicBezTo>
                    <a:pt x="71" y="202"/>
                    <a:pt x="71" y="202"/>
                    <a:pt x="72" y="202"/>
                  </a:cubicBezTo>
                  <a:cubicBezTo>
                    <a:pt x="72" y="199"/>
                    <a:pt x="72" y="199"/>
                    <a:pt x="72" y="199"/>
                  </a:cubicBezTo>
                  <a:cubicBezTo>
                    <a:pt x="71" y="202"/>
                    <a:pt x="71" y="202"/>
                    <a:pt x="71" y="202"/>
                  </a:cubicBezTo>
                  <a:cubicBezTo>
                    <a:pt x="71" y="201"/>
                    <a:pt x="71" y="201"/>
                    <a:pt x="71" y="201"/>
                  </a:cubicBezTo>
                  <a:cubicBezTo>
                    <a:pt x="71" y="202"/>
                    <a:pt x="71" y="202"/>
                    <a:pt x="71" y="202"/>
                  </a:cubicBezTo>
                  <a:cubicBezTo>
                    <a:pt x="71" y="202"/>
                    <a:pt x="71" y="202"/>
                    <a:pt x="71" y="202"/>
                  </a:cubicBezTo>
                  <a:cubicBezTo>
                    <a:pt x="71" y="201"/>
                    <a:pt x="71" y="201"/>
                    <a:pt x="71" y="201"/>
                  </a:cubicBezTo>
                  <a:cubicBezTo>
                    <a:pt x="71" y="202"/>
                    <a:pt x="71" y="202"/>
                    <a:pt x="71" y="202"/>
                  </a:cubicBezTo>
                  <a:cubicBezTo>
                    <a:pt x="71" y="202"/>
                    <a:pt x="71" y="202"/>
                    <a:pt x="72" y="203"/>
                  </a:cubicBezTo>
                  <a:cubicBezTo>
                    <a:pt x="75" y="204"/>
                    <a:pt x="80" y="207"/>
                    <a:pt x="88" y="211"/>
                  </a:cubicBezTo>
                  <a:cubicBezTo>
                    <a:pt x="114" y="226"/>
                    <a:pt x="166" y="256"/>
                    <a:pt x="213" y="283"/>
                  </a:cubicBezTo>
                  <a:cubicBezTo>
                    <a:pt x="236" y="296"/>
                    <a:pt x="258" y="309"/>
                    <a:pt x="275" y="318"/>
                  </a:cubicBezTo>
                  <a:cubicBezTo>
                    <a:pt x="283" y="322"/>
                    <a:pt x="290" y="326"/>
                    <a:pt x="296" y="328"/>
                  </a:cubicBezTo>
                  <a:cubicBezTo>
                    <a:pt x="299" y="330"/>
                    <a:pt x="301" y="331"/>
                    <a:pt x="303" y="331"/>
                  </a:cubicBezTo>
                  <a:cubicBezTo>
                    <a:pt x="304" y="332"/>
                    <a:pt x="305" y="332"/>
                    <a:pt x="306" y="332"/>
                  </a:cubicBezTo>
                  <a:cubicBezTo>
                    <a:pt x="306" y="333"/>
                    <a:pt x="307" y="333"/>
                    <a:pt x="308" y="333"/>
                  </a:cubicBezTo>
                  <a:cubicBezTo>
                    <a:pt x="309" y="333"/>
                    <a:pt x="309" y="333"/>
                    <a:pt x="310" y="332"/>
                  </a:cubicBezTo>
                  <a:cubicBezTo>
                    <a:pt x="310" y="332"/>
                    <a:pt x="311" y="332"/>
                    <a:pt x="312" y="331"/>
                  </a:cubicBezTo>
                  <a:cubicBezTo>
                    <a:pt x="313" y="330"/>
                    <a:pt x="313" y="329"/>
                    <a:pt x="313" y="328"/>
                  </a:cubicBezTo>
                  <a:cubicBezTo>
                    <a:pt x="312" y="327"/>
                    <a:pt x="312" y="326"/>
                    <a:pt x="311" y="325"/>
                  </a:cubicBezTo>
                  <a:cubicBezTo>
                    <a:pt x="236" y="279"/>
                    <a:pt x="236" y="279"/>
                    <a:pt x="236" y="279"/>
                  </a:cubicBezTo>
                  <a:cubicBezTo>
                    <a:pt x="326" y="330"/>
                    <a:pt x="326" y="330"/>
                    <a:pt x="326" y="330"/>
                  </a:cubicBezTo>
                  <a:cubicBezTo>
                    <a:pt x="328" y="331"/>
                    <a:pt x="331" y="330"/>
                    <a:pt x="332" y="328"/>
                  </a:cubicBezTo>
                  <a:cubicBezTo>
                    <a:pt x="333" y="326"/>
                    <a:pt x="332" y="324"/>
                    <a:pt x="331" y="323"/>
                  </a:cubicBezTo>
                  <a:cubicBezTo>
                    <a:pt x="82" y="168"/>
                    <a:pt x="82" y="168"/>
                    <a:pt x="82" y="168"/>
                  </a:cubicBezTo>
                  <a:cubicBezTo>
                    <a:pt x="80" y="171"/>
                    <a:pt x="80" y="171"/>
                    <a:pt x="80" y="171"/>
                  </a:cubicBezTo>
                  <a:cubicBezTo>
                    <a:pt x="84" y="173"/>
                    <a:pt x="84" y="173"/>
                    <a:pt x="84" y="173"/>
                  </a:cubicBezTo>
                  <a:cubicBezTo>
                    <a:pt x="80" y="171"/>
                    <a:pt x="80" y="171"/>
                    <a:pt x="80" y="171"/>
                  </a:cubicBezTo>
                  <a:cubicBezTo>
                    <a:pt x="82" y="175"/>
                    <a:pt x="82" y="175"/>
                    <a:pt x="82" y="175"/>
                  </a:cubicBezTo>
                  <a:cubicBezTo>
                    <a:pt x="82" y="174"/>
                    <a:pt x="83" y="174"/>
                    <a:pt x="84" y="173"/>
                  </a:cubicBezTo>
                  <a:cubicBezTo>
                    <a:pt x="80" y="171"/>
                    <a:pt x="80" y="171"/>
                    <a:pt x="80" y="171"/>
                  </a:cubicBezTo>
                  <a:cubicBezTo>
                    <a:pt x="82" y="175"/>
                    <a:pt x="82" y="175"/>
                    <a:pt x="82" y="175"/>
                  </a:cubicBezTo>
                  <a:cubicBezTo>
                    <a:pt x="81" y="172"/>
                    <a:pt x="81" y="172"/>
                    <a:pt x="81" y="172"/>
                  </a:cubicBezTo>
                  <a:cubicBezTo>
                    <a:pt x="81" y="175"/>
                    <a:pt x="81" y="175"/>
                    <a:pt x="81" y="175"/>
                  </a:cubicBezTo>
                  <a:cubicBezTo>
                    <a:pt x="81" y="175"/>
                    <a:pt x="81" y="175"/>
                    <a:pt x="82" y="175"/>
                  </a:cubicBezTo>
                  <a:cubicBezTo>
                    <a:pt x="81" y="172"/>
                    <a:pt x="81" y="172"/>
                    <a:pt x="81" y="172"/>
                  </a:cubicBezTo>
                  <a:cubicBezTo>
                    <a:pt x="81" y="175"/>
                    <a:pt x="81" y="175"/>
                    <a:pt x="81" y="175"/>
                  </a:cubicBezTo>
                  <a:cubicBezTo>
                    <a:pt x="81" y="174"/>
                    <a:pt x="81" y="174"/>
                    <a:pt x="81" y="174"/>
                  </a:cubicBezTo>
                  <a:cubicBezTo>
                    <a:pt x="81" y="175"/>
                    <a:pt x="81" y="175"/>
                    <a:pt x="81" y="175"/>
                  </a:cubicBezTo>
                  <a:cubicBezTo>
                    <a:pt x="81" y="175"/>
                    <a:pt x="81" y="175"/>
                    <a:pt x="81" y="175"/>
                  </a:cubicBezTo>
                  <a:cubicBezTo>
                    <a:pt x="81" y="174"/>
                    <a:pt x="81" y="174"/>
                    <a:pt x="81" y="174"/>
                  </a:cubicBezTo>
                  <a:cubicBezTo>
                    <a:pt x="81" y="175"/>
                    <a:pt x="81" y="175"/>
                    <a:pt x="81" y="175"/>
                  </a:cubicBezTo>
                  <a:cubicBezTo>
                    <a:pt x="81" y="175"/>
                    <a:pt x="81" y="175"/>
                    <a:pt x="82" y="175"/>
                  </a:cubicBezTo>
                  <a:cubicBezTo>
                    <a:pt x="85" y="176"/>
                    <a:pt x="93" y="180"/>
                    <a:pt x="102" y="185"/>
                  </a:cubicBezTo>
                  <a:cubicBezTo>
                    <a:pt x="135" y="203"/>
                    <a:pt x="197" y="240"/>
                    <a:pt x="253" y="272"/>
                  </a:cubicBezTo>
                  <a:cubicBezTo>
                    <a:pt x="281" y="289"/>
                    <a:pt x="307" y="304"/>
                    <a:pt x="327" y="315"/>
                  </a:cubicBezTo>
                  <a:cubicBezTo>
                    <a:pt x="337" y="320"/>
                    <a:pt x="345" y="325"/>
                    <a:pt x="352" y="328"/>
                  </a:cubicBezTo>
                  <a:cubicBezTo>
                    <a:pt x="355" y="330"/>
                    <a:pt x="358" y="331"/>
                    <a:pt x="360" y="332"/>
                  </a:cubicBezTo>
                  <a:cubicBezTo>
                    <a:pt x="361" y="332"/>
                    <a:pt x="362" y="333"/>
                    <a:pt x="363" y="333"/>
                  </a:cubicBezTo>
                  <a:cubicBezTo>
                    <a:pt x="364" y="333"/>
                    <a:pt x="365" y="333"/>
                    <a:pt x="366" y="333"/>
                  </a:cubicBezTo>
                  <a:cubicBezTo>
                    <a:pt x="366" y="333"/>
                    <a:pt x="367" y="333"/>
                    <a:pt x="368" y="333"/>
                  </a:cubicBezTo>
                  <a:cubicBezTo>
                    <a:pt x="368" y="333"/>
                    <a:pt x="369" y="332"/>
                    <a:pt x="370" y="331"/>
                  </a:cubicBezTo>
                  <a:cubicBezTo>
                    <a:pt x="370" y="330"/>
                    <a:pt x="371" y="329"/>
                    <a:pt x="370" y="328"/>
                  </a:cubicBezTo>
                  <a:cubicBezTo>
                    <a:pt x="370" y="327"/>
                    <a:pt x="369" y="326"/>
                    <a:pt x="369" y="326"/>
                  </a:cubicBezTo>
                  <a:cubicBezTo>
                    <a:pt x="82" y="147"/>
                    <a:pt x="82" y="147"/>
                    <a:pt x="82" y="147"/>
                  </a:cubicBezTo>
                  <a:cubicBezTo>
                    <a:pt x="80" y="150"/>
                    <a:pt x="80" y="150"/>
                    <a:pt x="80" y="150"/>
                  </a:cubicBezTo>
                  <a:cubicBezTo>
                    <a:pt x="84" y="152"/>
                    <a:pt x="84" y="152"/>
                    <a:pt x="84" y="152"/>
                  </a:cubicBezTo>
                  <a:cubicBezTo>
                    <a:pt x="80" y="150"/>
                    <a:pt x="80" y="150"/>
                    <a:pt x="80" y="150"/>
                  </a:cubicBezTo>
                  <a:cubicBezTo>
                    <a:pt x="82" y="154"/>
                    <a:pt x="82" y="154"/>
                    <a:pt x="82" y="154"/>
                  </a:cubicBezTo>
                  <a:cubicBezTo>
                    <a:pt x="82" y="154"/>
                    <a:pt x="83" y="153"/>
                    <a:pt x="84" y="152"/>
                  </a:cubicBezTo>
                  <a:cubicBezTo>
                    <a:pt x="80" y="150"/>
                    <a:pt x="80" y="150"/>
                    <a:pt x="80" y="150"/>
                  </a:cubicBezTo>
                  <a:cubicBezTo>
                    <a:pt x="82" y="154"/>
                    <a:pt x="82" y="154"/>
                    <a:pt x="82" y="154"/>
                  </a:cubicBezTo>
                  <a:cubicBezTo>
                    <a:pt x="80" y="150"/>
                    <a:pt x="80" y="150"/>
                    <a:pt x="80" y="150"/>
                  </a:cubicBezTo>
                  <a:cubicBezTo>
                    <a:pt x="80" y="154"/>
                    <a:pt x="80" y="154"/>
                    <a:pt x="80" y="154"/>
                  </a:cubicBezTo>
                  <a:cubicBezTo>
                    <a:pt x="81" y="154"/>
                    <a:pt x="81" y="154"/>
                    <a:pt x="82" y="154"/>
                  </a:cubicBezTo>
                  <a:cubicBezTo>
                    <a:pt x="80" y="150"/>
                    <a:pt x="80" y="150"/>
                    <a:pt x="80" y="150"/>
                  </a:cubicBezTo>
                  <a:cubicBezTo>
                    <a:pt x="80" y="154"/>
                    <a:pt x="80" y="154"/>
                    <a:pt x="80" y="154"/>
                  </a:cubicBezTo>
                  <a:cubicBezTo>
                    <a:pt x="80" y="151"/>
                    <a:pt x="80" y="151"/>
                    <a:pt x="80" y="151"/>
                  </a:cubicBezTo>
                  <a:cubicBezTo>
                    <a:pt x="79" y="154"/>
                    <a:pt x="79" y="154"/>
                    <a:pt x="79" y="154"/>
                  </a:cubicBezTo>
                  <a:cubicBezTo>
                    <a:pt x="80" y="154"/>
                    <a:pt x="80" y="154"/>
                    <a:pt x="80" y="154"/>
                  </a:cubicBezTo>
                  <a:cubicBezTo>
                    <a:pt x="80" y="151"/>
                    <a:pt x="80" y="151"/>
                    <a:pt x="80" y="151"/>
                  </a:cubicBezTo>
                  <a:cubicBezTo>
                    <a:pt x="79" y="154"/>
                    <a:pt x="79" y="154"/>
                    <a:pt x="79" y="154"/>
                  </a:cubicBezTo>
                  <a:cubicBezTo>
                    <a:pt x="80" y="153"/>
                    <a:pt x="80" y="153"/>
                    <a:pt x="80" y="153"/>
                  </a:cubicBezTo>
                  <a:cubicBezTo>
                    <a:pt x="79" y="154"/>
                    <a:pt x="79" y="154"/>
                    <a:pt x="79" y="154"/>
                  </a:cubicBezTo>
                  <a:cubicBezTo>
                    <a:pt x="79" y="154"/>
                    <a:pt x="79" y="154"/>
                    <a:pt x="79" y="154"/>
                  </a:cubicBezTo>
                  <a:cubicBezTo>
                    <a:pt x="80" y="153"/>
                    <a:pt x="80" y="153"/>
                    <a:pt x="80" y="153"/>
                  </a:cubicBezTo>
                  <a:cubicBezTo>
                    <a:pt x="79" y="154"/>
                    <a:pt x="79" y="154"/>
                    <a:pt x="79" y="154"/>
                  </a:cubicBezTo>
                  <a:cubicBezTo>
                    <a:pt x="79" y="154"/>
                    <a:pt x="79" y="154"/>
                    <a:pt x="79" y="154"/>
                  </a:cubicBezTo>
                  <a:cubicBezTo>
                    <a:pt x="80" y="155"/>
                    <a:pt x="82" y="156"/>
                    <a:pt x="85" y="157"/>
                  </a:cubicBezTo>
                  <a:cubicBezTo>
                    <a:pt x="97" y="163"/>
                    <a:pt x="121" y="178"/>
                    <a:pt x="152" y="196"/>
                  </a:cubicBezTo>
                  <a:cubicBezTo>
                    <a:pt x="199" y="223"/>
                    <a:pt x="259" y="259"/>
                    <a:pt x="310" y="288"/>
                  </a:cubicBezTo>
                  <a:cubicBezTo>
                    <a:pt x="335" y="302"/>
                    <a:pt x="357" y="315"/>
                    <a:pt x="374" y="324"/>
                  </a:cubicBezTo>
                  <a:cubicBezTo>
                    <a:pt x="383" y="328"/>
                    <a:pt x="390" y="332"/>
                    <a:pt x="395" y="335"/>
                  </a:cubicBezTo>
                  <a:cubicBezTo>
                    <a:pt x="398" y="336"/>
                    <a:pt x="400" y="337"/>
                    <a:pt x="402" y="338"/>
                  </a:cubicBezTo>
                  <a:cubicBezTo>
                    <a:pt x="403" y="338"/>
                    <a:pt x="404" y="338"/>
                    <a:pt x="404" y="338"/>
                  </a:cubicBezTo>
                  <a:cubicBezTo>
                    <a:pt x="405" y="339"/>
                    <a:pt x="406" y="339"/>
                    <a:pt x="407" y="339"/>
                  </a:cubicBezTo>
                  <a:cubicBezTo>
                    <a:pt x="407" y="339"/>
                    <a:pt x="408" y="339"/>
                    <a:pt x="409" y="339"/>
                  </a:cubicBezTo>
                  <a:cubicBezTo>
                    <a:pt x="409" y="338"/>
                    <a:pt x="410" y="338"/>
                    <a:pt x="411" y="337"/>
                  </a:cubicBezTo>
                  <a:cubicBezTo>
                    <a:pt x="411" y="337"/>
                    <a:pt x="411" y="337"/>
                    <a:pt x="411" y="337"/>
                  </a:cubicBezTo>
                  <a:cubicBezTo>
                    <a:pt x="411" y="336"/>
                    <a:pt x="412" y="335"/>
                    <a:pt x="412" y="334"/>
                  </a:cubicBezTo>
                  <a:cubicBezTo>
                    <a:pt x="411" y="333"/>
                    <a:pt x="411" y="332"/>
                    <a:pt x="411" y="332"/>
                  </a:cubicBezTo>
                  <a:cubicBezTo>
                    <a:pt x="410" y="330"/>
                    <a:pt x="409" y="330"/>
                    <a:pt x="408" y="328"/>
                  </a:cubicBezTo>
                  <a:cubicBezTo>
                    <a:pt x="406" y="326"/>
                    <a:pt x="404" y="324"/>
                    <a:pt x="400" y="321"/>
                  </a:cubicBezTo>
                  <a:cubicBezTo>
                    <a:pt x="386" y="311"/>
                    <a:pt x="359" y="293"/>
                    <a:pt x="327" y="273"/>
                  </a:cubicBezTo>
                  <a:cubicBezTo>
                    <a:pt x="231" y="214"/>
                    <a:pt x="86" y="129"/>
                    <a:pt x="86" y="129"/>
                  </a:cubicBezTo>
                  <a:cubicBezTo>
                    <a:pt x="85" y="128"/>
                    <a:pt x="84" y="128"/>
                    <a:pt x="83" y="128"/>
                  </a:cubicBezTo>
                  <a:cubicBezTo>
                    <a:pt x="82" y="129"/>
                    <a:pt x="81" y="129"/>
                    <a:pt x="80" y="130"/>
                  </a:cubicBezTo>
                  <a:cubicBezTo>
                    <a:pt x="80" y="131"/>
                    <a:pt x="80" y="132"/>
                    <a:pt x="80" y="133"/>
                  </a:cubicBezTo>
                  <a:cubicBezTo>
                    <a:pt x="80" y="134"/>
                    <a:pt x="81" y="135"/>
                    <a:pt x="82" y="136"/>
                  </a:cubicBezTo>
                  <a:cubicBezTo>
                    <a:pt x="440" y="343"/>
                    <a:pt x="440" y="343"/>
                    <a:pt x="440" y="343"/>
                  </a:cubicBezTo>
                  <a:cubicBezTo>
                    <a:pt x="442" y="344"/>
                    <a:pt x="444" y="343"/>
                    <a:pt x="445" y="341"/>
                  </a:cubicBezTo>
                  <a:cubicBezTo>
                    <a:pt x="446" y="341"/>
                    <a:pt x="446" y="340"/>
                    <a:pt x="446" y="339"/>
                  </a:cubicBezTo>
                  <a:cubicBezTo>
                    <a:pt x="446" y="338"/>
                    <a:pt x="446" y="338"/>
                    <a:pt x="445" y="338"/>
                  </a:cubicBezTo>
                  <a:cubicBezTo>
                    <a:pt x="445" y="337"/>
                    <a:pt x="445" y="337"/>
                    <a:pt x="445" y="336"/>
                  </a:cubicBezTo>
                  <a:cubicBezTo>
                    <a:pt x="444" y="336"/>
                    <a:pt x="444" y="336"/>
                    <a:pt x="443" y="335"/>
                  </a:cubicBezTo>
                  <a:cubicBezTo>
                    <a:pt x="442" y="334"/>
                    <a:pt x="440" y="333"/>
                    <a:pt x="436" y="330"/>
                  </a:cubicBezTo>
                  <a:cubicBezTo>
                    <a:pt x="423" y="322"/>
                    <a:pt x="394" y="305"/>
                    <a:pt x="358" y="283"/>
                  </a:cubicBezTo>
                  <a:cubicBezTo>
                    <a:pt x="305" y="251"/>
                    <a:pt x="236" y="210"/>
                    <a:pt x="180" y="175"/>
                  </a:cubicBezTo>
                  <a:cubicBezTo>
                    <a:pt x="152" y="158"/>
                    <a:pt x="128" y="143"/>
                    <a:pt x="111" y="132"/>
                  </a:cubicBezTo>
                  <a:cubicBezTo>
                    <a:pt x="102" y="126"/>
                    <a:pt x="95" y="121"/>
                    <a:pt x="90" y="118"/>
                  </a:cubicBezTo>
                  <a:cubicBezTo>
                    <a:pt x="88" y="116"/>
                    <a:pt x="86" y="114"/>
                    <a:pt x="85" y="113"/>
                  </a:cubicBezTo>
                  <a:cubicBezTo>
                    <a:pt x="84" y="113"/>
                    <a:pt x="84" y="112"/>
                    <a:pt x="84" y="112"/>
                  </a:cubicBezTo>
                  <a:cubicBezTo>
                    <a:pt x="84" y="112"/>
                    <a:pt x="84" y="112"/>
                    <a:pt x="84" y="112"/>
                  </a:cubicBezTo>
                  <a:cubicBezTo>
                    <a:pt x="82" y="114"/>
                    <a:pt x="82" y="114"/>
                    <a:pt x="82" y="114"/>
                  </a:cubicBezTo>
                  <a:cubicBezTo>
                    <a:pt x="84" y="114"/>
                    <a:pt x="84" y="114"/>
                    <a:pt x="84" y="114"/>
                  </a:cubicBezTo>
                  <a:cubicBezTo>
                    <a:pt x="84" y="113"/>
                    <a:pt x="84" y="112"/>
                    <a:pt x="84" y="112"/>
                  </a:cubicBezTo>
                  <a:cubicBezTo>
                    <a:pt x="82" y="114"/>
                    <a:pt x="82" y="114"/>
                    <a:pt x="82" y="114"/>
                  </a:cubicBezTo>
                  <a:cubicBezTo>
                    <a:pt x="84" y="114"/>
                    <a:pt x="84" y="114"/>
                    <a:pt x="84" y="114"/>
                  </a:cubicBezTo>
                  <a:cubicBezTo>
                    <a:pt x="81" y="114"/>
                    <a:pt x="81" y="114"/>
                    <a:pt x="81" y="114"/>
                  </a:cubicBezTo>
                  <a:cubicBezTo>
                    <a:pt x="84" y="116"/>
                    <a:pt x="84" y="116"/>
                    <a:pt x="84" y="116"/>
                  </a:cubicBezTo>
                  <a:cubicBezTo>
                    <a:pt x="84" y="115"/>
                    <a:pt x="84" y="114"/>
                    <a:pt x="84" y="114"/>
                  </a:cubicBezTo>
                  <a:cubicBezTo>
                    <a:pt x="81" y="114"/>
                    <a:pt x="81" y="114"/>
                    <a:pt x="81" y="114"/>
                  </a:cubicBezTo>
                  <a:cubicBezTo>
                    <a:pt x="84" y="116"/>
                    <a:pt x="84" y="116"/>
                    <a:pt x="84" y="116"/>
                  </a:cubicBezTo>
                  <a:cubicBezTo>
                    <a:pt x="80" y="114"/>
                    <a:pt x="80" y="114"/>
                    <a:pt x="80" y="114"/>
                  </a:cubicBezTo>
                  <a:cubicBezTo>
                    <a:pt x="78" y="117"/>
                    <a:pt x="78" y="117"/>
                    <a:pt x="78" y="117"/>
                  </a:cubicBezTo>
                  <a:cubicBezTo>
                    <a:pt x="477" y="346"/>
                    <a:pt x="477" y="346"/>
                    <a:pt x="477" y="346"/>
                  </a:cubicBezTo>
                  <a:cubicBezTo>
                    <a:pt x="479" y="347"/>
                    <a:pt x="481" y="346"/>
                    <a:pt x="482" y="344"/>
                  </a:cubicBezTo>
                  <a:cubicBezTo>
                    <a:pt x="483" y="344"/>
                    <a:pt x="483" y="343"/>
                    <a:pt x="483" y="342"/>
                  </a:cubicBezTo>
                  <a:cubicBezTo>
                    <a:pt x="483" y="341"/>
                    <a:pt x="482" y="340"/>
                    <a:pt x="482" y="340"/>
                  </a:cubicBezTo>
                  <a:cubicBezTo>
                    <a:pt x="482" y="339"/>
                    <a:pt x="481" y="339"/>
                    <a:pt x="481" y="339"/>
                  </a:cubicBezTo>
                  <a:cubicBezTo>
                    <a:pt x="480" y="338"/>
                    <a:pt x="479" y="337"/>
                    <a:pt x="478" y="336"/>
                  </a:cubicBezTo>
                  <a:cubicBezTo>
                    <a:pt x="473" y="332"/>
                    <a:pt x="463" y="326"/>
                    <a:pt x="450" y="317"/>
                  </a:cubicBezTo>
                  <a:cubicBezTo>
                    <a:pt x="356" y="257"/>
                    <a:pt x="85" y="91"/>
                    <a:pt x="85" y="91"/>
                  </a:cubicBezTo>
                  <a:cubicBezTo>
                    <a:pt x="83" y="95"/>
                    <a:pt x="83" y="95"/>
                    <a:pt x="83" y="95"/>
                  </a:cubicBezTo>
                  <a:cubicBezTo>
                    <a:pt x="83" y="99"/>
                    <a:pt x="83" y="99"/>
                    <a:pt x="83" y="99"/>
                  </a:cubicBezTo>
                  <a:cubicBezTo>
                    <a:pt x="83" y="95"/>
                    <a:pt x="83" y="95"/>
                    <a:pt x="83" y="95"/>
                  </a:cubicBezTo>
                  <a:cubicBezTo>
                    <a:pt x="81" y="99"/>
                    <a:pt x="81" y="99"/>
                    <a:pt x="81" y="99"/>
                  </a:cubicBezTo>
                  <a:cubicBezTo>
                    <a:pt x="82" y="99"/>
                    <a:pt x="82" y="99"/>
                    <a:pt x="83" y="99"/>
                  </a:cubicBezTo>
                  <a:cubicBezTo>
                    <a:pt x="83" y="95"/>
                    <a:pt x="83" y="95"/>
                    <a:pt x="83" y="95"/>
                  </a:cubicBezTo>
                  <a:cubicBezTo>
                    <a:pt x="81" y="99"/>
                    <a:pt x="81" y="99"/>
                    <a:pt x="81" y="99"/>
                  </a:cubicBezTo>
                  <a:cubicBezTo>
                    <a:pt x="82" y="95"/>
                    <a:pt x="82" y="95"/>
                    <a:pt x="82" y="95"/>
                  </a:cubicBezTo>
                  <a:cubicBezTo>
                    <a:pt x="81" y="98"/>
                    <a:pt x="81" y="98"/>
                    <a:pt x="81" y="98"/>
                  </a:cubicBezTo>
                  <a:cubicBezTo>
                    <a:pt x="81" y="99"/>
                    <a:pt x="81" y="99"/>
                    <a:pt x="81" y="99"/>
                  </a:cubicBezTo>
                  <a:cubicBezTo>
                    <a:pt x="82" y="95"/>
                    <a:pt x="82" y="95"/>
                    <a:pt x="82" y="95"/>
                  </a:cubicBezTo>
                  <a:cubicBezTo>
                    <a:pt x="81" y="98"/>
                    <a:pt x="81" y="98"/>
                    <a:pt x="81" y="98"/>
                  </a:cubicBezTo>
                  <a:cubicBezTo>
                    <a:pt x="81" y="97"/>
                    <a:pt x="81" y="97"/>
                    <a:pt x="81" y="97"/>
                  </a:cubicBezTo>
                  <a:cubicBezTo>
                    <a:pt x="81" y="98"/>
                    <a:pt x="81" y="98"/>
                    <a:pt x="81" y="98"/>
                  </a:cubicBezTo>
                  <a:cubicBezTo>
                    <a:pt x="81" y="98"/>
                    <a:pt x="81" y="98"/>
                    <a:pt x="81" y="98"/>
                  </a:cubicBezTo>
                  <a:cubicBezTo>
                    <a:pt x="81" y="97"/>
                    <a:pt x="81" y="97"/>
                    <a:pt x="81" y="97"/>
                  </a:cubicBezTo>
                  <a:cubicBezTo>
                    <a:pt x="81" y="98"/>
                    <a:pt x="81" y="98"/>
                    <a:pt x="81" y="98"/>
                  </a:cubicBezTo>
                  <a:cubicBezTo>
                    <a:pt x="81" y="99"/>
                    <a:pt x="82" y="99"/>
                    <a:pt x="83" y="100"/>
                  </a:cubicBezTo>
                  <a:cubicBezTo>
                    <a:pt x="99" y="109"/>
                    <a:pt x="207" y="172"/>
                    <a:pt x="310" y="232"/>
                  </a:cubicBezTo>
                  <a:cubicBezTo>
                    <a:pt x="361" y="262"/>
                    <a:pt x="412" y="292"/>
                    <a:pt x="449" y="314"/>
                  </a:cubicBezTo>
                  <a:cubicBezTo>
                    <a:pt x="487" y="336"/>
                    <a:pt x="511" y="350"/>
                    <a:pt x="511" y="350"/>
                  </a:cubicBezTo>
                  <a:cubicBezTo>
                    <a:pt x="513" y="351"/>
                    <a:pt x="516" y="351"/>
                    <a:pt x="517" y="349"/>
                  </a:cubicBezTo>
                  <a:cubicBezTo>
                    <a:pt x="517" y="348"/>
                    <a:pt x="518" y="347"/>
                    <a:pt x="518" y="347"/>
                  </a:cubicBezTo>
                  <a:cubicBezTo>
                    <a:pt x="517" y="346"/>
                    <a:pt x="517" y="345"/>
                    <a:pt x="517" y="345"/>
                  </a:cubicBezTo>
                  <a:cubicBezTo>
                    <a:pt x="517" y="344"/>
                    <a:pt x="517" y="344"/>
                    <a:pt x="516" y="344"/>
                  </a:cubicBezTo>
                  <a:cubicBezTo>
                    <a:pt x="516" y="343"/>
                    <a:pt x="516" y="343"/>
                    <a:pt x="515" y="343"/>
                  </a:cubicBezTo>
                  <a:cubicBezTo>
                    <a:pt x="513" y="341"/>
                    <a:pt x="511" y="339"/>
                    <a:pt x="506" y="337"/>
                  </a:cubicBezTo>
                  <a:cubicBezTo>
                    <a:pt x="490" y="326"/>
                    <a:pt x="456" y="306"/>
                    <a:pt x="414" y="280"/>
                  </a:cubicBezTo>
                  <a:cubicBezTo>
                    <a:pt x="350" y="242"/>
                    <a:pt x="268" y="193"/>
                    <a:pt x="202" y="152"/>
                  </a:cubicBezTo>
                  <a:cubicBezTo>
                    <a:pt x="169" y="132"/>
                    <a:pt x="140" y="114"/>
                    <a:pt x="119" y="100"/>
                  </a:cubicBezTo>
                  <a:cubicBezTo>
                    <a:pt x="109" y="93"/>
                    <a:pt x="101" y="88"/>
                    <a:pt x="95" y="83"/>
                  </a:cubicBezTo>
                  <a:cubicBezTo>
                    <a:pt x="92" y="81"/>
                    <a:pt x="90" y="80"/>
                    <a:pt x="89" y="78"/>
                  </a:cubicBezTo>
                  <a:cubicBezTo>
                    <a:pt x="88" y="78"/>
                    <a:pt x="88" y="77"/>
                    <a:pt x="88" y="77"/>
                  </a:cubicBezTo>
                  <a:cubicBezTo>
                    <a:pt x="88" y="77"/>
                    <a:pt x="88" y="77"/>
                    <a:pt x="88" y="77"/>
                  </a:cubicBezTo>
                  <a:cubicBezTo>
                    <a:pt x="86" y="78"/>
                    <a:pt x="86" y="78"/>
                    <a:pt x="86" y="78"/>
                  </a:cubicBezTo>
                  <a:cubicBezTo>
                    <a:pt x="88" y="77"/>
                    <a:pt x="88" y="77"/>
                    <a:pt x="88" y="77"/>
                  </a:cubicBezTo>
                  <a:cubicBezTo>
                    <a:pt x="88" y="77"/>
                    <a:pt x="88" y="77"/>
                    <a:pt x="88" y="77"/>
                  </a:cubicBezTo>
                  <a:cubicBezTo>
                    <a:pt x="86" y="78"/>
                    <a:pt x="86" y="78"/>
                    <a:pt x="86" y="78"/>
                  </a:cubicBezTo>
                  <a:cubicBezTo>
                    <a:pt x="88" y="77"/>
                    <a:pt x="88" y="77"/>
                    <a:pt x="88" y="77"/>
                  </a:cubicBezTo>
                  <a:cubicBezTo>
                    <a:pt x="85" y="79"/>
                    <a:pt x="85" y="79"/>
                    <a:pt x="85" y="79"/>
                  </a:cubicBezTo>
                  <a:cubicBezTo>
                    <a:pt x="88" y="79"/>
                    <a:pt x="88" y="79"/>
                    <a:pt x="88" y="79"/>
                  </a:cubicBezTo>
                  <a:cubicBezTo>
                    <a:pt x="88" y="78"/>
                    <a:pt x="88" y="78"/>
                    <a:pt x="88" y="77"/>
                  </a:cubicBezTo>
                  <a:cubicBezTo>
                    <a:pt x="85" y="79"/>
                    <a:pt x="85" y="79"/>
                    <a:pt x="85" y="79"/>
                  </a:cubicBezTo>
                  <a:cubicBezTo>
                    <a:pt x="88" y="79"/>
                    <a:pt x="88" y="79"/>
                    <a:pt x="88" y="79"/>
                  </a:cubicBezTo>
                  <a:cubicBezTo>
                    <a:pt x="84" y="79"/>
                    <a:pt x="84" y="79"/>
                    <a:pt x="84" y="79"/>
                  </a:cubicBezTo>
                  <a:cubicBezTo>
                    <a:pt x="87" y="80"/>
                    <a:pt x="87" y="80"/>
                    <a:pt x="87" y="80"/>
                  </a:cubicBezTo>
                  <a:cubicBezTo>
                    <a:pt x="88" y="80"/>
                    <a:pt x="88" y="79"/>
                    <a:pt x="88" y="79"/>
                  </a:cubicBezTo>
                  <a:cubicBezTo>
                    <a:pt x="84" y="79"/>
                    <a:pt x="84" y="79"/>
                    <a:pt x="84" y="79"/>
                  </a:cubicBezTo>
                  <a:cubicBezTo>
                    <a:pt x="87" y="80"/>
                    <a:pt x="87" y="80"/>
                    <a:pt x="87" y="80"/>
                  </a:cubicBezTo>
                  <a:cubicBezTo>
                    <a:pt x="87" y="80"/>
                    <a:pt x="87" y="80"/>
                    <a:pt x="87" y="80"/>
                  </a:cubicBezTo>
                  <a:cubicBezTo>
                    <a:pt x="84" y="79"/>
                    <a:pt x="84" y="79"/>
                    <a:pt x="84" y="79"/>
                  </a:cubicBezTo>
                  <a:cubicBezTo>
                    <a:pt x="86" y="82"/>
                    <a:pt x="86" y="82"/>
                    <a:pt x="86" y="82"/>
                  </a:cubicBezTo>
                  <a:cubicBezTo>
                    <a:pt x="86" y="82"/>
                    <a:pt x="87" y="81"/>
                    <a:pt x="87" y="80"/>
                  </a:cubicBezTo>
                  <a:cubicBezTo>
                    <a:pt x="84" y="79"/>
                    <a:pt x="84" y="79"/>
                    <a:pt x="84" y="79"/>
                  </a:cubicBezTo>
                  <a:cubicBezTo>
                    <a:pt x="86" y="82"/>
                    <a:pt x="86" y="82"/>
                    <a:pt x="86" y="82"/>
                  </a:cubicBezTo>
                  <a:cubicBezTo>
                    <a:pt x="85" y="79"/>
                    <a:pt x="85" y="79"/>
                    <a:pt x="85" y="79"/>
                  </a:cubicBezTo>
                  <a:cubicBezTo>
                    <a:pt x="85" y="82"/>
                    <a:pt x="85" y="82"/>
                    <a:pt x="85" y="82"/>
                  </a:cubicBezTo>
                  <a:cubicBezTo>
                    <a:pt x="85" y="82"/>
                    <a:pt x="85" y="82"/>
                    <a:pt x="86" y="82"/>
                  </a:cubicBezTo>
                  <a:cubicBezTo>
                    <a:pt x="85" y="79"/>
                    <a:pt x="85" y="79"/>
                    <a:pt x="85" y="79"/>
                  </a:cubicBezTo>
                  <a:cubicBezTo>
                    <a:pt x="85" y="82"/>
                    <a:pt x="85" y="82"/>
                    <a:pt x="85" y="82"/>
                  </a:cubicBezTo>
                  <a:cubicBezTo>
                    <a:pt x="85" y="81"/>
                    <a:pt x="85" y="81"/>
                    <a:pt x="85" y="81"/>
                  </a:cubicBezTo>
                  <a:cubicBezTo>
                    <a:pt x="85" y="82"/>
                    <a:pt x="85" y="82"/>
                    <a:pt x="85" y="82"/>
                  </a:cubicBezTo>
                  <a:cubicBezTo>
                    <a:pt x="85" y="82"/>
                    <a:pt x="85" y="82"/>
                    <a:pt x="85" y="82"/>
                  </a:cubicBezTo>
                  <a:cubicBezTo>
                    <a:pt x="85" y="81"/>
                    <a:pt x="85" y="81"/>
                    <a:pt x="85" y="81"/>
                  </a:cubicBezTo>
                  <a:cubicBezTo>
                    <a:pt x="85" y="82"/>
                    <a:pt x="85" y="82"/>
                    <a:pt x="85" y="82"/>
                  </a:cubicBezTo>
                  <a:cubicBezTo>
                    <a:pt x="85" y="82"/>
                    <a:pt x="85" y="82"/>
                    <a:pt x="85" y="82"/>
                  </a:cubicBezTo>
                  <a:cubicBezTo>
                    <a:pt x="87" y="83"/>
                    <a:pt x="91" y="84"/>
                    <a:pt x="95" y="87"/>
                  </a:cubicBezTo>
                  <a:cubicBezTo>
                    <a:pt x="113" y="96"/>
                    <a:pt x="149" y="117"/>
                    <a:pt x="192" y="144"/>
                  </a:cubicBezTo>
                  <a:cubicBezTo>
                    <a:pt x="258" y="184"/>
                    <a:pt x="341" y="237"/>
                    <a:pt x="410" y="280"/>
                  </a:cubicBezTo>
                  <a:cubicBezTo>
                    <a:pt x="444" y="301"/>
                    <a:pt x="475" y="320"/>
                    <a:pt x="498" y="333"/>
                  </a:cubicBezTo>
                  <a:cubicBezTo>
                    <a:pt x="510" y="340"/>
                    <a:pt x="520" y="345"/>
                    <a:pt x="528" y="349"/>
                  </a:cubicBezTo>
                  <a:cubicBezTo>
                    <a:pt x="531" y="351"/>
                    <a:pt x="534" y="353"/>
                    <a:pt x="537" y="354"/>
                  </a:cubicBezTo>
                  <a:cubicBezTo>
                    <a:pt x="538" y="354"/>
                    <a:pt x="540" y="354"/>
                    <a:pt x="541" y="355"/>
                  </a:cubicBezTo>
                  <a:cubicBezTo>
                    <a:pt x="542" y="355"/>
                    <a:pt x="543" y="355"/>
                    <a:pt x="544" y="355"/>
                  </a:cubicBezTo>
                  <a:cubicBezTo>
                    <a:pt x="544" y="355"/>
                    <a:pt x="545" y="355"/>
                    <a:pt x="546" y="355"/>
                  </a:cubicBezTo>
                  <a:cubicBezTo>
                    <a:pt x="547" y="355"/>
                    <a:pt x="548" y="354"/>
                    <a:pt x="548" y="353"/>
                  </a:cubicBezTo>
                  <a:cubicBezTo>
                    <a:pt x="548" y="353"/>
                    <a:pt x="548" y="353"/>
                    <a:pt x="548" y="353"/>
                  </a:cubicBezTo>
                  <a:cubicBezTo>
                    <a:pt x="549" y="352"/>
                    <a:pt x="549" y="351"/>
                    <a:pt x="549" y="351"/>
                  </a:cubicBezTo>
                  <a:cubicBezTo>
                    <a:pt x="549" y="350"/>
                    <a:pt x="549" y="350"/>
                    <a:pt x="549" y="349"/>
                  </a:cubicBezTo>
                  <a:cubicBezTo>
                    <a:pt x="548" y="349"/>
                    <a:pt x="548" y="348"/>
                    <a:pt x="548" y="348"/>
                  </a:cubicBezTo>
                  <a:cubicBezTo>
                    <a:pt x="547" y="348"/>
                    <a:pt x="547" y="348"/>
                    <a:pt x="547" y="348"/>
                  </a:cubicBezTo>
                  <a:cubicBezTo>
                    <a:pt x="547" y="347"/>
                    <a:pt x="546" y="346"/>
                    <a:pt x="544" y="346"/>
                  </a:cubicBezTo>
                  <a:cubicBezTo>
                    <a:pt x="540" y="343"/>
                    <a:pt x="529" y="336"/>
                    <a:pt x="514" y="327"/>
                  </a:cubicBezTo>
                  <a:cubicBezTo>
                    <a:pt x="461" y="296"/>
                    <a:pt x="354" y="233"/>
                    <a:pt x="260" y="176"/>
                  </a:cubicBezTo>
                  <a:cubicBezTo>
                    <a:pt x="214" y="148"/>
                    <a:pt x="170" y="121"/>
                    <a:pt x="138" y="100"/>
                  </a:cubicBezTo>
                  <a:cubicBezTo>
                    <a:pt x="122" y="89"/>
                    <a:pt x="109" y="80"/>
                    <a:pt x="100" y="74"/>
                  </a:cubicBezTo>
                  <a:cubicBezTo>
                    <a:pt x="96" y="70"/>
                    <a:pt x="93" y="68"/>
                    <a:pt x="90" y="65"/>
                  </a:cubicBezTo>
                  <a:cubicBezTo>
                    <a:pt x="89" y="64"/>
                    <a:pt x="88" y="64"/>
                    <a:pt x="88" y="63"/>
                  </a:cubicBezTo>
                  <a:cubicBezTo>
                    <a:pt x="88" y="63"/>
                    <a:pt x="88" y="63"/>
                    <a:pt x="88" y="63"/>
                  </a:cubicBezTo>
                  <a:cubicBezTo>
                    <a:pt x="86" y="63"/>
                    <a:pt x="86" y="63"/>
                    <a:pt x="86" y="63"/>
                  </a:cubicBezTo>
                  <a:cubicBezTo>
                    <a:pt x="88" y="63"/>
                    <a:pt x="88" y="63"/>
                    <a:pt x="88" y="63"/>
                  </a:cubicBezTo>
                  <a:cubicBezTo>
                    <a:pt x="88" y="63"/>
                    <a:pt x="88" y="63"/>
                    <a:pt x="88" y="63"/>
                  </a:cubicBezTo>
                  <a:cubicBezTo>
                    <a:pt x="86" y="63"/>
                    <a:pt x="86" y="63"/>
                    <a:pt x="86" y="63"/>
                  </a:cubicBezTo>
                  <a:cubicBezTo>
                    <a:pt x="88" y="63"/>
                    <a:pt x="88" y="63"/>
                    <a:pt x="88" y="63"/>
                  </a:cubicBezTo>
                  <a:cubicBezTo>
                    <a:pt x="85" y="63"/>
                    <a:pt x="85" y="63"/>
                    <a:pt x="85" y="63"/>
                  </a:cubicBezTo>
                  <a:cubicBezTo>
                    <a:pt x="87" y="65"/>
                    <a:pt x="87" y="65"/>
                    <a:pt x="87" y="65"/>
                  </a:cubicBezTo>
                  <a:cubicBezTo>
                    <a:pt x="88" y="65"/>
                    <a:pt x="88" y="64"/>
                    <a:pt x="88" y="63"/>
                  </a:cubicBezTo>
                  <a:cubicBezTo>
                    <a:pt x="85" y="63"/>
                    <a:pt x="85" y="63"/>
                    <a:pt x="85" y="63"/>
                  </a:cubicBezTo>
                  <a:cubicBezTo>
                    <a:pt x="87" y="65"/>
                    <a:pt x="87" y="65"/>
                    <a:pt x="87" y="65"/>
                  </a:cubicBezTo>
                  <a:cubicBezTo>
                    <a:pt x="84" y="63"/>
                    <a:pt x="84" y="63"/>
                    <a:pt x="84" y="63"/>
                  </a:cubicBezTo>
                  <a:cubicBezTo>
                    <a:pt x="82" y="66"/>
                    <a:pt x="82" y="66"/>
                    <a:pt x="82" y="66"/>
                  </a:cubicBezTo>
                  <a:cubicBezTo>
                    <a:pt x="564" y="355"/>
                    <a:pt x="564" y="355"/>
                    <a:pt x="564" y="355"/>
                  </a:cubicBezTo>
                  <a:cubicBezTo>
                    <a:pt x="566" y="356"/>
                    <a:pt x="569" y="356"/>
                    <a:pt x="570" y="354"/>
                  </a:cubicBezTo>
                  <a:cubicBezTo>
                    <a:pt x="571" y="352"/>
                    <a:pt x="570" y="349"/>
                    <a:pt x="568" y="348"/>
                  </a:cubicBezTo>
                  <a:cubicBezTo>
                    <a:pt x="380" y="230"/>
                    <a:pt x="380" y="230"/>
                    <a:pt x="380" y="230"/>
                  </a:cubicBezTo>
                  <a:cubicBezTo>
                    <a:pt x="598" y="360"/>
                    <a:pt x="598" y="360"/>
                    <a:pt x="598" y="360"/>
                  </a:cubicBezTo>
                  <a:cubicBezTo>
                    <a:pt x="599" y="361"/>
                    <a:pt x="602" y="360"/>
                    <a:pt x="603" y="358"/>
                  </a:cubicBezTo>
                  <a:cubicBezTo>
                    <a:pt x="604" y="357"/>
                    <a:pt x="604" y="357"/>
                    <a:pt x="604" y="356"/>
                  </a:cubicBezTo>
                  <a:cubicBezTo>
                    <a:pt x="604" y="354"/>
                    <a:pt x="603" y="353"/>
                    <a:pt x="603" y="353"/>
                  </a:cubicBezTo>
                  <a:cubicBezTo>
                    <a:pt x="602" y="351"/>
                    <a:pt x="601" y="350"/>
                    <a:pt x="599" y="349"/>
                  </a:cubicBezTo>
                  <a:cubicBezTo>
                    <a:pt x="596" y="346"/>
                    <a:pt x="592" y="343"/>
                    <a:pt x="586" y="338"/>
                  </a:cubicBezTo>
                  <a:cubicBezTo>
                    <a:pt x="564" y="322"/>
                    <a:pt x="522" y="295"/>
                    <a:pt x="470" y="263"/>
                  </a:cubicBezTo>
                  <a:cubicBezTo>
                    <a:pt x="317" y="168"/>
                    <a:pt x="85" y="30"/>
                    <a:pt x="85" y="30"/>
                  </a:cubicBezTo>
                  <a:cubicBezTo>
                    <a:pt x="82" y="33"/>
                    <a:pt x="82" y="33"/>
                    <a:pt x="82" y="33"/>
                  </a:cubicBezTo>
                  <a:cubicBezTo>
                    <a:pt x="86" y="35"/>
                    <a:pt x="86" y="35"/>
                    <a:pt x="86" y="35"/>
                  </a:cubicBezTo>
                  <a:cubicBezTo>
                    <a:pt x="83" y="33"/>
                    <a:pt x="83" y="33"/>
                    <a:pt x="83" y="33"/>
                  </a:cubicBezTo>
                  <a:cubicBezTo>
                    <a:pt x="84" y="37"/>
                    <a:pt x="84" y="37"/>
                    <a:pt x="84" y="37"/>
                  </a:cubicBezTo>
                  <a:cubicBezTo>
                    <a:pt x="85" y="36"/>
                    <a:pt x="85" y="36"/>
                    <a:pt x="86" y="35"/>
                  </a:cubicBezTo>
                  <a:cubicBezTo>
                    <a:pt x="83" y="33"/>
                    <a:pt x="83" y="33"/>
                    <a:pt x="83" y="33"/>
                  </a:cubicBezTo>
                  <a:cubicBezTo>
                    <a:pt x="84" y="37"/>
                    <a:pt x="84" y="37"/>
                    <a:pt x="84" y="37"/>
                  </a:cubicBezTo>
                  <a:cubicBezTo>
                    <a:pt x="83" y="34"/>
                    <a:pt x="83" y="34"/>
                    <a:pt x="83" y="34"/>
                  </a:cubicBezTo>
                  <a:cubicBezTo>
                    <a:pt x="83" y="37"/>
                    <a:pt x="83" y="37"/>
                    <a:pt x="83" y="37"/>
                  </a:cubicBezTo>
                  <a:cubicBezTo>
                    <a:pt x="83" y="37"/>
                    <a:pt x="84" y="37"/>
                    <a:pt x="84" y="37"/>
                  </a:cubicBezTo>
                  <a:cubicBezTo>
                    <a:pt x="83" y="34"/>
                    <a:pt x="83" y="34"/>
                    <a:pt x="83" y="34"/>
                  </a:cubicBezTo>
                  <a:cubicBezTo>
                    <a:pt x="83" y="37"/>
                    <a:pt x="83" y="37"/>
                    <a:pt x="83" y="37"/>
                  </a:cubicBezTo>
                  <a:cubicBezTo>
                    <a:pt x="83" y="35"/>
                    <a:pt x="83" y="35"/>
                    <a:pt x="83" y="35"/>
                  </a:cubicBezTo>
                  <a:cubicBezTo>
                    <a:pt x="83" y="37"/>
                    <a:pt x="83" y="37"/>
                    <a:pt x="83" y="37"/>
                  </a:cubicBezTo>
                  <a:cubicBezTo>
                    <a:pt x="83" y="37"/>
                    <a:pt x="83" y="37"/>
                    <a:pt x="83" y="37"/>
                  </a:cubicBezTo>
                  <a:cubicBezTo>
                    <a:pt x="83" y="35"/>
                    <a:pt x="83" y="35"/>
                    <a:pt x="83" y="35"/>
                  </a:cubicBezTo>
                  <a:cubicBezTo>
                    <a:pt x="83" y="37"/>
                    <a:pt x="83" y="37"/>
                    <a:pt x="83" y="37"/>
                  </a:cubicBezTo>
                  <a:cubicBezTo>
                    <a:pt x="83" y="37"/>
                    <a:pt x="83" y="37"/>
                    <a:pt x="83" y="37"/>
                  </a:cubicBezTo>
                  <a:cubicBezTo>
                    <a:pt x="83" y="37"/>
                    <a:pt x="84" y="37"/>
                    <a:pt x="86" y="38"/>
                  </a:cubicBezTo>
                  <a:cubicBezTo>
                    <a:pt x="92" y="41"/>
                    <a:pt x="106" y="48"/>
                    <a:pt x="124" y="58"/>
                  </a:cubicBezTo>
                  <a:cubicBezTo>
                    <a:pt x="187" y="95"/>
                    <a:pt x="308" y="172"/>
                    <a:pt x="417" y="239"/>
                  </a:cubicBezTo>
                  <a:cubicBezTo>
                    <a:pt x="471" y="273"/>
                    <a:pt x="521" y="305"/>
                    <a:pt x="560" y="328"/>
                  </a:cubicBezTo>
                  <a:cubicBezTo>
                    <a:pt x="579" y="339"/>
                    <a:pt x="595" y="348"/>
                    <a:pt x="607" y="355"/>
                  </a:cubicBezTo>
                  <a:cubicBezTo>
                    <a:pt x="612" y="358"/>
                    <a:pt x="617" y="361"/>
                    <a:pt x="621" y="363"/>
                  </a:cubicBezTo>
                  <a:cubicBezTo>
                    <a:pt x="623" y="364"/>
                    <a:pt x="625" y="364"/>
                    <a:pt x="626" y="365"/>
                  </a:cubicBezTo>
                  <a:cubicBezTo>
                    <a:pt x="627" y="365"/>
                    <a:pt x="627" y="365"/>
                    <a:pt x="628" y="365"/>
                  </a:cubicBezTo>
                  <a:cubicBezTo>
                    <a:pt x="629" y="366"/>
                    <a:pt x="629" y="366"/>
                    <a:pt x="630" y="366"/>
                  </a:cubicBezTo>
                  <a:cubicBezTo>
                    <a:pt x="630" y="366"/>
                    <a:pt x="631" y="366"/>
                    <a:pt x="632" y="365"/>
                  </a:cubicBezTo>
                  <a:cubicBezTo>
                    <a:pt x="632" y="365"/>
                    <a:pt x="633" y="365"/>
                    <a:pt x="634" y="364"/>
                  </a:cubicBezTo>
                  <a:cubicBezTo>
                    <a:pt x="634" y="364"/>
                    <a:pt x="634" y="364"/>
                    <a:pt x="634" y="364"/>
                  </a:cubicBezTo>
                  <a:cubicBezTo>
                    <a:pt x="634" y="363"/>
                    <a:pt x="635" y="362"/>
                    <a:pt x="635" y="361"/>
                  </a:cubicBezTo>
                  <a:cubicBezTo>
                    <a:pt x="635" y="360"/>
                    <a:pt x="634" y="360"/>
                    <a:pt x="634" y="359"/>
                  </a:cubicBezTo>
                  <a:cubicBezTo>
                    <a:pt x="634" y="358"/>
                    <a:pt x="633" y="358"/>
                    <a:pt x="633" y="357"/>
                  </a:cubicBezTo>
                  <a:cubicBezTo>
                    <a:pt x="632" y="356"/>
                    <a:pt x="630" y="355"/>
                    <a:pt x="628" y="354"/>
                  </a:cubicBezTo>
                  <a:cubicBezTo>
                    <a:pt x="622" y="348"/>
                    <a:pt x="608" y="339"/>
                    <a:pt x="590" y="327"/>
                  </a:cubicBezTo>
                  <a:cubicBezTo>
                    <a:pt x="460" y="242"/>
                    <a:pt x="83" y="15"/>
                    <a:pt x="83" y="15"/>
                  </a:cubicBezTo>
                  <a:cubicBezTo>
                    <a:pt x="81" y="18"/>
                    <a:pt x="81" y="18"/>
                    <a:pt x="81" y="18"/>
                  </a:cubicBezTo>
                  <a:cubicBezTo>
                    <a:pt x="84" y="20"/>
                    <a:pt x="84" y="20"/>
                    <a:pt x="84" y="20"/>
                  </a:cubicBezTo>
                  <a:cubicBezTo>
                    <a:pt x="81" y="18"/>
                    <a:pt x="81" y="18"/>
                    <a:pt x="81" y="18"/>
                  </a:cubicBezTo>
                  <a:cubicBezTo>
                    <a:pt x="83" y="22"/>
                    <a:pt x="83" y="22"/>
                    <a:pt x="83" y="22"/>
                  </a:cubicBezTo>
                  <a:cubicBezTo>
                    <a:pt x="83" y="21"/>
                    <a:pt x="84" y="21"/>
                    <a:pt x="84" y="20"/>
                  </a:cubicBezTo>
                  <a:cubicBezTo>
                    <a:pt x="81" y="18"/>
                    <a:pt x="81" y="18"/>
                    <a:pt x="81" y="18"/>
                  </a:cubicBezTo>
                  <a:cubicBezTo>
                    <a:pt x="83" y="22"/>
                    <a:pt x="83" y="22"/>
                    <a:pt x="83" y="22"/>
                  </a:cubicBezTo>
                  <a:cubicBezTo>
                    <a:pt x="82" y="19"/>
                    <a:pt x="82" y="19"/>
                    <a:pt x="82" y="19"/>
                  </a:cubicBezTo>
                  <a:cubicBezTo>
                    <a:pt x="82" y="22"/>
                    <a:pt x="82" y="22"/>
                    <a:pt x="82" y="22"/>
                  </a:cubicBezTo>
                  <a:cubicBezTo>
                    <a:pt x="82" y="22"/>
                    <a:pt x="82" y="22"/>
                    <a:pt x="83" y="22"/>
                  </a:cubicBezTo>
                  <a:cubicBezTo>
                    <a:pt x="82" y="19"/>
                    <a:pt x="82" y="19"/>
                    <a:pt x="82" y="19"/>
                  </a:cubicBezTo>
                  <a:cubicBezTo>
                    <a:pt x="82" y="22"/>
                    <a:pt x="82" y="22"/>
                    <a:pt x="82" y="22"/>
                  </a:cubicBezTo>
                  <a:cubicBezTo>
                    <a:pt x="82" y="21"/>
                    <a:pt x="82" y="21"/>
                    <a:pt x="82" y="21"/>
                  </a:cubicBezTo>
                  <a:cubicBezTo>
                    <a:pt x="82" y="22"/>
                    <a:pt x="82" y="22"/>
                    <a:pt x="82" y="22"/>
                  </a:cubicBezTo>
                  <a:cubicBezTo>
                    <a:pt x="82" y="22"/>
                    <a:pt x="82" y="22"/>
                    <a:pt x="82" y="22"/>
                  </a:cubicBezTo>
                  <a:cubicBezTo>
                    <a:pt x="82" y="21"/>
                    <a:pt x="82" y="21"/>
                    <a:pt x="82" y="21"/>
                  </a:cubicBezTo>
                  <a:cubicBezTo>
                    <a:pt x="82" y="22"/>
                    <a:pt x="82" y="22"/>
                    <a:pt x="82" y="22"/>
                  </a:cubicBezTo>
                  <a:cubicBezTo>
                    <a:pt x="82" y="22"/>
                    <a:pt x="83" y="22"/>
                    <a:pt x="85" y="23"/>
                  </a:cubicBezTo>
                  <a:cubicBezTo>
                    <a:pt x="88" y="24"/>
                    <a:pt x="93" y="26"/>
                    <a:pt x="100" y="30"/>
                  </a:cubicBezTo>
                  <a:cubicBezTo>
                    <a:pt x="124" y="43"/>
                    <a:pt x="170" y="71"/>
                    <a:pt x="224" y="105"/>
                  </a:cubicBezTo>
                  <a:cubicBezTo>
                    <a:pt x="305" y="156"/>
                    <a:pt x="407" y="221"/>
                    <a:pt x="491" y="273"/>
                  </a:cubicBezTo>
                  <a:cubicBezTo>
                    <a:pt x="533" y="300"/>
                    <a:pt x="570" y="323"/>
                    <a:pt x="599" y="339"/>
                  </a:cubicBezTo>
                  <a:cubicBezTo>
                    <a:pt x="613" y="347"/>
                    <a:pt x="625" y="354"/>
                    <a:pt x="634" y="359"/>
                  </a:cubicBezTo>
                  <a:cubicBezTo>
                    <a:pt x="638" y="361"/>
                    <a:pt x="642" y="363"/>
                    <a:pt x="645" y="364"/>
                  </a:cubicBezTo>
                  <a:cubicBezTo>
                    <a:pt x="647" y="365"/>
                    <a:pt x="648" y="365"/>
                    <a:pt x="650" y="365"/>
                  </a:cubicBezTo>
                  <a:cubicBezTo>
                    <a:pt x="651" y="366"/>
                    <a:pt x="652" y="366"/>
                    <a:pt x="653" y="366"/>
                  </a:cubicBezTo>
                  <a:cubicBezTo>
                    <a:pt x="654" y="366"/>
                    <a:pt x="655" y="366"/>
                    <a:pt x="656" y="366"/>
                  </a:cubicBezTo>
                  <a:cubicBezTo>
                    <a:pt x="656" y="365"/>
                    <a:pt x="657" y="365"/>
                    <a:pt x="658" y="364"/>
                  </a:cubicBezTo>
                  <a:cubicBezTo>
                    <a:pt x="659" y="363"/>
                    <a:pt x="659" y="362"/>
                    <a:pt x="659" y="361"/>
                  </a:cubicBezTo>
                  <a:cubicBezTo>
                    <a:pt x="658" y="360"/>
                    <a:pt x="658" y="359"/>
                    <a:pt x="657" y="358"/>
                  </a:cubicBezTo>
                  <a:cubicBezTo>
                    <a:pt x="85" y="1"/>
                    <a:pt x="85" y="1"/>
                    <a:pt x="85" y="1"/>
                  </a:cubicBezTo>
                  <a:cubicBezTo>
                    <a:pt x="83" y="4"/>
                    <a:pt x="83" y="4"/>
                    <a:pt x="83" y="4"/>
                  </a:cubicBezTo>
                  <a:cubicBezTo>
                    <a:pt x="86" y="6"/>
                    <a:pt x="86" y="6"/>
                    <a:pt x="86" y="6"/>
                  </a:cubicBezTo>
                  <a:cubicBezTo>
                    <a:pt x="84" y="5"/>
                    <a:pt x="84" y="5"/>
                    <a:pt x="84" y="5"/>
                  </a:cubicBezTo>
                  <a:cubicBezTo>
                    <a:pt x="85" y="8"/>
                    <a:pt x="85" y="8"/>
                    <a:pt x="85" y="8"/>
                  </a:cubicBezTo>
                  <a:cubicBezTo>
                    <a:pt x="85" y="7"/>
                    <a:pt x="86" y="7"/>
                    <a:pt x="86" y="6"/>
                  </a:cubicBezTo>
                  <a:cubicBezTo>
                    <a:pt x="84" y="5"/>
                    <a:pt x="84" y="5"/>
                    <a:pt x="84" y="5"/>
                  </a:cubicBezTo>
                  <a:cubicBezTo>
                    <a:pt x="85" y="8"/>
                    <a:pt x="85" y="8"/>
                    <a:pt x="85" y="8"/>
                  </a:cubicBezTo>
                  <a:cubicBezTo>
                    <a:pt x="84" y="6"/>
                    <a:pt x="84" y="6"/>
                    <a:pt x="84" y="6"/>
                  </a:cubicBezTo>
                  <a:cubicBezTo>
                    <a:pt x="85" y="8"/>
                    <a:pt x="85" y="8"/>
                    <a:pt x="85" y="8"/>
                  </a:cubicBezTo>
                  <a:cubicBezTo>
                    <a:pt x="85" y="8"/>
                    <a:pt x="85" y="8"/>
                    <a:pt x="85" y="8"/>
                  </a:cubicBezTo>
                  <a:cubicBezTo>
                    <a:pt x="84" y="6"/>
                    <a:pt x="84" y="6"/>
                    <a:pt x="84" y="6"/>
                  </a:cubicBezTo>
                  <a:cubicBezTo>
                    <a:pt x="85" y="8"/>
                    <a:pt x="85" y="8"/>
                    <a:pt x="85" y="8"/>
                  </a:cubicBezTo>
                  <a:cubicBezTo>
                    <a:pt x="85" y="8"/>
                    <a:pt x="85" y="8"/>
                    <a:pt x="85" y="8"/>
                  </a:cubicBezTo>
                  <a:cubicBezTo>
                    <a:pt x="85" y="8"/>
                    <a:pt x="86" y="8"/>
                    <a:pt x="88" y="8"/>
                  </a:cubicBezTo>
                  <a:cubicBezTo>
                    <a:pt x="92" y="10"/>
                    <a:pt x="97" y="12"/>
                    <a:pt x="105" y="16"/>
                  </a:cubicBezTo>
                  <a:cubicBezTo>
                    <a:pt x="131" y="29"/>
                    <a:pt x="180" y="58"/>
                    <a:pt x="237" y="94"/>
                  </a:cubicBezTo>
                  <a:cubicBezTo>
                    <a:pt x="324" y="148"/>
                    <a:pt x="431" y="216"/>
                    <a:pt x="520" y="272"/>
                  </a:cubicBezTo>
                  <a:cubicBezTo>
                    <a:pt x="564" y="300"/>
                    <a:pt x="604" y="324"/>
                    <a:pt x="634" y="341"/>
                  </a:cubicBezTo>
                  <a:cubicBezTo>
                    <a:pt x="649" y="350"/>
                    <a:pt x="661" y="357"/>
                    <a:pt x="671" y="362"/>
                  </a:cubicBezTo>
                  <a:cubicBezTo>
                    <a:pt x="676" y="364"/>
                    <a:pt x="680" y="366"/>
                    <a:pt x="683" y="368"/>
                  </a:cubicBezTo>
                  <a:cubicBezTo>
                    <a:pt x="685" y="368"/>
                    <a:pt x="686" y="369"/>
                    <a:pt x="687" y="369"/>
                  </a:cubicBezTo>
                  <a:cubicBezTo>
                    <a:pt x="689" y="370"/>
                    <a:pt x="690" y="370"/>
                    <a:pt x="691" y="370"/>
                  </a:cubicBezTo>
                  <a:cubicBezTo>
                    <a:pt x="692" y="370"/>
                    <a:pt x="693" y="370"/>
                    <a:pt x="694" y="369"/>
                  </a:cubicBezTo>
                  <a:cubicBezTo>
                    <a:pt x="694" y="369"/>
                    <a:pt x="695" y="369"/>
                    <a:pt x="696" y="367"/>
                  </a:cubicBezTo>
                  <a:cubicBezTo>
                    <a:pt x="697" y="367"/>
                    <a:pt x="697" y="365"/>
                    <a:pt x="696" y="364"/>
                  </a:cubicBezTo>
                  <a:cubicBezTo>
                    <a:pt x="696" y="363"/>
                    <a:pt x="696" y="362"/>
                    <a:pt x="695" y="362"/>
                  </a:cubicBezTo>
                  <a:cubicBezTo>
                    <a:pt x="695" y="362"/>
                    <a:pt x="692" y="361"/>
                    <a:pt x="688" y="358"/>
                  </a:cubicBezTo>
                  <a:cubicBezTo>
                    <a:pt x="658" y="341"/>
                    <a:pt x="522" y="260"/>
                    <a:pt x="393" y="182"/>
                  </a:cubicBezTo>
                  <a:cubicBezTo>
                    <a:pt x="328" y="143"/>
                    <a:pt x="265" y="104"/>
                    <a:pt x="219" y="74"/>
                  </a:cubicBezTo>
                  <a:cubicBezTo>
                    <a:pt x="196" y="59"/>
                    <a:pt x="177" y="46"/>
                    <a:pt x="163" y="37"/>
                  </a:cubicBezTo>
                  <a:cubicBezTo>
                    <a:pt x="157" y="32"/>
                    <a:pt x="152" y="28"/>
                    <a:pt x="148" y="25"/>
                  </a:cubicBezTo>
                  <a:cubicBezTo>
                    <a:pt x="147" y="23"/>
                    <a:pt x="145" y="22"/>
                    <a:pt x="145" y="21"/>
                  </a:cubicBezTo>
                  <a:cubicBezTo>
                    <a:pt x="144" y="20"/>
                    <a:pt x="144" y="20"/>
                    <a:pt x="144" y="20"/>
                  </a:cubicBezTo>
                  <a:cubicBezTo>
                    <a:pt x="144" y="20"/>
                    <a:pt x="144" y="20"/>
                    <a:pt x="144" y="20"/>
                  </a:cubicBezTo>
                  <a:cubicBezTo>
                    <a:pt x="142" y="21"/>
                    <a:pt x="142" y="21"/>
                    <a:pt x="142" y="21"/>
                  </a:cubicBezTo>
                  <a:cubicBezTo>
                    <a:pt x="144" y="21"/>
                    <a:pt x="144" y="21"/>
                    <a:pt x="144" y="21"/>
                  </a:cubicBezTo>
                  <a:cubicBezTo>
                    <a:pt x="144" y="20"/>
                    <a:pt x="144" y="20"/>
                    <a:pt x="144" y="20"/>
                  </a:cubicBezTo>
                  <a:cubicBezTo>
                    <a:pt x="142" y="21"/>
                    <a:pt x="142" y="21"/>
                    <a:pt x="142" y="21"/>
                  </a:cubicBezTo>
                  <a:cubicBezTo>
                    <a:pt x="144" y="21"/>
                    <a:pt x="144" y="21"/>
                    <a:pt x="144" y="21"/>
                  </a:cubicBezTo>
                  <a:cubicBezTo>
                    <a:pt x="141" y="21"/>
                    <a:pt x="141" y="21"/>
                    <a:pt x="141" y="21"/>
                  </a:cubicBezTo>
                  <a:cubicBezTo>
                    <a:pt x="144" y="22"/>
                    <a:pt x="144" y="22"/>
                    <a:pt x="144" y="22"/>
                  </a:cubicBezTo>
                  <a:cubicBezTo>
                    <a:pt x="144" y="22"/>
                    <a:pt x="144" y="21"/>
                    <a:pt x="144" y="21"/>
                  </a:cubicBezTo>
                  <a:cubicBezTo>
                    <a:pt x="141" y="21"/>
                    <a:pt x="141" y="21"/>
                    <a:pt x="141" y="21"/>
                  </a:cubicBezTo>
                  <a:cubicBezTo>
                    <a:pt x="144" y="22"/>
                    <a:pt x="144" y="22"/>
                    <a:pt x="144" y="22"/>
                  </a:cubicBezTo>
                  <a:cubicBezTo>
                    <a:pt x="140" y="20"/>
                    <a:pt x="140" y="20"/>
                    <a:pt x="140" y="20"/>
                  </a:cubicBezTo>
                  <a:cubicBezTo>
                    <a:pt x="138" y="24"/>
                    <a:pt x="138" y="24"/>
                    <a:pt x="138" y="24"/>
                  </a:cubicBezTo>
                  <a:cubicBezTo>
                    <a:pt x="725" y="370"/>
                    <a:pt x="725" y="370"/>
                    <a:pt x="725" y="370"/>
                  </a:cubicBezTo>
                  <a:cubicBezTo>
                    <a:pt x="727" y="371"/>
                    <a:pt x="730" y="371"/>
                    <a:pt x="731" y="369"/>
                  </a:cubicBezTo>
                  <a:cubicBezTo>
                    <a:pt x="732" y="367"/>
                    <a:pt x="731" y="364"/>
                    <a:pt x="729" y="363"/>
                  </a:cubicBezTo>
                  <a:cubicBezTo>
                    <a:pt x="729" y="363"/>
                    <a:pt x="728" y="362"/>
                    <a:pt x="724" y="360"/>
                  </a:cubicBezTo>
                  <a:cubicBezTo>
                    <a:pt x="696" y="343"/>
                    <a:pt x="571" y="267"/>
                    <a:pt x="453" y="194"/>
                  </a:cubicBezTo>
                  <a:cubicBezTo>
                    <a:pt x="394" y="157"/>
                    <a:pt x="336" y="122"/>
                    <a:pt x="294" y="95"/>
                  </a:cubicBezTo>
                  <a:cubicBezTo>
                    <a:pt x="272" y="81"/>
                    <a:pt x="255" y="70"/>
                    <a:pt x="243" y="62"/>
                  </a:cubicBezTo>
                  <a:cubicBezTo>
                    <a:pt x="237" y="57"/>
                    <a:pt x="232" y="54"/>
                    <a:pt x="229" y="52"/>
                  </a:cubicBezTo>
                  <a:cubicBezTo>
                    <a:pt x="227" y="51"/>
                    <a:pt x="226" y="50"/>
                    <a:pt x="225" y="49"/>
                  </a:cubicBezTo>
                  <a:cubicBezTo>
                    <a:pt x="225" y="48"/>
                    <a:pt x="225" y="48"/>
                    <a:pt x="225" y="48"/>
                  </a:cubicBezTo>
                  <a:cubicBezTo>
                    <a:pt x="223" y="50"/>
                    <a:pt x="223" y="50"/>
                    <a:pt x="223" y="50"/>
                  </a:cubicBezTo>
                  <a:cubicBezTo>
                    <a:pt x="225" y="49"/>
                    <a:pt x="225" y="49"/>
                    <a:pt x="225" y="49"/>
                  </a:cubicBezTo>
                  <a:cubicBezTo>
                    <a:pt x="225" y="48"/>
                    <a:pt x="225" y="48"/>
                    <a:pt x="225" y="48"/>
                  </a:cubicBezTo>
                  <a:cubicBezTo>
                    <a:pt x="223" y="50"/>
                    <a:pt x="223" y="50"/>
                    <a:pt x="223" y="50"/>
                  </a:cubicBezTo>
                  <a:cubicBezTo>
                    <a:pt x="225" y="49"/>
                    <a:pt x="225" y="49"/>
                    <a:pt x="225" y="49"/>
                  </a:cubicBezTo>
                  <a:cubicBezTo>
                    <a:pt x="222" y="50"/>
                    <a:pt x="222" y="50"/>
                    <a:pt x="222" y="50"/>
                  </a:cubicBezTo>
                  <a:cubicBezTo>
                    <a:pt x="225" y="50"/>
                    <a:pt x="225" y="50"/>
                    <a:pt x="225" y="50"/>
                  </a:cubicBezTo>
                  <a:cubicBezTo>
                    <a:pt x="225" y="49"/>
                    <a:pt x="225" y="49"/>
                    <a:pt x="225" y="49"/>
                  </a:cubicBezTo>
                  <a:cubicBezTo>
                    <a:pt x="222" y="50"/>
                    <a:pt x="222" y="50"/>
                    <a:pt x="222" y="50"/>
                  </a:cubicBezTo>
                  <a:cubicBezTo>
                    <a:pt x="225" y="50"/>
                    <a:pt x="225" y="50"/>
                    <a:pt x="225" y="50"/>
                  </a:cubicBezTo>
                  <a:cubicBezTo>
                    <a:pt x="221" y="50"/>
                    <a:pt x="221" y="50"/>
                    <a:pt x="221" y="50"/>
                  </a:cubicBezTo>
                  <a:cubicBezTo>
                    <a:pt x="225" y="53"/>
                    <a:pt x="225" y="53"/>
                    <a:pt x="225" y="53"/>
                  </a:cubicBezTo>
                  <a:cubicBezTo>
                    <a:pt x="225" y="52"/>
                    <a:pt x="225" y="51"/>
                    <a:pt x="225" y="50"/>
                  </a:cubicBezTo>
                  <a:cubicBezTo>
                    <a:pt x="221" y="50"/>
                    <a:pt x="221" y="50"/>
                    <a:pt x="221" y="50"/>
                  </a:cubicBezTo>
                  <a:cubicBezTo>
                    <a:pt x="225" y="53"/>
                    <a:pt x="225" y="53"/>
                    <a:pt x="225" y="53"/>
                  </a:cubicBezTo>
                  <a:cubicBezTo>
                    <a:pt x="221" y="50"/>
                    <a:pt x="221" y="50"/>
                    <a:pt x="221" y="50"/>
                  </a:cubicBezTo>
                  <a:cubicBezTo>
                    <a:pt x="219" y="54"/>
                    <a:pt x="219" y="54"/>
                    <a:pt x="219" y="54"/>
                  </a:cubicBezTo>
                  <a:cubicBezTo>
                    <a:pt x="746" y="368"/>
                    <a:pt x="746" y="368"/>
                    <a:pt x="746" y="368"/>
                  </a:cubicBezTo>
                  <a:cubicBezTo>
                    <a:pt x="748" y="370"/>
                    <a:pt x="750" y="369"/>
                    <a:pt x="751" y="367"/>
                  </a:cubicBezTo>
                  <a:cubicBezTo>
                    <a:pt x="752" y="366"/>
                    <a:pt x="752" y="365"/>
                    <a:pt x="752" y="365"/>
                  </a:cubicBezTo>
                  <a:cubicBezTo>
                    <a:pt x="752" y="363"/>
                    <a:pt x="752" y="362"/>
                    <a:pt x="751" y="362"/>
                  </a:cubicBezTo>
                  <a:cubicBezTo>
                    <a:pt x="750" y="360"/>
                    <a:pt x="749" y="359"/>
                    <a:pt x="748" y="358"/>
                  </a:cubicBezTo>
                  <a:cubicBezTo>
                    <a:pt x="745" y="355"/>
                    <a:pt x="741" y="352"/>
                    <a:pt x="736" y="349"/>
                  </a:cubicBezTo>
                  <a:cubicBezTo>
                    <a:pt x="716" y="335"/>
                    <a:pt x="677" y="311"/>
                    <a:pt x="631" y="284"/>
                  </a:cubicBezTo>
                  <a:cubicBezTo>
                    <a:pt x="562" y="243"/>
                    <a:pt x="474" y="192"/>
                    <a:pt x="404" y="151"/>
                  </a:cubicBezTo>
                  <a:cubicBezTo>
                    <a:pt x="369" y="130"/>
                    <a:pt x="339" y="111"/>
                    <a:pt x="317" y="97"/>
                  </a:cubicBezTo>
                  <a:cubicBezTo>
                    <a:pt x="306" y="90"/>
                    <a:pt x="297" y="84"/>
                    <a:pt x="291" y="79"/>
                  </a:cubicBezTo>
                  <a:cubicBezTo>
                    <a:pt x="289" y="77"/>
                    <a:pt x="286" y="75"/>
                    <a:pt x="285" y="74"/>
                  </a:cubicBezTo>
                  <a:cubicBezTo>
                    <a:pt x="284" y="73"/>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2" y="73"/>
                    <a:pt x="282" y="73"/>
                    <a:pt x="282" y="73"/>
                  </a:cubicBezTo>
                  <a:cubicBezTo>
                    <a:pt x="284" y="73"/>
                    <a:pt x="284" y="73"/>
                    <a:pt x="284" y="73"/>
                  </a:cubicBezTo>
                  <a:cubicBezTo>
                    <a:pt x="284" y="72"/>
                    <a:pt x="284" y="72"/>
                    <a:pt x="284" y="72"/>
                  </a:cubicBezTo>
                  <a:cubicBezTo>
                    <a:pt x="282" y="73"/>
                    <a:pt x="282" y="73"/>
                    <a:pt x="282" y="73"/>
                  </a:cubicBezTo>
                  <a:cubicBezTo>
                    <a:pt x="284" y="73"/>
                    <a:pt x="284" y="73"/>
                    <a:pt x="284" y="73"/>
                  </a:cubicBezTo>
                  <a:cubicBezTo>
                    <a:pt x="281" y="73"/>
                    <a:pt x="281" y="73"/>
                    <a:pt x="281" y="73"/>
                  </a:cubicBezTo>
                  <a:cubicBezTo>
                    <a:pt x="283" y="75"/>
                    <a:pt x="283" y="75"/>
                    <a:pt x="283" y="75"/>
                  </a:cubicBezTo>
                  <a:cubicBezTo>
                    <a:pt x="284" y="74"/>
                    <a:pt x="284" y="73"/>
                    <a:pt x="284" y="73"/>
                  </a:cubicBezTo>
                  <a:cubicBezTo>
                    <a:pt x="281" y="73"/>
                    <a:pt x="281" y="73"/>
                    <a:pt x="281" y="73"/>
                  </a:cubicBezTo>
                  <a:cubicBezTo>
                    <a:pt x="283" y="75"/>
                    <a:pt x="283" y="75"/>
                    <a:pt x="283" y="75"/>
                  </a:cubicBezTo>
                  <a:cubicBezTo>
                    <a:pt x="283" y="75"/>
                    <a:pt x="283" y="75"/>
                    <a:pt x="283" y="75"/>
                  </a:cubicBezTo>
                  <a:cubicBezTo>
                    <a:pt x="281" y="73"/>
                    <a:pt x="281" y="73"/>
                    <a:pt x="281" y="73"/>
                  </a:cubicBezTo>
                  <a:cubicBezTo>
                    <a:pt x="282" y="76"/>
                    <a:pt x="282" y="76"/>
                    <a:pt x="282" y="76"/>
                  </a:cubicBezTo>
                  <a:cubicBezTo>
                    <a:pt x="282" y="76"/>
                    <a:pt x="283" y="75"/>
                    <a:pt x="283" y="75"/>
                  </a:cubicBezTo>
                  <a:cubicBezTo>
                    <a:pt x="281" y="73"/>
                    <a:pt x="281" y="73"/>
                    <a:pt x="281" y="73"/>
                  </a:cubicBezTo>
                  <a:cubicBezTo>
                    <a:pt x="282" y="76"/>
                    <a:pt x="282" y="76"/>
                    <a:pt x="282" y="76"/>
                  </a:cubicBezTo>
                  <a:cubicBezTo>
                    <a:pt x="281" y="74"/>
                    <a:pt x="281" y="74"/>
                    <a:pt x="281" y="74"/>
                  </a:cubicBezTo>
                  <a:cubicBezTo>
                    <a:pt x="282" y="76"/>
                    <a:pt x="282" y="76"/>
                    <a:pt x="282" y="76"/>
                  </a:cubicBezTo>
                  <a:cubicBezTo>
                    <a:pt x="282" y="76"/>
                    <a:pt x="282" y="76"/>
                    <a:pt x="282" y="76"/>
                  </a:cubicBezTo>
                  <a:cubicBezTo>
                    <a:pt x="281" y="74"/>
                    <a:pt x="281" y="74"/>
                    <a:pt x="281" y="74"/>
                  </a:cubicBezTo>
                  <a:cubicBezTo>
                    <a:pt x="282" y="76"/>
                    <a:pt x="282" y="76"/>
                    <a:pt x="282" y="76"/>
                  </a:cubicBezTo>
                  <a:cubicBezTo>
                    <a:pt x="281" y="75"/>
                    <a:pt x="281" y="75"/>
                    <a:pt x="281" y="75"/>
                  </a:cubicBezTo>
                  <a:cubicBezTo>
                    <a:pt x="282" y="76"/>
                    <a:pt x="282" y="76"/>
                    <a:pt x="282" y="76"/>
                  </a:cubicBezTo>
                  <a:cubicBezTo>
                    <a:pt x="282" y="76"/>
                    <a:pt x="282" y="76"/>
                    <a:pt x="282" y="76"/>
                  </a:cubicBezTo>
                  <a:cubicBezTo>
                    <a:pt x="281" y="75"/>
                    <a:pt x="281" y="75"/>
                    <a:pt x="281" y="75"/>
                  </a:cubicBezTo>
                  <a:cubicBezTo>
                    <a:pt x="282" y="76"/>
                    <a:pt x="282" y="76"/>
                    <a:pt x="282" y="76"/>
                  </a:cubicBezTo>
                  <a:cubicBezTo>
                    <a:pt x="282" y="76"/>
                    <a:pt x="282" y="76"/>
                    <a:pt x="282" y="76"/>
                  </a:cubicBezTo>
                  <a:cubicBezTo>
                    <a:pt x="282" y="76"/>
                    <a:pt x="283" y="76"/>
                    <a:pt x="285" y="76"/>
                  </a:cubicBezTo>
                  <a:cubicBezTo>
                    <a:pt x="288" y="77"/>
                    <a:pt x="293" y="80"/>
                    <a:pt x="299" y="82"/>
                  </a:cubicBezTo>
                  <a:cubicBezTo>
                    <a:pt x="321" y="93"/>
                    <a:pt x="362" y="117"/>
                    <a:pt x="409" y="146"/>
                  </a:cubicBezTo>
                  <a:cubicBezTo>
                    <a:pt x="480" y="190"/>
                    <a:pt x="568" y="246"/>
                    <a:pt x="640" y="291"/>
                  </a:cubicBezTo>
                  <a:cubicBezTo>
                    <a:pt x="675" y="314"/>
                    <a:pt x="707" y="334"/>
                    <a:pt x="730" y="348"/>
                  </a:cubicBezTo>
                  <a:cubicBezTo>
                    <a:pt x="741" y="355"/>
                    <a:pt x="751" y="361"/>
                    <a:pt x="758" y="365"/>
                  </a:cubicBezTo>
                  <a:cubicBezTo>
                    <a:pt x="761" y="367"/>
                    <a:pt x="764" y="369"/>
                    <a:pt x="766" y="370"/>
                  </a:cubicBezTo>
                  <a:cubicBezTo>
                    <a:pt x="767" y="370"/>
                    <a:pt x="768" y="371"/>
                    <a:pt x="769" y="371"/>
                  </a:cubicBezTo>
                  <a:cubicBezTo>
                    <a:pt x="769" y="371"/>
                    <a:pt x="770" y="371"/>
                    <a:pt x="770" y="371"/>
                  </a:cubicBezTo>
                  <a:cubicBezTo>
                    <a:pt x="771" y="372"/>
                    <a:pt x="771" y="372"/>
                    <a:pt x="772" y="372"/>
                  </a:cubicBezTo>
                  <a:cubicBezTo>
                    <a:pt x="772" y="372"/>
                    <a:pt x="773" y="372"/>
                    <a:pt x="773" y="371"/>
                  </a:cubicBezTo>
                  <a:cubicBezTo>
                    <a:pt x="774" y="371"/>
                    <a:pt x="775" y="371"/>
                    <a:pt x="775" y="370"/>
                  </a:cubicBezTo>
                  <a:cubicBezTo>
                    <a:pt x="775" y="370"/>
                    <a:pt x="775" y="370"/>
                    <a:pt x="775" y="370"/>
                  </a:cubicBezTo>
                  <a:cubicBezTo>
                    <a:pt x="776" y="369"/>
                    <a:pt x="776" y="368"/>
                    <a:pt x="776" y="367"/>
                  </a:cubicBezTo>
                  <a:cubicBezTo>
                    <a:pt x="776" y="366"/>
                    <a:pt x="776" y="365"/>
                    <a:pt x="775" y="364"/>
                  </a:cubicBezTo>
                  <a:cubicBezTo>
                    <a:pt x="775" y="363"/>
                    <a:pt x="773" y="362"/>
                    <a:pt x="772" y="360"/>
                  </a:cubicBezTo>
                  <a:cubicBezTo>
                    <a:pt x="770" y="358"/>
                    <a:pt x="766" y="355"/>
                    <a:pt x="760" y="351"/>
                  </a:cubicBezTo>
                  <a:cubicBezTo>
                    <a:pt x="741" y="336"/>
                    <a:pt x="705" y="313"/>
                    <a:pt x="660" y="285"/>
                  </a:cubicBezTo>
                  <a:cubicBezTo>
                    <a:pt x="527" y="202"/>
                    <a:pt x="326" y="84"/>
                    <a:pt x="326" y="84"/>
                  </a:cubicBezTo>
                  <a:cubicBezTo>
                    <a:pt x="324" y="83"/>
                    <a:pt x="321" y="83"/>
                    <a:pt x="320" y="85"/>
                  </a:cubicBezTo>
                  <a:cubicBezTo>
                    <a:pt x="319" y="87"/>
                    <a:pt x="320" y="90"/>
                    <a:pt x="321" y="91"/>
                  </a:cubicBezTo>
                  <a:cubicBezTo>
                    <a:pt x="321" y="91"/>
                    <a:pt x="432" y="160"/>
                    <a:pt x="547" y="230"/>
                  </a:cubicBezTo>
                  <a:cubicBezTo>
                    <a:pt x="605" y="265"/>
                    <a:pt x="663" y="300"/>
                    <a:pt x="710" y="326"/>
                  </a:cubicBezTo>
                  <a:cubicBezTo>
                    <a:pt x="733" y="339"/>
                    <a:pt x="753" y="350"/>
                    <a:pt x="768" y="357"/>
                  </a:cubicBezTo>
                  <a:cubicBezTo>
                    <a:pt x="776" y="361"/>
                    <a:pt x="782" y="364"/>
                    <a:pt x="787" y="366"/>
                  </a:cubicBezTo>
                  <a:cubicBezTo>
                    <a:pt x="790" y="367"/>
                    <a:pt x="792" y="368"/>
                    <a:pt x="794" y="369"/>
                  </a:cubicBezTo>
                  <a:cubicBezTo>
                    <a:pt x="796" y="369"/>
                    <a:pt x="798" y="370"/>
                    <a:pt x="800" y="370"/>
                  </a:cubicBezTo>
                  <a:cubicBezTo>
                    <a:pt x="800" y="370"/>
                    <a:pt x="801" y="370"/>
                    <a:pt x="802" y="369"/>
                  </a:cubicBezTo>
                  <a:cubicBezTo>
                    <a:pt x="803" y="369"/>
                    <a:pt x="804" y="368"/>
                    <a:pt x="805" y="367"/>
                  </a:cubicBezTo>
                  <a:cubicBezTo>
                    <a:pt x="805" y="367"/>
                    <a:pt x="805" y="367"/>
                    <a:pt x="805" y="367"/>
                  </a:cubicBezTo>
                  <a:cubicBezTo>
                    <a:pt x="805" y="366"/>
                    <a:pt x="805" y="366"/>
                    <a:pt x="805" y="365"/>
                  </a:cubicBezTo>
                  <a:cubicBezTo>
                    <a:pt x="805" y="364"/>
                    <a:pt x="805" y="364"/>
                    <a:pt x="805" y="364"/>
                  </a:cubicBezTo>
                  <a:cubicBezTo>
                    <a:pt x="805" y="363"/>
                    <a:pt x="805" y="363"/>
                    <a:pt x="804" y="363"/>
                  </a:cubicBezTo>
                  <a:cubicBezTo>
                    <a:pt x="804" y="362"/>
                    <a:pt x="804" y="362"/>
                    <a:pt x="804" y="362"/>
                  </a:cubicBezTo>
                  <a:cubicBezTo>
                    <a:pt x="803" y="361"/>
                    <a:pt x="802" y="361"/>
                    <a:pt x="801" y="360"/>
                  </a:cubicBezTo>
                  <a:cubicBezTo>
                    <a:pt x="797" y="357"/>
                    <a:pt x="788" y="352"/>
                    <a:pt x="775" y="343"/>
                  </a:cubicBezTo>
                  <a:cubicBezTo>
                    <a:pt x="685" y="286"/>
                    <a:pt x="411" y="117"/>
                    <a:pt x="411" y="117"/>
                  </a:cubicBezTo>
                  <a:cubicBezTo>
                    <a:pt x="409" y="120"/>
                    <a:pt x="409" y="120"/>
                    <a:pt x="409" y="120"/>
                  </a:cubicBezTo>
                  <a:cubicBezTo>
                    <a:pt x="413" y="122"/>
                    <a:pt x="413" y="122"/>
                    <a:pt x="413" y="122"/>
                  </a:cubicBezTo>
                  <a:cubicBezTo>
                    <a:pt x="409" y="120"/>
                    <a:pt x="409" y="120"/>
                    <a:pt x="409" y="120"/>
                  </a:cubicBezTo>
                  <a:cubicBezTo>
                    <a:pt x="410" y="124"/>
                    <a:pt x="410" y="124"/>
                    <a:pt x="410" y="124"/>
                  </a:cubicBezTo>
                  <a:cubicBezTo>
                    <a:pt x="411" y="124"/>
                    <a:pt x="412" y="123"/>
                    <a:pt x="413" y="122"/>
                  </a:cubicBezTo>
                  <a:cubicBezTo>
                    <a:pt x="409" y="120"/>
                    <a:pt x="409" y="120"/>
                    <a:pt x="409" y="120"/>
                  </a:cubicBezTo>
                  <a:cubicBezTo>
                    <a:pt x="410" y="124"/>
                    <a:pt x="410" y="124"/>
                    <a:pt x="410" y="124"/>
                  </a:cubicBezTo>
                  <a:cubicBezTo>
                    <a:pt x="409" y="120"/>
                    <a:pt x="409" y="120"/>
                    <a:pt x="409" y="120"/>
                  </a:cubicBezTo>
                  <a:cubicBezTo>
                    <a:pt x="409" y="124"/>
                    <a:pt x="409" y="124"/>
                    <a:pt x="409" y="124"/>
                  </a:cubicBezTo>
                  <a:cubicBezTo>
                    <a:pt x="409" y="124"/>
                    <a:pt x="410" y="124"/>
                    <a:pt x="410" y="124"/>
                  </a:cubicBezTo>
                  <a:cubicBezTo>
                    <a:pt x="409" y="120"/>
                    <a:pt x="409" y="120"/>
                    <a:pt x="409" y="120"/>
                  </a:cubicBezTo>
                  <a:cubicBezTo>
                    <a:pt x="409" y="124"/>
                    <a:pt x="409" y="124"/>
                    <a:pt x="409" y="124"/>
                  </a:cubicBezTo>
                  <a:cubicBezTo>
                    <a:pt x="409" y="120"/>
                    <a:pt x="409" y="120"/>
                    <a:pt x="409" y="120"/>
                  </a:cubicBezTo>
                  <a:cubicBezTo>
                    <a:pt x="408" y="124"/>
                    <a:pt x="408" y="124"/>
                    <a:pt x="408" y="124"/>
                  </a:cubicBezTo>
                  <a:cubicBezTo>
                    <a:pt x="408" y="124"/>
                    <a:pt x="408" y="124"/>
                    <a:pt x="409" y="124"/>
                  </a:cubicBezTo>
                  <a:cubicBezTo>
                    <a:pt x="409" y="120"/>
                    <a:pt x="409" y="120"/>
                    <a:pt x="409" y="120"/>
                  </a:cubicBezTo>
                  <a:cubicBezTo>
                    <a:pt x="408" y="124"/>
                    <a:pt x="408" y="124"/>
                    <a:pt x="408" y="124"/>
                  </a:cubicBezTo>
                  <a:cubicBezTo>
                    <a:pt x="409" y="122"/>
                    <a:pt x="409" y="122"/>
                    <a:pt x="409" y="122"/>
                  </a:cubicBezTo>
                  <a:cubicBezTo>
                    <a:pt x="408" y="124"/>
                    <a:pt x="408" y="124"/>
                    <a:pt x="408" y="124"/>
                  </a:cubicBezTo>
                  <a:cubicBezTo>
                    <a:pt x="408" y="124"/>
                    <a:pt x="408" y="124"/>
                    <a:pt x="408" y="124"/>
                  </a:cubicBezTo>
                  <a:cubicBezTo>
                    <a:pt x="409" y="122"/>
                    <a:pt x="409" y="122"/>
                    <a:pt x="409" y="122"/>
                  </a:cubicBezTo>
                  <a:cubicBezTo>
                    <a:pt x="408" y="124"/>
                    <a:pt x="408" y="124"/>
                    <a:pt x="408" y="124"/>
                  </a:cubicBezTo>
                  <a:cubicBezTo>
                    <a:pt x="408" y="124"/>
                    <a:pt x="409" y="124"/>
                    <a:pt x="410" y="125"/>
                  </a:cubicBezTo>
                  <a:cubicBezTo>
                    <a:pt x="419" y="130"/>
                    <a:pt x="450" y="147"/>
                    <a:pt x="491" y="171"/>
                  </a:cubicBezTo>
                  <a:cubicBezTo>
                    <a:pt x="553" y="207"/>
                    <a:pt x="638" y="256"/>
                    <a:pt x="708" y="297"/>
                  </a:cubicBezTo>
                  <a:cubicBezTo>
                    <a:pt x="743" y="317"/>
                    <a:pt x="774" y="335"/>
                    <a:pt x="796" y="348"/>
                  </a:cubicBezTo>
                  <a:cubicBezTo>
                    <a:pt x="807" y="354"/>
                    <a:pt x="816" y="360"/>
                    <a:pt x="822" y="363"/>
                  </a:cubicBezTo>
                  <a:cubicBezTo>
                    <a:pt x="828" y="367"/>
                    <a:pt x="832" y="369"/>
                    <a:pt x="832" y="369"/>
                  </a:cubicBezTo>
                  <a:cubicBezTo>
                    <a:pt x="834" y="370"/>
                    <a:pt x="836" y="369"/>
                    <a:pt x="837" y="367"/>
                  </a:cubicBezTo>
                  <a:cubicBezTo>
                    <a:pt x="838" y="365"/>
                    <a:pt x="838" y="363"/>
                    <a:pt x="836" y="362"/>
                  </a:cubicBezTo>
                  <a:cubicBezTo>
                    <a:pt x="836" y="362"/>
                    <a:pt x="830" y="359"/>
                    <a:pt x="821" y="353"/>
                  </a:cubicBezTo>
                  <a:cubicBezTo>
                    <a:pt x="787" y="333"/>
                    <a:pt x="703" y="282"/>
                    <a:pt x="628" y="236"/>
                  </a:cubicBezTo>
                  <a:cubicBezTo>
                    <a:pt x="590" y="212"/>
                    <a:pt x="554" y="190"/>
                    <a:pt x="528" y="173"/>
                  </a:cubicBezTo>
                  <a:cubicBezTo>
                    <a:pt x="515" y="165"/>
                    <a:pt x="504" y="158"/>
                    <a:pt x="497" y="153"/>
                  </a:cubicBezTo>
                  <a:cubicBezTo>
                    <a:pt x="493" y="150"/>
                    <a:pt x="490" y="148"/>
                    <a:pt x="489" y="146"/>
                  </a:cubicBezTo>
                  <a:cubicBezTo>
                    <a:pt x="488" y="146"/>
                    <a:pt x="487" y="145"/>
                    <a:pt x="487" y="145"/>
                  </a:cubicBezTo>
                  <a:cubicBezTo>
                    <a:pt x="486" y="144"/>
                    <a:pt x="486" y="144"/>
                    <a:pt x="486" y="144"/>
                  </a:cubicBezTo>
                  <a:cubicBezTo>
                    <a:pt x="486" y="144"/>
                    <a:pt x="486" y="144"/>
                    <a:pt x="486" y="144"/>
                  </a:cubicBezTo>
                  <a:cubicBezTo>
                    <a:pt x="485" y="146"/>
                    <a:pt x="485" y="146"/>
                    <a:pt x="485" y="146"/>
                  </a:cubicBezTo>
                  <a:cubicBezTo>
                    <a:pt x="487" y="145"/>
                    <a:pt x="487" y="145"/>
                    <a:pt x="487" y="145"/>
                  </a:cubicBezTo>
                  <a:cubicBezTo>
                    <a:pt x="486" y="144"/>
                    <a:pt x="486" y="144"/>
                    <a:pt x="486" y="144"/>
                  </a:cubicBezTo>
                  <a:cubicBezTo>
                    <a:pt x="485" y="146"/>
                    <a:pt x="485" y="146"/>
                    <a:pt x="485" y="146"/>
                  </a:cubicBezTo>
                  <a:cubicBezTo>
                    <a:pt x="487" y="145"/>
                    <a:pt x="487" y="145"/>
                    <a:pt x="487" y="145"/>
                  </a:cubicBezTo>
                  <a:cubicBezTo>
                    <a:pt x="484" y="146"/>
                    <a:pt x="484" y="146"/>
                    <a:pt x="484" y="146"/>
                  </a:cubicBezTo>
                  <a:cubicBezTo>
                    <a:pt x="487" y="146"/>
                    <a:pt x="487" y="146"/>
                    <a:pt x="487" y="146"/>
                  </a:cubicBezTo>
                  <a:cubicBezTo>
                    <a:pt x="487" y="145"/>
                    <a:pt x="487" y="145"/>
                    <a:pt x="487" y="145"/>
                  </a:cubicBezTo>
                  <a:cubicBezTo>
                    <a:pt x="484" y="146"/>
                    <a:pt x="484" y="146"/>
                    <a:pt x="484" y="146"/>
                  </a:cubicBezTo>
                  <a:cubicBezTo>
                    <a:pt x="487" y="146"/>
                    <a:pt x="487" y="146"/>
                    <a:pt x="487" y="146"/>
                  </a:cubicBezTo>
                  <a:cubicBezTo>
                    <a:pt x="483" y="146"/>
                    <a:pt x="483" y="146"/>
                    <a:pt x="483" y="146"/>
                  </a:cubicBezTo>
                  <a:cubicBezTo>
                    <a:pt x="486" y="148"/>
                    <a:pt x="486" y="148"/>
                    <a:pt x="486" y="148"/>
                  </a:cubicBezTo>
                  <a:cubicBezTo>
                    <a:pt x="487" y="148"/>
                    <a:pt x="487" y="147"/>
                    <a:pt x="487" y="146"/>
                  </a:cubicBezTo>
                  <a:cubicBezTo>
                    <a:pt x="483" y="146"/>
                    <a:pt x="483" y="146"/>
                    <a:pt x="483" y="146"/>
                  </a:cubicBezTo>
                  <a:cubicBezTo>
                    <a:pt x="486" y="148"/>
                    <a:pt x="486" y="148"/>
                    <a:pt x="486" y="148"/>
                  </a:cubicBezTo>
                  <a:cubicBezTo>
                    <a:pt x="486" y="148"/>
                    <a:pt x="486" y="148"/>
                    <a:pt x="486" y="148"/>
                  </a:cubicBezTo>
                  <a:cubicBezTo>
                    <a:pt x="483" y="146"/>
                    <a:pt x="483" y="146"/>
                    <a:pt x="483" y="146"/>
                  </a:cubicBezTo>
                  <a:cubicBezTo>
                    <a:pt x="484" y="150"/>
                    <a:pt x="484" y="150"/>
                    <a:pt x="484" y="150"/>
                  </a:cubicBezTo>
                  <a:cubicBezTo>
                    <a:pt x="485" y="150"/>
                    <a:pt x="486" y="149"/>
                    <a:pt x="486" y="148"/>
                  </a:cubicBezTo>
                  <a:cubicBezTo>
                    <a:pt x="483" y="146"/>
                    <a:pt x="483" y="146"/>
                    <a:pt x="483" y="146"/>
                  </a:cubicBezTo>
                  <a:cubicBezTo>
                    <a:pt x="484" y="150"/>
                    <a:pt x="484" y="150"/>
                    <a:pt x="484" y="150"/>
                  </a:cubicBezTo>
                  <a:cubicBezTo>
                    <a:pt x="483" y="146"/>
                    <a:pt x="483" y="146"/>
                    <a:pt x="483" y="146"/>
                  </a:cubicBezTo>
                  <a:cubicBezTo>
                    <a:pt x="483" y="150"/>
                    <a:pt x="483" y="150"/>
                    <a:pt x="483" y="150"/>
                  </a:cubicBezTo>
                  <a:cubicBezTo>
                    <a:pt x="483" y="150"/>
                    <a:pt x="484" y="150"/>
                    <a:pt x="484" y="150"/>
                  </a:cubicBezTo>
                  <a:cubicBezTo>
                    <a:pt x="483" y="146"/>
                    <a:pt x="483" y="146"/>
                    <a:pt x="483" y="146"/>
                  </a:cubicBezTo>
                  <a:cubicBezTo>
                    <a:pt x="483" y="150"/>
                    <a:pt x="483" y="150"/>
                    <a:pt x="483" y="150"/>
                  </a:cubicBezTo>
                  <a:cubicBezTo>
                    <a:pt x="483" y="148"/>
                    <a:pt x="483" y="148"/>
                    <a:pt x="483" y="148"/>
                  </a:cubicBezTo>
                  <a:cubicBezTo>
                    <a:pt x="483" y="150"/>
                    <a:pt x="483" y="150"/>
                    <a:pt x="483" y="150"/>
                  </a:cubicBezTo>
                  <a:cubicBezTo>
                    <a:pt x="483" y="150"/>
                    <a:pt x="483" y="150"/>
                    <a:pt x="483" y="150"/>
                  </a:cubicBezTo>
                  <a:cubicBezTo>
                    <a:pt x="483" y="148"/>
                    <a:pt x="483" y="148"/>
                    <a:pt x="483" y="148"/>
                  </a:cubicBezTo>
                  <a:cubicBezTo>
                    <a:pt x="483" y="150"/>
                    <a:pt x="483" y="150"/>
                    <a:pt x="483" y="150"/>
                  </a:cubicBezTo>
                  <a:cubicBezTo>
                    <a:pt x="483" y="150"/>
                    <a:pt x="483" y="150"/>
                    <a:pt x="483" y="150"/>
                  </a:cubicBezTo>
                  <a:cubicBezTo>
                    <a:pt x="483" y="150"/>
                    <a:pt x="484" y="150"/>
                    <a:pt x="485" y="151"/>
                  </a:cubicBezTo>
                  <a:cubicBezTo>
                    <a:pt x="490" y="153"/>
                    <a:pt x="499" y="158"/>
                    <a:pt x="512" y="165"/>
                  </a:cubicBezTo>
                  <a:cubicBezTo>
                    <a:pt x="558" y="190"/>
                    <a:pt x="647" y="242"/>
                    <a:pt x="724" y="287"/>
                  </a:cubicBezTo>
                  <a:cubicBezTo>
                    <a:pt x="763" y="310"/>
                    <a:pt x="798" y="331"/>
                    <a:pt x="825" y="346"/>
                  </a:cubicBezTo>
                  <a:cubicBezTo>
                    <a:pt x="838" y="354"/>
                    <a:pt x="848" y="360"/>
                    <a:pt x="856" y="364"/>
                  </a:cubicBezTo>
                  <a:cubicBezTo>
                    <a:pt x="863" y="369"/>
                    <a:pt x="867" y="371"/>
                    <a:pt x="867" y="371"/>
                  </a:cubicBezTo>
                  <a:cubicBezTo>
                    <a:pt x="869" y="372"/>
                    <a:pt x="871" y="372"/>
                    <a:pt x="872" y="370"/>
                  </a:cubicBezTo>
                  <a:cubicBezTo>
                    <a:pt x="874" y="368"/>
                    <a:pt x="873" y="365"/>
                    <a:pt x="871" y="364"/>
                  </a:cubicBezTo>
                  <a:cubicBezTo>
                    <a:pt x="566" y="173"/>
                    <a:pt x="566" y="173"/>
                    <a:pt x="566" y="173"/>
                  </a:cubicBezTo>
                  <a:cubicBezTo>
                    <a:pt x="563" y="177"/>
                    <a:pt x="563" y="177"/>
                    <a:pt x="563" y="177"/>
                  </a:cubicBezTo>
                  <a:cubicBezTo>
                    <a:pt x="567" y="179"/>
                    <a:pt x="567" y="179"/>
                    <a:pt x="567" y="179"/>
                  </a:cubicBezTo>
                  <a:cubicBezTo>
                    <a:pt x="564" y="177"/>
                    <a:pt x="564" y="177"/>
                    <a:pt x="564" y="177"/>
                  </a:cubicBezTo>
                  <a:cubicBezTo>
                    <a:pt x="565" y="180"/>
                    <a:pt x="565" y="180"/>
                    <a:pt x="565" y="180"/>
                  </a:cubicBezTo>
                  <a:cubicBezTo>
                    <a:pt x="565" y="180"/>
                    <a:pt x="566" y="180"/>
                    <a:pt x="567" y="179"/>
                  </a:cubicBezTo>
                  <a:cubicBezTo>
                    <a:pt x="564" y="177"/>
                    <a:pt x="564" y="177"/>
                    <a:pt x="564" y="177"/>
                  </a:cubicBezTo>
                  <a:cubicBezTo>
                    <a:pt x="565" y="180"/>
                    <a:pt x="565" y="180"/>
                    <a:pt x="565" y="180"/>
                  </a:cubicBezTo>
                  <a:cubicBezTo>
                    <a:pt x="564" y="177"/>
                    <a:pt x="564" y="177"/>
                    <a:pt x="564" y="177"/>
                  </a:cubicBezTo>
                  <a:cubicBezTo>
                    <a:pt x="564" y="181"/>
                    <a:pt x="564" y="181"/>
                    <a:pt x="564" y="181"/>
                  </a:cubicBezTo>
                  <a:cubicBezTo>
                    <a:pt x="564" y="181"/>
                    <a:pt x="564" y="181"/>
                    <a:pt x="565" y="180"/>
                  </a:cubicBezTo>
                  <a:cubicBezTo>
                    <a:pt x="564" y="177"/>
                    <a:pt x="564" y="177"/>
                    <a:pt x="564" y="177"/>
                  </a:cubicBezTo>
                  <a:cubicBezTo>
                    <a:pt x="564" y="181"/>
                    <a:pt x="564" y="181"/>
                    <a:pt x="564" y="181"/>
                  </a:cubicBezTo>
                  <a:cubicBezTo>
                    <a:pt x="564" y="178"/>
                    <a:pt x="564" y="178"/>
                    <a:pt x="564" y="178"/>
                  </a:cubicBezTo>
                  <a:cubicBezTo>
                    <a:pt x="563" y="181"/>
                    <a:pt x="563" y="181"/>
                    <a:pt x="563" y="181"/>
                  </a:cubicBezTo>
                  <a:cubicBezTo>
                    <a:pt x="564" y="181"/>
                    <a:pt x="564" y="181"/>
                    <a:pt x="564" y="181"/>
                  </a:cubicBezTo>
                  <a:cubicBezTo>
                    <a:pt x="564" y="178"/>
                    <a:pt x="564" y="178"/>
                    <a:pt x="564" y="178"/>
                  </a:cubicBezTo>
                  <a:cubicBezTo>
                    <a:pt x="563" y="181"/>
                    <a:pt x="563" y="181"/>
                    <a:pt x="563" y="181"/>
                  </a:cubicBezTo>
                  <a:cubicBezTo>
                    <a:pt x="563" y="180"/>
                    <a:pt x="563" y="180"/>
                    <a:pt x="563" y="180"/>
                  </a:cubicBezTo>
                  <a:cubicBezTo>
                    <a:pt x="563" y="181"/>
                    <a:pt x="563" y="181"/>
                    <a:pt x="563" y="181"/>
                  </a:cubicBezTo>
                  <a:cubicBezTo>
                    <a:pt x="563" y="181"/>
                    <a:pt x="563" y="181"/>
                    <a:pt x="563" y="181"/>
                  </a:cubicBezTo>
                  <a:cubicBezTo>
                    <a:pt x="563" y="180"/>
                    <a:pt x="563" y="180"/>
                    <a:pt x="563" y="180"/>
                  </a:cubicBezTo>
                  <a:cubicBezTo>
                    <a:pt x="563" y="181"/>
                    <a:pt x="563" y="181"/>
                    <a:pt x="563" y="181"/>
                  </a:cubicBezTo>
                  <a:cubicBezTo>
                    <a:pt x="563" y="181"/>
                    <a:pt x="564" y="181"/>
                    <a:pt x="565" y="181"/>
                  </a:cubicBezTo>
                  <a:cubicBezTo>
                    <a:pt x="568" y="183"/>
                    <a:pt x="576" y="187"/>
                    <a:pt x="587" y="193"/>
                  </a:cubicBezTo>
                  <a:cubicBezTo>
                    <a:pt x="623" y="214"/>
                    <a:pt x="693" y="257"/>
                    <a:pt x="756" y="295"/>
                  </a:cubicBezTo>
                  <a:cubicBezTo>
                    <a:pt x="788" y="314"/>
                    <a:pt x="817" y="331"/>
                    <a:pt x="840" y="344"/>
                  </a:cubicBezTo>
                  <a:cubicBezTo>
                    <a:pt x="852" y="350"/>
                    <a:pt x="862" y="356"/>
                    <a:pt x="869" y="359"/>
                  </a:cubicBezTo>
                  <a:cubicBezTo>
                    <a:pt x="873" y="361"/>
                    <a:pt x="876" y="363"/>
                    <a:pt x="879" y="364"/>
                  </a:cubicBezTo>
                  <a:cubicBezTo>
                    <a:pt x="880" y="364"/>
                    <a:pt x="881" y="365"/>
                    <a:pt x="882" y="365"/>
                  </a:cubicBezTo>
                  <a:cubicBezTo>
                    <a:pt x="883" y="365"/>
                    <a:pt x="884" y="365"/>
                    <a:pt x="885" y="365"/>
                  </a:cubicBezTo>
                  <a:cubicBezTo>
                    <a:pt x="886" y="365"/>
                    <a:pt x="886" y="365"/>
                    <a:pt x="887" y="365"/>
                  </a:cubicBezTo>
                  <a:cubicBezTo>
                    <a:pt x="888" y="365"/>
                    <a:pt x="889" y="364"/>
                    <a:pt x="890" y="363"/>
                  </a:cubicBezTo>
                  <a:cubicBezTo>
                    <a:pt x="890" y="363"/>
                    <a:pt x="890" y="362"/>
                    <a:pt x="890" y="361"/>
                  </a:cubicBezTo>
                  <a:cubicBezTo>
                    <a:pt x="890" y="360"/>
                    <a:pt x="890" y="360"/>
                    <a:pt x="890" y="359"/>
                  </a:cubicBezTo>
                  <a:cubicBezTo>
                    <a:pt x="889" y="359"/>
                    <a:pt x="889" y="359"/>
                    <a:pt x="889" y="358"/>
                  </a:cubicBezTo>
                  <a:cubicBezTo>
                    <a:pt x="889" y="358"/>
                    <a:pt x="889" y="358"/>
                    <a:pt x="889" y="358"/>
                  </a:cubicBezTo>
                  <a:cubicBezTo>
                    <a:pt x="888" y="358"/>
                    <a:pt x="888" y="357"/>
                    <a:pt x="887" y="357"/>
                  </a:cubicBezTo>
                  <a:cubicBezTo>
                    <a:pt x="885" y="356"/>
                    <a:pt x="881" y="353"/>
                    <a:pt x="875" y="349"/>
                  </a:cubicBezTo>
                  <a:cubicBezTo>
                    <a:pt x="853" y="336"/>
                    <a:pt x="810" y="310"/>
                    <a:pt x="771" y="287"/>
                  </a:cubicBezTo>
                  <a:cubicBezTo>
                    <a:pt x="752" y="275"/>
                    <a:pt x="735" y="264"/>
                    <a:pt x="722" y="256"/>
                  </a:cubicBezTo>
                  <a:cubicBezTo>
                    <a:pt x="715" y="251"/>
                    <a:pt x="710" y="248"/>
                    <a:pt x="706" y="245"/>
                  </a:cubicBezTo>
                  <a:cubicBezTo>
                    <a:pt x="704" y="244"/>
                    <a:pt x="703" y="243"/>
                    <a:pt x="702" y="242"/>
                  </a:cubicBezTo>
                  <a:cubicBezTo>
                    <a:pt x="702" y="242"/>
                    <a:pt x="702" y="242"/>
                    <a:pt x="702" y="242"/>
                  </a:cubicBezTo>
                  <a:cubicBezTo>
                    <a:pt x="701" y="242"/>
                    <a:pt x="701" y="242"/>
                    <a:pt x="701" y="242"/>
                  </a:cubicBezTo>
                  <a:cubicBezTo>
                    <a:pt x="702" y="242"/>
                    <a:pt x="702" y="242"/>
                    <a:pt x="702" y="242"/>
                  </a:cubicBezTo>
                  <a:cubicBezTo>
                    <a:pt x="702" y="242"/>
                    <a:pt x="702" y="242"/>
                    <a:pt x="702" y="242"/>
                  </a:cubicBezTo>
                  <a:cubicBezTo>
                    <a:pt x="701" y="242"/>
                    <a:pt x="701" y="242"/>
                    <a:pt x="701" y="242"/>
                  </a:cubicBezTo>
                  <a:cubicBezTo>
                    <a:pt x="702" y="242"/>
                    <a:pt x="702" y="242"/>
                    <a:pt x="702" y="242"/>
                  </a:cubicBezTo>
                  <a:cubicBezTo>
                    <a:pt x="700" y="243"/>
                    <a:pt x="700" y="243"/>
                    <a:pt x="700" y="243"/>
                  </a:cubicBezTo>
                  <a:cubicBezTo>
                    <a:pt x="702" y="242"/>
                    <a:pt x="702" y="242"/>
                    <a:pt x="702" y="242"/>
                  </a:cubicBezTo>
                  <a:cubicBezTo>
                    <a:pt x="702" y="242"/>
                    <a:pt x="702" y="242"/>
                    <a:pt x="702" y="242"/>
                  </a:cubicBezTo>
                  <a:cubicBezTo>
                    <a:pt x="700" y="243"/>
                    <a:pt x="700" y="243"/>
                    <a:pt x="700" y="243"/>
                  </a:cubicBezTo>
                  <a:cubicBezTo>
                    <a:pt x="702" y="242"/>
                    <a:pt x="702" y="242"/>
                    <a:pt x="702" y="242"/>
                  </a:cubicBezTo>
                  <a:cubicBezTo>
                    <a:pt x="699" y="244"/>
                    <a:pt x="699" y="244"/>
                    <a:pt x="699" y="244"/>
                  </a:cubicBezTo>
                  <a:cubicBezTo>
                    <a:pt x="702" y="244"/>
                    <a:pt x="702" y="244"/>
                    <a:pt x="702" y="244"/>
                  </a:cubicBezTo>
                  <a:cubicBezTo>
                    <a:pt x="702" y="243"/>
                    <a:pt x="702" y="242"/>
                    <a:pt x="702" y="242"/>
                  </a:cubicBezTo>
                  <a:cubicBezTo>
                    <a:pt x="699" y="244"/>
                    <a:pt x="699" y="244"/>
                    <a:pt x="699" y="244"/>
                  </a:cubicBezTo>
                  <a:cubicBezTo>
                    <a:pt x="702" y="244"/>
                    <a:pt x="702" y="244"/>
                    <a:pt x="702" y="244"/>
                  </a:cubicBezTo>
                  <a:cubicBezTo>
                    <a:pt x="698" y="244"/>
                    <a:pt x="698" y="244"/>
                    <a:pt x="698" y="244"/>
                  </a:cubicBezTo>
                  <a:cubicBezTo>
                    <a:pt x="702" y="246"/>
                    <a:pt x="702" y="246"/>
                    <a:pt x="702" y="246"/>
                  </a:cubicBezTo>
                  <a:cubicBezTo>
                    <a:pt x="702" y="245"/>
                    <a:pt x="702" y="244"/>
                    <a:pt x="702" y="244"/>
                  </a:cubicBezTo>
                  <a:cubicBezTo>
                    <a:pt x="698" y="244"/>
                    <a:pt x="698" y="244"/>
                    <a:pt x="698" y="244"/>
                  </a:cubicBezTo>
                  <a:cubicBezTo>
                    <a:pt x="702" y="246"/>
                    <a:pt x="702" y="246"/>
                    <a:pt x="702" y="246"/>
                  </a:cubicBezTo>
                  <a:cubicBezTo>
                    <a:pt x="698" y="244"/>
                    <a:pt x="698" y="244"/>
                    <a:pt x="698" y="244"/>
                  </a:cubicBezTo>
                  <a:cubicBezTo>
                    <a:pt x="696" y="247"/>
                    <a:pt x="696" y="247"/>
                    <a:pt x="696" y="247"/>
                  </a:cubicBezTo>
                  <a:cubicBezTo>
                    <a:pt x="895" y="359"/>
                    <a:pt x="895" y="359"/>
                    <a:pt x="895" y="359"/>
                  </a:cubicBezTo>
                  <a:cubicBezTo>
                    <a:pt x="896" y="359"/>
                    <a:pt x="898" y="359"/>
                    <a:pt x="899" y="359"/>
                  </a:cubicBezTo>
                  <a:cubicBezTo>
                    <a:pt x="900" y="358"/>
                    <a:pt x="901" y="357"/>
                    <a:pt x="901" y="355"/>
                  </a:cubicBezTo>
                  <a:cubicBezTo>
                    <a:pt x="901" y="354"/>
                    <a:pt x="900" y="354"/>
                    <a:pt x="900" y="353"/>
                  </a:cubicBezTo>
                  <a:cubicBezTo>
                    <a:pt x="900" y="353"/>
                    <a:pt x="900" y="352"/>
                    <a:pt x="900" y="352"/>
                  </a:cubicBezTo>
                  <a:cubicBezTo>
                    <a:pt x="899" y="352"/>
                    <a:pt x="899" y="352"/>
                    <a:pt x="899" y="352"/>
                  </a:cubicBezTo>
                  <a:cubicBezTo>
                    <a:pt x="898" y="351"/>
                    <a:pt x="897" y="351"/>
                    <a:pt x="896" y="350"/>
                  </a:cubicBezTo>
                  <a:cubicBezTo>
                    <a:pt x="884" y="342"/>
                    <a:pt x="847" y="319"/>
                    <a:pt x="812" y="297"/>
                  </a:cubicBezTo>
                  <a:cubicBezTo>
                    <a:pt x="778" y="276"/>
                    <a:pt x="746" y="256"/>
                    <a:pt x="746" y="256"/>
                  </a:cubicBezTo>
                  <a:cubicBezTo>
                    <a:pt x="744" y="260"/>
                    <a:pt x="744" y="260"/>
                    <a:pt x="744" y="260"/>
                  </a:cubicBezTo>
                  <a:cubicBezTo>
                    <a:pt x="744" y="264"/>
                    <a:pt x="744" y="264"/>
                    <a:pt x="744" y="264"/>
                  </a:cubicBezTo>
                  <a:cubicBezTo>
                    <a:pt x="744" y="260"/>
                    <a:pt x="744" y="260"/>
                    <a:pt x="744" y="260"/>
                  </a:cubicBezTo>
                  <a:cubicBezTo>
                    <a:pt x="743" y="263"/>
                    <a:pt x="743" y="263"/>
                    <a:pt x="743" y="263"/>
                  </a:cubicBezTo>
                  <a:cubicBezTo>
                    <a:pt x="743" y="264"/>
                    <a:pt x="743" y="264"/>
                    <a:pt x="744" y="264"/>
                  </a:cubicBezTo>
                  <a:cubicBezTo>
                    <a:pt x="744" y="260"/>
                    <a:pt x="744" y="260"/>
                    <a:pt x="744" y="260"/>
                  </a:cubicBezTo>
                  <a:cubicBezTo>
                    <a:pt x="743" y="263"/>
                    <a:pt x="743" y="263"/>
                    <a:pt x="743" y="263"/>
                  </a:cubicBezTo>
                  <a:cubicBezTo>
                    <a:pt x="744" y="260"/>
                    <a:pt x="744" y="260"/>
                    <a:pt x="744" y="260"/>
                  </a:cubicBezTo>
                  <a:cubicBezTo>
                    <a:pt x="742" y="263"/>
                    <a:pt x="742" y="263"/>
                    <a:pt x="742" y="263"/>
                  </a:cubicBezTo>
                  <a:cubicBezTo>
                    <a:pt x="743" y="263"/>
                    <a:pt x="743" y="263"/>
                    <a:pt x="743" y="263"/>
                  </a:cubicBezTo>
                  <a:cubicBezTo>
                    <a:pt x="744" y="260"/>
                    <a:pt x="744" y="260"/>
                    <a:pt x="744" y="260"/>
                  </a:cubicBezTo>
                  <a:cubicBezTo>
                    <a:pt x="742" y="263"/>
                    <a:pt x="742" y="263"/>
                    <a:pt x="742" y="263"/>
                  </a:cubicBezTo>
                  <a:cubicBezTo>
                    <a:pt x="743" y="261"/>
                    <a:pt x="743" y="261"/>
                    <a:pt x="743" y="261"/>
                  </a:cubicBezTo>
                  <a:cubicBezTo>
                    <a:pt x="742" y="263"/>
                    <a:pt x="742" y="263"/>
                    <a:pt x="742" y="263"/>
                  </a:cubicBezTo>
                  <a:cubicBezTo>
                    <a:pt x="742" y="263"/>
                    <a:pt x="742" y="263"/>
                    <a:pt x="742" y="263"/>
                  </a:cubicBezTo>
                  <a:cubicBezTo>
                    <a:pt x="743" y="261"/>
                    <a:pt x="743" y="261"/>
                    <a:pt x="743" y="261"/>
                  </a:cubicBezTo>
                  <a:cubicBezTo>
                    <a:pt x="742" y="263"/>
                    <a:pt x="742" y="263"/>
                    <a:pt x="742" y="263"/>
                  </a:cubicBezTo>
                  <a:cubicBezTo>
                    <a:pt x="742" y="263"/>
                    <a:pt x="743" y="264"/>
                    <a:pt x="744" y="264"/>
                  </a:cubicBezTo>
                  <a:cubicBezTo>
                    <a:pt x="754" y="270"/>
                    <a:pt x="791" y="290"/>
                    <a:pt x="826" y="308"/>
                  </a:cubicBezTo>
                  <a:cubicBezTo>
                    <a:pt x="843" y="317"/>
                    <a:pt x="861" y="326"/>
                    <a:pt x="874" y="333"/>
                  </a:cubicBezTo>
                  <a:cubicBezTo>
                    <a:pt x="881" y="336"/>
                    <a:pt x="887" y="339"/>
                    <a:pt x="892" y="341"/>
                  </a:cubicBezTo>
                  <a:cubicBezTo>
                    <a:pt x="894" y="342"/>
                    <a:pt x="896" y="343"/>
                    <a:pt x="897" y="344"/>
                  </a:cubicBezTo>
                  <a:cubicBezTo>
                    <a:pt x="898" y="344"/>
                    <a:pt x="899" y="344"/>
                    <a:pt x="900" y="344"/>
                  </a:cubicBezTo>
                  <a:cubicBezTo>
                    <a:pt x="900" y="344"/>
                    <a:pt x="901" y="344"/>
                    <a:pt x="902" y="344"/>
                  </a:cubicBezTo>
                  <a:cubicBezTo>
                    <a:pt x="902" y="344"/>
                    <a:pt x="903" y="344"/>
                    <a:pt x="904" y="344"/>
                  </a:cubicBezTo>
                  <a:cubicBezTo>
                    <a:pt x="904" y="344"/>
                    <a:pt x="905" y="343"/>
                    <a:pt x="906" y="342"/>
                  </a:cubicBezTo>
                  <a:cubicBezTo>
                    <a:pt x="906" y="342"/>
                    <a:pt x="907" y="340"/>
                    <a:pt x="906" y="339"/>
                  </a:cubicBezTo>
                  <a:cubicBezTo>
                    <a:pt x="906" y="338"/>
                    <a:pt x="906" y="337"/>
                    <a:pt x="905" y="337"/>
                  </a:cubicBezTo>
                  <a:cubicBezTo>
                    <a:pt x="809" y="277"/>
                    <a:pt x="809" y="277"/>
                    <a:pt x="809" y="277"/>
                  </a:cubicBezTo>
                  <a:cubicBezTo>
                    <a:pt x="807" y="281"/>
                    <a:pt x="807" y="281"/>
                    <a:pt x="807" y="281"/>
                  </a:cubicBezTo>
                  <a:cubicBezTo>
                    <a:pt x="805" y="284"/>
                    <a:pt x="805" y="284"/>
                    <a:pt x="805" y="284"/>
                  </a:cubicBezTo>
                  <a:cubicBezTo>
                    <a:pt x="805" y="284"/>
                    <a:pt x="828" y="296"/>
                    <a:pt x="852" y="308"/>
                  </a:cubicBezTo>
                  <a:cubicBezTo>
                    <a:pt x="865" y="314"/>
                    <a:pt x="877" y="320"/>
                    <a:pt x="886" y="325"/>
                  </a:cubicBezTo>
                  <a:cubicBezTo>
                    <a:pt x="891" y="327"/>
                    <a:pt x="895" y="329"/>
                    <a:pt x="899" y="330"/>
                  </a:cubicBezTo>
                  <a:cubicBezTo>
                    <a:pt x="900" y="331"/>
                    <a:pt x="902" y="332"/>
                    <a:pt x="903" y="332"/>
                  </a:cubicBezTo>
                  <a:cubicBezTo>
                    <a:pt x="903" y="332"/>
                    <a:pt x="904" y="332"/>
                    <a:pt x="904" y="333"/>
                  </a:cubicBezTo>
                  <a:cubicBezTo>
                    <a:pt x="905" y="333"/>
                    <a:pt x="905" y="333"/>
                    <a:pt x="906" y="333"/>
                  </a:cubicBezTo>
                  <a:cubicBezTo>
                    <a:pt x="907" y="333"/>
                    <a:pt x="907" y="333"/>
                    <a:pt x="908" y="333"/>
                  </a:cubicBezTo>
                  <a:cubicBezTo>
                    <a:pt x="908" y="332"/>
                    <a:pt x="909" y="332"/>
                    <a:pt x="910" y="331"/>
                  </a:cubicBezTo>
                  <a:cubicBezTo>
                    <a:pt x="910" y="330"/>
                    <a:pt x="911" y="329"/>
                    <a:pt x="910" y="328"/>
                  </a:cubicBezTo>
                  <a:cubicBezTo>
                    <a:pt x="910" y="327"/>
                    <a:pt x="909" y="326"/>
                    <a:pt x="909" y="325"/>
                  </a:cubicBezTo>
                  <a:cubicBezTo>
                    <a:pt x="909" y="325"/>
                    <a:pt x="905" y="323"/>
                    <a:pt x="901" y="321"/>
                  </a:cubicBezTo>
                  <a:cubicBezTo>
                    <a:pt x="894" y="316"/>
                    <a:pt x="883" y="310"/>
                    <a:pt x="874" y="305"/>
                  </a:cubicBezTo>
                  <a:cubicBezTo>
                    <a:pt x="870" y="302"/>
                    <a:pt x="866" y="299"/>
                    <a:pt x="863" y="298"/>
                  </a:cubicBezTo>
                  <a:cubicBezTo>
                    <a:pt x="862" y="297"/>
                    <a:pt x="861" y="296"/>
                    <a:pt x="860" y="295"/>
                  </a:cubicBezTo>
                  <a:cubicBezTo>
                    <a:pt x="859" y="295"/>
                    <a:pt x="859" y="295"/>
                    <a:pt x="859" y="295"/>
                  </a:cubicBezTo>
                  <a:cubicBezTo>
                    <a:pt x="858" y="296"/>
                    <a:pt x="858" y="296"/>
                    <a:pt x="858" y="296"/>
                  </a:cubicBezTo>
                  <a:cubicBezTo>
                    <a:pt x="860" y="295"/>
                    <a:pt x="860" y="295"/>
                    <a:pt x="860" y="295"/>
                  </a:cubicBezTo>
                  <a:cubicBezTo>
                    <a:pt x="859" y="295"/>
                    <a:pt x="859" y="295"/>
                    <a:pt x="859" y="295"/>
                  </a:cubicBezTo>
                  <a:cubicBezTo>
                    <a:pt x="858" y="296"/>
                    <a:pt x="858" y="296"/>
                    <a:pt x="858" y="296"/>
                  </a:cubicBezTo>
                  <a:cubicBezTo>
                    <a:pt x="860" y="295"/>
                    <a:pt x="860" y="295"/>
                    <a:pt x="860" y="295"/>
                  </a:cubicBezTo>
                  <a:cubicBezTo>
                    <a:pt x="857" y="297"/>
                    <a:pt x="857" y="297"/>
                    <a:pt x="857" y="297"/>
                  </a:cubicBezTo>
                  <a:cubicBezTo>
                    <a:pt x="860" y="296"/>
                    <a:pt x="860" y="296"/>
                    <a:pt x="860" y="296"/>
                  </a:cubicBezTo>
                  <a:cubicBezTo>
                    <a:pt x="860" y="295"/>
                    <a:pt x="860" y="295"/>
                    <a:pt x="860" y="295"/>
                  </a:cubicBezTo>
                  <a:cubicBezTo>
                    <a:pt x="857" y="297"/>
                    <a:pt x="857" y="297"/>
                    <a:pt x="857" y="297"/>
                  </a:cubicBezTo>
                  <a:cubicBezTo>
                    <a:pt x="860" y="296"/>
                    <a:pt x="860" y="296"/>
                    <a:pt x="860" y="296"/>
                  </a:cubicBezTo>
                  <a:cubicBezTo>
                    <a:pt x="856" y="297"/>
                    <a:pt x="856" y="297"/>
                    <a:pt x="856" y="297"/>
                  </a:cubicBezTo>
                  <a:cubicBezTo>
                    <a:pt x="860" y="297"/>
                    <a:pt x="860" y="297"/>
                    <a:pt x="860" y="297"/>
                  </a:cubicBezTo>
                  <a:cubicBezTo>
                    <a:pt x="860" y="297"/>
                    <a:pt x="860" y="296"/>
                    <a:pt x="860" y="296"/>
                  </a:cubicBezTo>
                  <a:cubicBezTo>
                    <a:pt x="856" y="297"/>
                    <a:pt x="856" y="297"/>
                    <a:pt x="856" y="297"/>
                  </a:cubicBezTo>
                  <a:cubicBezTo>
                    <a:pt x="860" y="297"/>
                    <a:pt x="860" y="297"/>
                    <a:pt x="860" y="297"/>
                  </a:cubicBezTo>
                  <a:cubicBezTo>
                    <a:pt x="856" y="297"/>
                    <a:pt x="856" y="297"/>
                    <a:pt x="856" y="297"/>
                  </a:cubicBezTo>
                  <a:cubicBezTo>
                    <a:pt x="859" y="300"/>
                    <a:pt x="859" y="300"/>
                    <a:pt x="859" y="300"/>
                  </a:cubicBezTo>
                  <a:cubicBezTo>
                    <a:pt x="860" y="299"/>
                    <a:pt x="860" y="298"/>
                    <a:pt x="860" y="297"/>
                  </a:cubicBezTo>
                  <a:cubicBezTo>
                    <a:pt x="856" y="297"/>
                    <a:pt x="856" y="297"/>
                    <a:pt x="856" y="297"/>
                  </a:cubicBezTo>
                  <a:cubicBezTo>
                    <a:pt x="859" y="300"/>
                    <a:pt x="859" y="300"/>
                    <a:pt x="859" y="300"/>
                  </a:cubicBezTo>
                  <a:cubicBezTo>
                    <a:pt x="861" y="298"/>
                    <a:pt x="860" y="295"/>
                    <a:pt x="859" y="294"/>
                  </a:cubicBezTo>
                  <a:cubicBezTo>
                    <a:pt x="857" y="293"/>
                    <a:pt x="854" y="293"/>
                    <a:pt x="853" y="295"/>
                  </a:cubicBezTo>
                  <a:cubicBezTo>
                    <a:pt x="852" y="296"/>
                    <a:pt x="852" y="297"/>
                    <a:pt x="852" y="297"/>
                  </a:cubicBezTo>
                  <a:cubicBezTo>
                    <a:pt x="852" y="298"/>
                    <a:pt x="852" y="299"/>
                    <a:pt x="853" y="299"/>
                  </a:cubicBezTo>
                  <a:cubicBezTo>
                    <a:pt x="853" y="300"/>
                    <a:pt x="853" y="300"/>
                    <a:pt x="854" y="301"/>
                  </a:cubicBezTo>
                  <a:cubicBezTo>
                    <a:pt x="854" y="301"/>
                    <a:pt x="855" y="301"/>
                    <a:pt x="855" y="302"/>
                  </a:cubicBezTo>
                  <a:cubicBezTo>
                    <a:pt x="858" y="304"/>
                    <a:pt x="862" y="306"/>
                    <a:pt x="867" y="310"/>
                  </a:cubicBezTo>
                  <a:cubicBezTo>
                    <a:pt x="882" y="319"/>
                    <a:pt x="904" y="332"/>
                    <a:pt x="904" y="332"/>
                  </a:cubicBezTo>
                  <a:cubicBezTo>
                    <a:pt x="907" y="329"/>
                    <a:pt x="907" y="329"/>
                    <a:pt x="907" y="329"/>
                  </a:cubicBezTo>
                  <a:cubicBezTo>
                    <a:pt x="903" y="327"/>
                    <a:pt x="903" y="327"/>
                    <a:pt x="903" y="327"/>
                  </a:cubicBezTo>
                  <a:cubicBezTo>
                    <a:pt x="906" y="329"/>
                    <a:pt x="906" y="329"/>
                    <a:pt x="906" y="329"/>
                  </a:cubicBezTo>
                  <a:cubicBezTo>
                    <a:pt x="905" y="325"/>
                    <a:pt x="905" y="325"/>
                    <a:pt x="905" y="325"/>
                  </a:cubicBezTo>
                  <a:cubicBezTo>
                    <a:pt x="905" y="325"/>
                    <a:pt x="904" y="326"/>
                    <a:pt x="903" y="327"/>
                  </a:cubicBezTo>
                  <a:cubicBezTo>
                    <a:pt x="906" y="329"/>
                    <a:pt x="906" y="329"/>
                    <a:pt x="906" y="329"/>
                  </a:cubicBezTo>
                  <a:cubicBezTo>
                    <a:pt x="905" y="325"/>
                    <a:pt x="905" y="325"/>
                    <a:pt x="905" y="325"/>
                  </a:cubicBezTo>
                  <a:cubicBezTo>
                    <a:pt x="906" y="328"/>
                    <a:pt x="906" y="328"/>
                    <a:pt x="906" y="328"/>
                  </a:cubicBezTo>
                  <a:cubicBezTo>
                    <a:pt x="906" y="325"/>
                    <a:pt x="906" y="325"/>
                    <a:pt x="906" y="325"/>
                  </a:cubicBezTo>
                  <a:cubicBezTo>
                    <a:pt x="906" y="325"/>
                    <a:pt x="906" y="325"/>
                    <a:pt x="905" y="325"/>
                  </a:cubicBezTo>
                  <a:cubicBezTo>
                    <a:pt x="906" y="328"/>
                    <a:pt x="906" y="328"/>
                    <a:pt x="906" y="328"/>
                  </a:cubicBezTo>
                  <a:cubicBezTo>
                    <a:pt x="906" y="325"/>
                    <a:pt x="906" y="325"/>
                    <a:pt x="906" y="325"/>
                  </a:cubicBezTo>
                  <a:cubicBezTo>
                    <a:pt x="906" y="327"/>
                    <a:pt x="906" y="327"/>
                    <a:pt x="906" y="327"/>
                  </a:cubicBezTo>
                  <a:cubicBezTo>
                    <a:pt x="907" y="325"/>
                    <a:pt x="907" y="325"/>
                    <a:pt x="907" y="325"/>
                  </a:cubicBezTo>
                  <a:cubicBezTo>
                    <a:pt x="906" y="325"/>
                    <a:pt x="906" y="325"/>
                    <a:pt x="906" y="325"/>
                  </a:cubicBezTo>
                  <a:cubicBezTo>
                    <a:pt x="906" y="327"/>
                    <a:pt x="906" y="327"/>
                    <a:pt x="906" y="327"/>
                  </a:cubicBezTo>
                  <a:cubicBezTo>
                    <a:pt x="907" y="325"/>
                    <a:pt x="907" y="325"/>
                    <a:pt x="907" y="325"/>
                  </a:cubicBezTo>
                  <a:cubicBezTo>
                    <a:pt x="906" y="325"/>
                    <a:pt x="906" y="325"/>
                    <a:pt x="905" y="324"/>
                  </a:cubicBezTo>
                  <a:cubicBezTo>
                    <a:pt x="901" y="323"/>
                    <a:pt x="893" y="319"/>
                    <a:pt x="883" y="314"/>
                  </a:cubicBezTo>
                  <a:cubicBezTo>
                    <a:pt x="868" y="307"/>
                    <a:pt x="850" y="298"/>
                    <a:pt x="835" y="290"/>
                  </a:cubicBezTo>
                  <a:cubicBezTo>
                    <a:pt x="827" y="287"/>
                    <a:pt x="821" y="283"/>
                    <a:pt x="816" y="281"/>
                  </a:cubicBezTo>
                  <a:cubicBezTo>
                    <a:pt x="812" y="279"/>
                    <a:pt x="809" y="277"/>
                    <a:pt x="809" y="277"/>
                  </a:cubicBezTo>
                  <a:cubicBezTo>
                    <a:pt x="807" y="276"/>
                    <a:pt x="805" y="277"/>
                    <a:pt x="804" y="279"/>
                  </a:cubicBezTo>
                  <a:cubicBezTo>
                    <a:pt x="803" y="281"/>
                    <a:pt x="803" y="283"/>
                    <a:pt x="805" y="284"/>
                  </a:cubicBezTo>
                  <a:cubicBezTo>
                    <a:pt x="900" y="344"/>
                    <a:pt x="900" y="344"/>
                    <a:pt x="900" y="344"/>
                  </a:cubicBezTo>
                  <a:cubicBezTo>
                    <a:pt x="903" y="340"/>
                    <a:pt x="903" y="340"/>
                    <a:pt x="903" y="340"/>
                  </a:cubicBezTo>
                  <a:cubicBezTo>
                    <a:pt x="899" y="338"/>
                    <a:pt x="899" y="338"/>
                    <a:pt x="899" y="338"/>
                  </a:cubicBezTo>
                  <a:cubicBezTo>
                    <a:pt x="902" y="340"/>
                    <a:pt x="902" y="340"/>
                    <a:pt x="902" y="340"/>
                  </a:cubicBezTo>
                  <a:cubicBezTo>
                    <a:pt x="901" y="337"/>
                    <a:pt x="901" y="337"/>
                    <a:pt x="901" y="337"/>
                  </a:cubicBezTo>
                  <a:cubicBezTo>
                    <a:pt x="901" y="337"/>
                    <a:pt x="900" y="337"/>
                    <a:pt x="899" y="338"/>
                  </a:cubicBezTo>
                  <a:cubicBezTo>
                    <a:pt x="902" y="340"/>
                    <a:pt x="902" y="340"/>
                    <a:pt x="902" y="340"/>
                  </a:cubicBezTo>
                  <a:cubicBezTo>
                    <a:pt x="901" y="337"/>
                    <a:pt x="901" y="337"/>
                    <a:pt x="901" y="337"/>
                  </a:cubicBezTo>
                  <a:cubicBezTo>
                    <a:pt x="902" y="339"/>
                    <a:pt x="902" y="339"/>
                    <a:pt x="902" y="339"/>
                  </a:cubicBezTo>
                  <a:cubicBezTo>
                    <a:pt x="902" y="336"/>
                    <a:pt x="902" y="336"/>
                    <a:pt x="902" y="336"/>
                  </a:cubicBezTo>
                  <a:cubicBezTo>
                    <a:pt x="902" y="337"/>
                    <a:pt x="902" y="336"/>
                    <a:pt x="901" y="337"/>
                  </a:cubicBezTo>
                  <a:cubicBezTo>
                    <a:pt x="902" y="339"/>
                    <a:pt x="902" y="339"/>
                    <a:pt x="902" y="339"/>
                  </a:cubicBezTo>
                  <a:cubicBezTo>
                    <a:pt x="902" y="336"/>
                    <a:pt x="902" y="336"/>
                    <a:pt x="902" y="336"/>
                  </a:cubicBezTo>
                  <a:cubicBezTo>
                    <a:pt x="902" y="338"/>
                    <a:pt x="902" y="338"/>
                    <a:pt x="902" y="338"/>
                  </a:cubicBezTo>
                  <a:cubicBezTo>
                    <a:pt x="902" y="337"/>
                    <a:pt x="902" y="337"/>
                    <a:pt x="902" y="337"/>
                  </a:cubicBezTo>
                  <a:cubicBezTo>
                    <a:pt x="902" y="336"/>
                    <a:pt x="902" y="336"/>
                    <a:pt x="902" y="336"/>
                  </a:cubicBezTo>
                  <a:cubicBezTo>
                    <a:pt x="902" y="338"/>
                    <a:pt x="902" y="338"/>
                    <a:pt x="902" y="338"/>
                  </a:cubicBezTo>
                  <a:cubicBezTo>
                    <a:pt x="902" y="337"/>
                    <a:pt x="902" y="337"/>
                    <a:pt x="902" y="337"/>
                  </a:cubicBezTo>
                  <a:cubicBezTo>
                    <a:pt x="902" y="337"/>
                    <a:pt x="901" y="336"/>
                    <a:pt x="899" y="336"/>
                  </a:cubicBezTo>
                  <a:cubicBezTo>
                    <a:pt x="893" y="333"/>
                    <a:pt x="880" y="327"/>
                    <a:pt x="864" y="319"/>
                  </a:cubicBezTo>
                  <a:cubicBezTo>
                    <a:pt x="841" y="307"/>
                    <a:pt x="811" y="292"/>
                    <a:pt x="788" y="279"/>
                  </a:cubicBezTo>
                  <a:cubicBezTo>
                    <a:pt x="776" y="272"/>
                    <a:pt x="765" y="267"/>
                    <a:pt x="758" y="263"/>
                  </a:cubicBezTo>
                  <a:cubicBezTo>
                    <a:pt x="754" y="261"/>
                    <a:pt x="751" y="259"/>
                    <a:pt x="749" y="258"/>
                  </a:cubicBezTo>
                  <a:cubicBezTo>
                    <a:pt x="748" y="257"/>
                    <a:pt x="747" y="257"/>
                    <a:pt x="747" y="257"/>
                  </a:cubicBezTo>
                  <a:cubicBezTo>
                    <a:pt x="746" y="256"/>
                    <a:pt x="746" y="256"/>
                    <a:pt x="746" y="256"/>
                  </a:cubicBezTo>
                  <a:cubicBezTo>
                    <a:pt x="746" y="256"/>
                    <a:pt x="746" y="256"/>
                    <a:pt x="746" y="256"/>
                  </a:cubicBezTo>
                  <a:cubicBezTo>
                    <a:pt x="745" y="256"/>
                    <a:pt x="745" y="256"/>
                    <a:pt x="745" y="256"/>
                  </a:cubicBezTo>
                  <a:cubicBezTo>
                    <a:pt x="745" y="256"/>
                    <a:pt x="745" y="256"/>
                    <a:pt x="745" y="256"/>
                  </a:cubicBezTo>
                  <a:cubicBezTo>
                    <a:pt x="745" y="256"/>
                    <a:pt x="745" y="256"/>
                    <a:pt x="745" y="256"/>
                  </a:cubicBezTo>
                  <a:cubicBezTo>
                    <a:pt x="745" y="256"/>
                    <a:pt x="744" y="256"/>
                    <a:pt x="744" y="256"/>
                  </a:cubicBezTo>
                  <a:cubicBezTo>
                    <a:pt x="742" y="256"/>
                    <a:pt x="741" y="257"/>
                    <a:pt x="740" y="259"/>
                  </a:cubicBezTo>
                  <a:cubicBezTo>
                    <a:pt x="740" y="260"/>
                    <a:pt x="740" y="262"/>
                    <a:pt x="742" y="263"/>
                  </a:cubicBezTo>
                  <a:cubicBezTo>
                    <a:pt x="742" y="263"/>
                    <a:pt x="744" y="265"/>
                    <a:pt x="748" y="267"/>
                  </a:cubicBezTo>
                  <a:cubicBezTo>
                    <a:pt x="763" y="276"/>
                    <a:pt x="800" y="299"/>
                    <a:pt x="833" y="319"/>
                  </a:cubicBezTo>
                  <a:cubicBezTo>
                    <a:pt x="849" y="329"/>
                    <a:pt x="865" y="339"/>
                    <a:pt x="876" y="346"/>
                  </a:cubicBezTo>
                  <a:cubicBezTo>
                    <a:pt x="882" y="350"/>
                    <a:pt x="886" y="353"/>
                    <a:pt x="890" y="355"/>
                  </a:cubicBezTo>
                  <a:cubicBezTo>
                    <a:pt x="891" y="356"/>
                    <a:pt x="892" y="357"/>
                    <a:pt x="893" y="357"/>
                  </a:cubicBezTo>
                  <a:cubicBezTo>
                    <a:pt x="894" y="358"/>
                    <a:pt x="894" y="358"/>
                    <a:pt x="894" y="358"/>
                  </a:cubicBezTo>
                  <a:cubicBezTo>
                    <a:pt x="894" y="358"/>
                    <a:pt x="894" y="358"/>
                    <a:pt x="894" y="358"/>
                  </a:cubicBezTo>
                  <a:cubicBezTo>
                    <a:pt x="896" y="356"/>
                    <a:pt x="896" y="356"/>
                    <a:pt x="896" y="356"/>
                  </a:cubicBezTo>
                  <a:cubicBezTo>
                    <a:pt x="894" y="358"/>
                    <a:pt x="894" y="358"/>
                    <a:pt x="894" y="358"/>
                  </a:cubicBezTo>
                  <a:cubicBezTo>
                    <a:pt x="894" y="358"/>
                    <a:pt x="894" y="358"/>
                    <a:pt x="894" y="358"/>
                  </a:cubicBezTo>
                  <a:cubicBezTo>
                    <a:pt x="896" y="356"/>
                    <a:pt x="896" y="356"/>
                    <a:pt x="896" y="356"/>
                  </a:cubicBezTo>
                  <a:cubicBezTo>
                    <a:pt x="894" y="358"/>
                    <a:pt x="894" y="358"/>
                    <a:pt x="894" y="358"/>
                  </a:cubicBezTo>
                  <a:cubicBezTo>
                    <a:pt x="897" y="355"/>
                    <a:pt x="897" y="355"/>
                    <a:pt x="897" y="355"/>
                  </a:cubicBezTo>
                  <a:cubicBezTo>
                    <a:pt x="894" y="357"/>
                    <a:pt x="894" y="357"/>
                    <a:pt x="894" y="357"/>
                  </a:cubicBezTo>
                  <a:cubicBezTo>
                    <a:pt x="894" y="358"/>
                    <a:pt x="894" y="358"/>
                    <a:pt x="894" y="358"/>
                  </a:cubicBezTo>
                  <a:cubicBezTo>
                    <a:pt x="897" y="355"/>
                    <a:pt x="897" y="355"/>
                    <a:pt x="897" y="355"/>
                  </a:cubicBezTo>
                  <a:cubicBezTo>
                    <a:pt x="894" y="357"/>
                    <a:pt x="894" y="357"/>
                    <a:pt x="894" y="357"/>
                  </a:cubicBezTo>
                  <a:cubicBezTo>
                    <a:pt x="897" y="355"/>
                    <a:pt x="897" y="355"/>
                    <a:pt x="897" y="355"/>
                  </a:cubicBezTo>
                  <a:cubicBezTo>
                    <a:pt x="893" y="357"/>
                    <a:pt x="893" y="357"/>
                    <a:pt x="893" y="357"/>
                  </a:cubicBezTo>
                  <a:cubicBezTo>
                    <a:pt x="894" y="357"/>
                    <a:pt x="894" y="357"/>
                    <a:pt x="894" y="357"/>
                  </a:cubicBezTo>
                  <a:cubicBezTo>
                    <a:pt x="897" y="355"/>
                    <a:pt x="897" y="355"/>
                    <a:pt x="897" y="355"/>
                  </a:cubicBezTo>
                  <a:cubicBezTo>
                    <a:pt x="893" y="357"/>
                    <a:pt x="893" y="357"/>
                    <a:pt x="893" y="357"/>
                  </a:cubicBezTo>
                  <a:cubicBezTo>
                    <a:pt x="897" y="355"/>
                    <a:pt x="897" y="355"/>
                    <a:pt x="897" y="355"/>
                  </a:cubicBezTo>
                  <a:cubicBezTo>
                    <a:pt x="893" y="355"/>
                    <a:pt x="893" y="355"/>
                    <a:pt x="893" y="355"/>
                  </a:cubicBezTo>
                  <a:cubicBezTo>
                    <a:pt x="893" y="356"/>
                    <a:pt x="893" y="356"/>
                    <a:pt x="893" y="357"/>
                  </a:cubicBezTo>
                  <a:cubicBezTo>
                    <a:pt x="897" y="355"/>
                    <a:pt x="897" y="355"/>
                    <a:pt x="897" y="355"/>
                  </a:cubicBezTo>
                  <a:cubicBezTo>
                    <a:pt x="893" y="355"/>
                    <a:pt x="893" y="355"/>
                    <a:pt x="893" y="355"/>
                  </a:cubicBezTo>
                  <a:cubicBezTo>
                    <a:pt x="897" y="355"/>
                    <a:pt x="897" y="355"/>
                    <a:pt x="897" y="355"/>
                  </a:cubicBezTo>
                  <a:cubicBezTo>
                    <a:pt x="899" y="352"/>
                    <a:pt x="899" y="352"/>
                    <a:pt x="899" y="352"/>
                  </a:cubicBezTo>
                  <a:cubicBezTo>
                    <a:pt x="700" y="240"/>
                    <a:pt x="700" y="240"/>
                    <a:pt x="700" y="240"/>
                  </a:cubicBezTo>
                  <a:cubicBezTo>
                    <a:pt x="698" y="239"/>
                    <a:pt x="696" y="240"/>
                    <a:pt x="695" y="241"/>
                  </a:cubicBezTo>
                  <a:cubicBezTo>
                    <a:pt x="694" y="242"/>
                    <a:pt x="694" y="243"/>
                    <a:pt x="694" y="244"/>
                  </a:cubicBezTo>
                  <a:cubicBezTo>
                    <a:pt x="694" y="245"/>
                    <a:pt x="694" y="245"/>
                    <a:pt x="695" y="245"/>
                  </a:cubicBezTo>
                  <a:cubicBezTo>
                    <a:pt x="695" y="246"/>
                    <a:pt x="695" y="247"/>
                    <a:pt x="695" y="247"/>
                  </a:cubicBezTo>
                  <a:cubicBezTo>
                    <a:pt x="696" y="248"/>
                    <a:pt x="697" y="248"/>
                    <a:pt x="697" y="249"/>
                  </a:cubicBezTo>
                  <a:cubicBezTo>
                    <a:pt x="700" y="251"/>
                    <a:pt x="704" y="254"/>
                    <a:pt x="711" y="258"/>
                  </a:cubicBezTo>
                  <a:cubicBezTo>
                    <a:pt x="733" y="273"/>
                    <a:pt x="776" y="299"/>
                    <a:pt x="814" y="322"/>
                  </a:cubicBezTo>
                  <a:cubicBezTo>
                    <a:pt x="833" y="333"/>
                    <a:pt x="851" y="344"/>
                    <a:pt x="863" y="352"/>
                  </a:cubicBezTo>
                  <a:cubicBezTo>
                    <a:pt x="870" y="355"/>
                    <a:pt x="875" y="359"/>
                    <a:pt x="878" y="361"/>
                  </a:cubicBezTo>
                  <a:cubicBezTo>
                    <a:pt x="880" y="362"/>
                    <a:pt x="882" y="363"/>
                    <a:pt x="883" y="363"/>
                  </a:cubicBezTo>
                  <a:cubicBezTo>
                    <a:pt x="883" y="364"/>
                    <a:pt x="883" y="364"/>
                    <a:pt x="883" y="364"/>
                  </a:cubicBezTo>
                  <a:cubicBezTo>
                    <a:pt x="884" y="364"/>
                    <a:pt x="884" y="364"/>
                    <a:pt x="884" y="364"/>
                  </a:cubicBezTo>
                  <a:cubicBezTo>
                    <a:pt x="885" y="363"/>
                    <a:pt x="885" y="363"/>
                    <a:pt x="885" y="363"/>
                  </a:cubicBezTo>
                  <a:cubicBezTo>
                    <a:pt x="883" y="364"/>
                    <a:pt x="883" y="364"/>
                    <a:pt x="883" y="364"/>
                  </a:cubicBezTo>
                  <a:cubicBezTo>
                    <a:pt x="884" y="364"/>
                    <a:pt x="884" y="364"/>
                    <a:pt x="884" y="364"/>
                  </a:cubicBezTo>
                  <a:cubicBezTo>
                    <a:pt x="885" y="363"/>
                    <a:pt x="885" y="363"/>
                    <a:pt x="885" y="363"/>
                  </a:cubicBezTo>
                  <a:cubicBezTo>
                    <a:pt x="883" y="364"/>
                    <a:pt x="883" y="364"/>
                    <a:pt x="883" y="364"/>
                  </a:cubicBezTo>
                  <a:cubicBezTo>
                    <a:pt x="886" y="361"/>
                    <a:pt x="886" y="361"/>
                    <a:pt x="886" y="361"/>
                  </a:cubicBezTo>
                  <a:cubicBezTo>
                    <a:pt x="883" y="364"/>
                    <a:pt x="883" y="364"/>
                    <a:pt x="883" y="364"/>
                  </a:cubicBezTo>
                  <a:cubicBezTo>
                    <a:pt x="883" y="364"/>
                    <a:pt x="883" y="364"/>
                    <a:pt x="883" y="364"/>
                  </a:cubicBezTo>
                  <a:cubicBezTo>
                    <a:pt x="886" y="361"/>
                    <a:pt x="886" y="361"/>
                    <a:pt x="886" y="361"/>
                  </a:cubicBezTo>
                  <a:cubicBezTo>
                    <a:pt x="883" y="364"/>
                    <a:pt x="883" y="364"/>
                    <a:pt x="883" y="364"/>
                  </a:cubicBezTo>
                  <a:cubicBezTo>
                    <a:pt x="886" y="361"/>
                    <a:pt x="886" y="361"/>
                    <a:pt x="886" y="361"/>
                  </a:cubicBezTo>
                  <a:cubicBezTo>
                    <a:pt x="883" y="363"/>
                    <a:pt x="883" y="363"/>
                    <a:pt x="883" y="363"/>
                  </a:cubicBezTo>
                  <a:cubicBezTo>
                    <a:pt x="883" y="364"/>
                    <a:pt x="883" y="364"/>
                    <a:pt x="883" y="364"/>
                  </a:cubicBezTo>
                  <a:cubicBezTo>
                    <a:pt x="886" y="361"/>
                    <a:pt x="886" y="361"/>
                    <a:pt x="886" y="361"/>
                  </a:cubicBezTo>
                  <a:cubicBezTo>
                    <a:pt x="883" y="363"/>
                    <a:pt x="883" y="363"/>
                    <a:pt x="883" y="363"/>
                  </a:cubicBezTo>
                  <a:cubicBezTo>
                    <a:pt x="886" y="361"/>
                    <a:pt x="886" y="361"/>
                    <a:pt x="886" y="361"/>
                  </a:cubicBezTo>
                  <a:cubicBezTo>
                    <a:pt x="882" y="361"/>
                    <a:pt x="882" y="361"/>
                    <a:pt x="882" y="361"/>
                  </a:cubicBezTo>
                  <a:cubicBezTo>
                    <a:pt x="882" y="362"/>
                    <a:pt x="882" y="363"/>
                    <a:pt x="883" y="363"/>
                  </a:cubicBezTo>
                  <a:cubicBezTo>
                    <a:pt x="886" y="361"/>
                    <a:pt x="886" y="361"/>
                    <a:pt x="886" y="361"/>
                  </a:cubicBezTo>
                  <a:cubicBezTo>
                    <a:pt x="882" y="361"/>
                    <a:pt x="882" y="361"/>
                    <a:pt x="882" y="361"/>
                  </a:cubicBezTo>
                  <a:cubicBezTo>
                    <a:pt x="886" y="361"/>
                    <a:pt x="886" y="361"/>
                    <a:pt x="886" y="361"/>
                  </a:cubicBezTo>
                  <a:cubicBezTo>
                    <a:pt x="883" y="359"/>
                    <a:pt x="883" y="359"/>
                    <a:pt x="883" y="359"/>
                  </a:cubicBezTo>
                  <a:cubicBezTo>
                    <a:pt x="886" y="361"/>
                    <a:pt x="886" y="361"/>
                    <a:pt x="886" y="361"/>
                  </a:cubicBezTo>
                  <a:cubicBezTo>
                    <a:pt x="884" y="358"/>
                    <a:pt x="884" y="358"/>
                    <a:pt x="884" y="358"/>
                  </a:cubicBezTo>
                  <a:cubicBezTo>
                    <a:pt x="884" y="358"/>
                    <a:pt x="883" y="358"/>
                    <a:pt x="883" y="359"/>
                  </a:cubicBezTo>
                  <a:cubicBezTo>
                    <a:pt x="886" y="361"/>
                    <a:pt x="886" y="361"/>
                    <a:pt x="886" y="361"/>
                  </a:cubicBezTo>
                  <a:cubicBezTo>
                    <a:pt x="884" y="358"/>
                    <a:pt x="884" y="358"/>
                    <a:pt x="884" y="358"/>
                  </a:cubicBezTo>
                  <a:cubicBezTo>
                    <a:pt x="885" y="360"/>
                    <a:pt x="885" y="360"/>
                    <a:pt x="885" y="360"/>
                  </a:cubicBezTo>
                  <a:cubicBezTo>
                    <a:pt x="885" y="357"/>
                    <a:pt x="885" y="357"/>
                    <a:pt x="885" y="357"/>
                  </a:cubicBezTo>
                  <a:cubicBezTo>
                    <a:pt x="885" y="357"/>
                    <a:pt x="885" y="357"/>
                    <a:pt x="884" y="358"/>
                  </a:cubicBezTo>
                  <a:cubicBezTo>
                    <a:pt x="885" y="360"/>
                    <a:pt x="885" y="360"/>
                    <a:pt x="885" y="360"/>
                  </a:cubicBezTo>
                  <a:cubicBezTo>
                    <a:pt x="885" y="357"/>
                    <a:pt x="885" y="357"/>
                    <a:pt x="885" y="357"/>
                  </a:cubicBezTo>
                  <a:cubicBezTo>
                    <a:pt x="885" y="358"/>
                    <a:pt x="885" y="358"/>
                    <a:pt x="885" y="358"/>
                  </a:cubicBezTo>
                  <a:cubicBezTo>
                    <a:pt x="885" y="357"/>
                    <a:pt x="885" y="357"/>
                    <a:pt x="885" y="357"/>
                  </a:cubicBezTo>
                  <a:cubicBezTo>
                    <a:pt x="885" y="357"/>
                    <a:pt x="885" y="357"/>
                    <a:pt x="885" y="357"/>
                  </a:cubicBezTo>
                  <a:cubicBezTo>
                    <a:pt x="885" y="358"/>
                    <a:pt x="885" y="358"/>
                    <a:pt x="885" y="358"/>
                  </a:cubicBezTo>
                  <a:cubicBezTo>
                    <a:pt x="885" y="357"/>
                    <a:pt x="885" y="357"/>
                    <a:pt x="885" y="357"/>
                  </a:cubicBezTo>
                  <a:cubicBezTo>
                    <a:pt x="885" y="357"/>
                    <a:pt x="884" y="357"/>
                    <a:pt x="884" y="357"/>
                  </a:cubicBezTo>
                  <a:cubicBezTo>
                    <a:pt x="880" y="356"/>
                    <a:pt x="871" y="352"/>
                    <a:pt x="860" y="346"/>
                  </a:cubicBezTo>
                  <a:cubicBezTo>
                    <a:pt x="822" y="325"/>
                    <a:pt x="751" y="282"/>
                    <a:pt x="688" y="244"/>
                  </a:cubicBezTo>
                  <a:cubicBezTo>
                    <a:pt x="656" y="225"/>
                    <a:pt x="627" y="207"/>
                    <a:pt x="605" y="194"/>
                  </a:cubicBezTo>
                  <a:cubicBezTo>
                    <a:pt x="594" y="188"/>
                    <a:pt x="584" y="183"/>
                    <a:pt x="578" y="179"/>
                  </a:cubicBezTo>
                  <a:cubicBezTo>
                    <a:pt x="574" y="177"/>
                    <a:pt x="571" y="175"/>
                    <a:pt x="569" y="174"/>
                  </a:cubicBezTo>
                  <a:cubicBezTo>
                    <a:pt x="568" y="174"/>
                    <a:pt x="567" y="174"/>
                    <a:pt x="566" y="173"/>
                  </a:cubicBezTo>
                  <a:cubicBezTo>
                    <a:pt x="566" y="173"/>
                    <a:pt x="566" y="173"/>
                    <a:pt x="565" y="173"/>
                  </a:cubicBezTo>
                  <a:cubicBezTo>
                    <a:pt x="565" y="173"/>
                    <a:pt x="564" y="173"/>
                    <a:pt x="564" y="173"/>
                  </a:cubicBezTo>
                  <a:cubicBezTo>
                    <a:pt x="563" y="173"/>
                    <a:pt x="563" y="173"/>
                    <a:pt x="562" y="173"/>
                  </a:cubicBezTo>
                  <a:cubicBezTo>
                    <a:pt x="562" y="173"/>
                    <a:pt x="561" y="174"/>
                    <a:pt x="560" y="175"/>
                  </a:cubicBezTo>
                  <a:cubicBezTo>
                    <a:pt x="559" y="176"/>
                    <a:pt x="559" y="179"/>
                    <a:pt x="561" y="180"/>
                  </a:cubicBezTo>
                  <a:cubicBezTo>
                    <a:pt x="867" y="371"/>
                    <a:pt x="867" y="371"/>
                    <a:pt x="867" y="371"/>
                  </a:cubicBezTo>
                  <a:cubicBezTo>
                    <a:pt x="869" y="368"/>
                    <a:pt x="869" y="368"/>
                    <a:pt x="869" y="368"/>
                  </a:cubicBezTo>
                  <a:cubicBezTo>
                    <a:pt x="871" y="364"/>
                    <a:pt x="871" y="364"/>
                    <a:pt x="871" y="364"/>
                  </a:cubicBezTo>
                  <a:cubicBezTo>
                    <a:pt x="871" y="364"/>
                    <a:pt x="777" y="309"/>
                    <a:pt x="682" y="253"/>
                  </a:cubicBezTo>
                  <a:cubicBezTo>
                    <a:pt x="635" y="226"/>
                    <a:pt x="587" y="198"/>
                    <a:pt x="550" y="177"/>
                  </a:cubicBezTo>
                  <a:cubicBezTo>
                    <a:pt x="532" y="167"/>
                    <a:pt x="516" y="158"/>
                    <a:pt x="505" y="152"/>
                  </a:cubicBezTo>
                  <a:cubicBezTo>
                    <a:pt x="499" y="149"/>
                    <a:pt x="495" y="147"/>
                    <a:pt x="491" y="145"/>
                  </a:cubicBezTo>
                  <a:cubicBezTo>
                    <a:pt x="489" y="144"/>
                    <a:pt x="488" y="143"/>
                    <a:pt x="487" y="143"/>
                  </a:cubicBezTo>
                  <a:cubicBezTo>
                    <a:pt x="486" y="143"/>
                    <a:pt x="486" y="142"/>
                    <a:pt x="485" y="142"/>
                  </a:cubicBezTo>
                  <a:cubicBezTo>
                    <a:pt x="485" y="142"/>
                    <a:pt x="484" y="142"/>
                    <a:pt x="483" y="142"/>
                  </a:cubicBezTo>
                  <a:cubicBezTo>
                    <a:pt x="483" y="142"/>
                    <a:pt x="482" y="142"/>
                    <a:pt x="482" y="142"/>
                  </a:cubicBezTo>
                  <a:cubicBezTo>
                    <a:pt x="481" y="142"/>
                    <a:pt x="480" y="143"/>
                    <a:pt x="480" y="144"/>
                  </a:cubicBezTo>
                  <a:cubicBezTo>
                    <a:pt x="483" y="146"/>
                    <a:pt x="483" y="146"/>
                    <a:pt x="483" y="146"/>
                  </a:cubicBezTo>
                  <a:cubicBezTo>
                    <a:pt x="480" y="144"/>
                    <a:pt x="480" y="144"/>
                    <a:pt x="480" y="144"/>
                  </a:cubicBezTo>
                  <a:cubicBezTo>
                    <a:pt x="479" y="145"/>
                    <a:pt x="479" y="146"/>
                    <a:pt x="479" y="146"/>
                  </a:cubicBezTo>
                  <a:cubicBezTo>
                    <a:pt x="479" y="147"/>
                    <a:pt x="479" y="148"/>
                    <a:pt x="479" y="148"/>
                  </a:cubicBezTo>
                  <a:cubicBezTo>
                    <a:pt x="480" y="149"/>
                    <a:pt x="480" y="149"/>
                    <a:pt x="481" y="150"/>
                  </a:cubicBezTo>
                  <a:cubicBezTo>
                    <a:pt x="481" y="151"/>
                    <a:pt x="482" y="151"/>
                    <a:pt x="483" y="152"/>
                  </a:cubicBezTo>
                  <a:cubicBezTo>
                    <a:pt x="488" y="156"/>
                    <a:pt x="496" y="162"/>
                    <a:pt x="508" y="170"/>
                  </a:cubicBezTo>
                  <a:cubicBezTo>
                    <a:pt x="550" y="197"/>
                    <a:pt x="631" y="247"/>
                    <a:pt x="701" y="290"/>
                  </a:cubicBezTo>
                  <a:cubicBezTo>
                    <a:pt x="772" y="333"/>
                    <a:pt x="832" y="369"/>
                    <a:pt x="832" y="369"/>
                  </a:cubicBezTo>
                  <a:cubicBezTo>
                    <a:pt x="834" y="365"/>
                    <a:pt x="834" y="365"/>
                    <a:pt x="834" y="365"/>
                  </a:cubicBezTo>
                  <a:cubicBezTo>
                    <a:pt x="836" y="362"/>
                    <a:pt x="836" y="362"/>
                    <a:pt x="836" y="362"/>
                  </a:cubicBezTo>
                  <a:cubicBezTo>
                    <a:pt x="836" y="362"/>
                    <a:pt x="731" y="301"/>
                    <a:pt x="625" y="239"/>
                  </a:cubicBezTo>
                  <a:cubicBezTo>
                    <a:pt x="572" y="209"/>
                    <a:pt x="519" y="178"/>
                    <a:pt x="479" y="155"/>
                  </a:cubicBezTo>
                  <a:cubicBezTo>
                    <a:pt x="459" y="143"/>
                    <a:pt x="442" y="134"/>
                    <a:pt x="430" y="127"/>
                  </a:cubicBezTo>
                  <a:cubicBezTo>
                    <a:pt x="424" y="124"/>
                    <a:pt x="420" y="121"/>
                    <a:pt x="416" y="119"/>
                  </a:cubicBezTo>
                  <a:cubicBezTo>
                    <a:pt x="415" y="118"/>
                    <a:pt x="413" y="118"/>
                    <a:pt x="412" y="117"/>
                  </a:cubicBezTo>
                  <a:cubicBezTo>
                    <a:pt x="412" y="117"/>
                    <a:pt x="412" y="117"/>
                    <a:pt x="411" y="117"/>
                  </a:cubicBezTo>
                  <a:cubicBezTo>
                    <a:pt x="411" y="116"/>
                    <a:pt x="411" y="116"/>
                    <a:pt x="411" y="116"/>
                  </a:cubicBezTo>
                  <a:cubicBezTo>
                    <a:pt x="410" y="116"/>
                    <a:pt x="410" y="116"/>
                    <a:pt x="410" y="116"/>
                  </a:cubicBezTo>
                  <a:cubicBezTo>
                    <a:pt x="410" y="116"/>
                    <a:pt x="410" y="116"/>
                    <a:pt x="409" y="116"/>
                  </a:cubicBezTo>
                  <a:cubicBezTo>
                    <a:pt x="409" y="116"/>
                    <a:pt x="408" y="116"/>
                    <a:pt x="408" y="116"/>
                  </a:cubicBezTo>
                  <a:cubicBezTo>
                    <a:pt x="407" y="117"/>
                    <a:pt x="406" y="117"/>
                    <a:pt x="406" y="118"/>
                  </a:cubicBezTo>
                  <a:cubicBezTo>
                    <a:pt x="405" y="120"/>
                    <a:pt x="405" y="122"/>
                    <a:pt x="407" y="123"/>
                  </a:cubicBezTo>
                  <a:cubicBezTo>
                    <a:pt x="407" y="123"/>
                    <a:pt x="413" y="127"/>
                    <a:pt x="424" y="134"/>
                  </a:cubicBezTo>
                  <a:cubicBezTo>
                    <a:pt x="461" y="157"/>
                    <a:pt x="555" y="215"/>
                    <a:pt x="640" y="268"/>
                  </a:cubicBezTo>
                  <a:cubicBezTo>
                    <a:pt x="682" y="294"/>
                    <a:pt x="722" y="319"/>
                    <a:pt x="751" y="338"/>
                  </a:cubicBezTo>
                  <a:cubicBezTo>
                    <a:pt x="766" y="347"/>
                    <a:pt x="778" y="354"/>
                    <a:pt x="786" y="360"/>
                  </a:cubicBezTo>
                  <a:cubicBezTo>
                    <a:pt x="790" y="362"/>
                    <a:pt x="794" y="365"/>
                    <a:pt x="796" y="366"/>
                  </a:cubicBezTo>
                  <a:cubicBezTo>
                    <a:pt x="797" y="367"/>
                    <a:pt x="798" y="367"/>
                    <a:pt x="798" y="368"/>
                  </a:cubicBezTo>
                  <a:cubicBezTo>
                    <a:pt x="799" y="368"/>
                    <a:pt x="799" y="368"/>
                    <a:pt x="799" y="368"/>
                  </a:cubicBezTo>
                  <a:cubicBezTo>
                    <a:pt x="800" y="366"/>
                    <a:pt x="800" y="366"/>
                    <a:pt x="800" y="366"/>
                  </a:cubicBezTo>
                  <a:cubicBezTo>
                    <a:pt x="798" y="368"/>
                    <a:pt x="798" y="368"/>
                    <a:pt x="798" y="368"/>
                  </a:cubicBezTo>
                  <a:cubicBezTo>
                    <a:pt x="799" y="368"/>
                    <a:pt x="799" y="368"/>
                    <a:pt x="799" y="368"/>
                  </a:cubicBezTo>
                  <a:cubicBezTo>
                    <a:pt x="800" y="366"/>
                    <a:pt x="800" y="366"/>
                    <a:pt x="800" y="366"/>
                  </a:cubicBezTo>
                  <a:cubicBezTo>
                    <a:pt x="798" y="368"/>
                    <a:pt x="798" y="368"/>
                    <a:pt x="798" y="368"/>
                  </a:cubicBezTo>
                  <a:cubicBezTo>
                    <a:pt x="801" y="365"/>
                    <a:pt x="801" y="365"/>
                    <a:pt x="801" y="365"/>
                  </a:cubicBezTo>
                  <a:cubicBezTo>
                    <a:pt x="798" y="367"/>
                    <a:pt x="798" y="367"/>
                    <a:pt x="798" y="367"/>
                  </a:cubicBezTo>
                  <a:cubicBezTo>
                    <a:pt x="798" y="368"/>
                    <a:pt x="798" y="368"/>
                    <a:pt x="798" y="368"/>
                  </a:cubicBezTo>
                  <a:cubicBezTo>
                    <a:pt x="801" y="365"/>
                    <a:pt x="801" y="365"/>
                    <a:pt x="801" y="365"/>
                  </a:cubicBezTo>
                  <a:cubicBezTo>
                    <a:pt x="798" y="367"/>
                    <a:pt x="798" y="367"/>
                    <a:pt x="798" y="367"/>
                  </a:cubicBezTo>
                  <a:cubicBezTo>
                    <a:pt x="801" y="365"/>
                    <a:pt x="801" y="365"/>
                    <a:pt x="801" y="365"/>
                  </a:cubicBezTo>
                  <a:cubicBezTo>
                    <a:pt x="797" y="365"/>
                    <a:pt x="797" y="365"/>
                    <a:pt x="797" y="365"/>
                  </a:cubicBezTo>
                  <a:cubicBezTo>
                    <a:pt x="797" y="367"/>
                    <a:pt x="798" y="367"/>
                    <a:pt x="798" y="367"/>
                  </a:cubicBezTo>
                  <a:cubicBezTo>
                    <a:pt x="801" y="365"/>
                    <a:pt x="801" y="365"/>
                    <a:pt x="801" y="365"/>
                  </a:cubicBezTo>
                  <a:cubicBezTo>
                    <a:pt x="797" y="365"/>
                    <a:pt x="797" y="365"/>
                    <a:pt x="797" y="365"/>
                  </a:cubicBezTo>
                  <a:cubicBezTo>
                    <a:pt x="801" y="365"/>
                    <a:pt x="801" y="365"/>
                    <a:pt x="801" y="365"/>
                  </a:cubicBezTo>
                  <a:cubicBezTo>
                    <a:pt x="798" y="363"/>
                    <a:pt x="798" y="363"/>
                    <a:pt x="798" y="363"/>
                  </a:cubicBezTo>
                  <a:cubicBezTo>
                    <a:pt x="797" y="364"/>
                    <a:pt x="797" y="365"/>
                    <a:pt x="797" y="365"/>
                  </a:cubicBezTo>
                  <a:cubicBezTo>
                    <a:pt x="801" y="365"/>
                    <a:pt x="801" y="365"/>
                    <a:pt x="801" y="365"/>
                  </a:cubicBezTo>
                  <a:cubicBezTo>
                    <a:pt x="798" y="363"/>
                    <a:pt x="798" y="363"/>
                    <a:pt x="798" y="363"/>
                  </a:cubicBezTo>
                  <a:cubicBezTo>
                    <a:pt x="801" y="365"/>
                    <a:pt x="801" y="365"/>
                    <a:pt x="801" y="365"/>
                  </a:cubicBezTo>
                  <a:cubicBezTo>
                    <a:pt x="798" y="363"/>
                    <a:pt x="798" y="363"/>
                    <a:pt x="798" y="363"/>
                  </a:cubicBezTo>
                  <a:cubicBezTo>
                    <a:pt x="800" y="365"/>
                    <a:pt x="800" y="365"/>
                    <a:pt x="800" y="365"/>
                  </a:cubicBezTo>
                  <a:cubicBezTo>
                    <a:pt x="799" y="362"/>
                    <a:pt x="799" y="362"/>
                    <a:pt x="799" y="362"/>
                  </a:cubicBezTo>
                  <a:cubicBezTo>
                    <a:pt x="799" y="362"/>
                    <a:pt x="798" y="362"/>
                    <a:pt x="798" y="363"/>
                  </a:cubicBezTo>
                  <a:cubicBezTo>
                    <a:pt x="800" y="365"/>
                    <a:pt x="800" y="365"/>
                    <a:pt x="800" y="365"/>
                  </a:cubicBezTo>
                  <a:cubicBezTo>
                    <a:pt x="799" y="362"/>
                    <a:pt x="799" y="362"/>
                    <a:pt x="799" y="362"/>
                  </a:cubicBezTo>
                  <a:cubicBezTo>
                    <a:pt x="800" y="363"/>
                    <a:pt x="800" y="363"/>
                    <a:pt x="800" y="363"/>
                  </a:cubicBezTo>
                  <a:cubicBezTo>
                    <a:pt x="800" y="362"/>
                    <a:pt x="800" y="362"/>
                    <a:pt x="800" y="362"/>
                  </a:cubicBezTo>
                  <a:cubicBezTo>
                    <a:pt x="799" y="362"/>
                    <a:pt x="799" y="362"/>
                    <a:pt x="799" y="362"/>
                  </a:cubicBezTo>
                  <a:cubicBezTo>
                    <a:pt x="800" y="363"/>
                    <a:pt x="800" y="363"/>
                    <a:pt x="800" y="363"/>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799" y="362"/>
                    <a:pt x="798" y="362"/>
                    <a:pt x="797" y="361"/>
                  </a:cubicBezTo>
                  <a:cubicBezTo>
                    <a:pt x="793" y="360"/>
                    <a:pt x="789" y="358"/>
                    <a:pt x="783" y="356"/>
                  </a:cubicBezTo>
                  <a:cubicBezTo>
                    <a:pt x="760" y="345"/>
                    <a:pt x="720" y="323"/>
                    <a:pt x="673" y="296"/>
                  </a:cubicBezTo>
                  <a:cubicBezTo>
                    <a:pt x="602" y="254"/>
                    <a:pt x="515" y="201"/>
                    <a:pt x="446" y="159"/>
                  </a:cubicBezTo>
                  <a:cubicBezTo>
                    <a:pt x="412" y="138"/>
                    <a:pt x="382" y="119"/>
                    <a:pt x="360" y="105"/>
                  </a:cubicBezTo>
                  <a:cubicBezTo>
                    <a:pt x="349" y="99"/>
                    <a:pt x="341" y="93"/>
                    <a:pt x="335" y="90"/>
                  </a:cubicBezTo>
                  <a:cubicBezTo>
                    <a:pt x="329" y="86"/>
                    <a:pt x="326" y="84"/>
                    <a:pt x="326" y="84"/>
                  </a:cubicBezTo>
                  <a:cubicBezTo>
                    <a:pt x="324" y="87"/>
                    <a:pt x="324" y="87"/>
                    <a:pt x="324" y="87"/>
                  </a:cubicBezTo>
                  <a:cubicBezTo>
                    <a:pt x="322" y="91"/>
                    <a:pt x="322" y="91"/>
                    <a:pt x="322" y="91"/>
                  </a:cubicBezTo>
                  <a:cubicBezTo>
                    <a:pt x="322" y="91"/>
                    <a:pt x="323" y="92"/>
                    <a:pt x="327" y="94"/>
                  </a:cubicBezTo>
                  <a:cubicBezTo>
                    <a:pt x="351" y="108"/>
                    <a:pt x="462" y="173"/>
                    <a:pt x="567" y="237"/>
                  </a:cubicBezTo>
                  <a:cubicBezTo>
                    <a:pt x="619" y="269"/>
                    <a:pt x="670" y="300"/>
                    <a:pt x="708" y="324"/>
                  </a:cubicBezTo>
                  <a:cubicBezTo>
                    <a:pt x="726" y="337"/>
                    <a:pt x="742" y="347"/>
                    <a:pt x="753" y="355"/>
                  </a:cubicBezTo>
                  <a:cubicBezTo>
                    <a:pt x="758" y="359"/>
                    <a:pt x="762" y="362"/>
                    <a:pt x="765" y="365"/>
                  </a:cubicBezTo>
                  <a:cubicBezTo>
                    <a:pt x="766" y="366"/>
                    <a:pt x="767" y="367"/>
                    <a:pt x="768" y="368"/>
                  </a:cubicBezTo>
                  <a:cubicBezTo>
                    <a:pt x="768" y="368"/>
                    <a:pt x="768" y="368"/>
                    <a:pt x="768" y="368"/>
                  </a:cubicBezTo>
                  <a:cubicBezTo>
                    <a:pt x="769" y="368"/>
                    <a:pt x="769" y="368"/>
                    <a:pt x="769" y="368"/>
                  </a:cubicBezTo>
                  <a:cubicBezTo>
                    <a:pt x="768" y="368"/>
                    <a:pt x="768" y="368"/>
                    <a:pt x="768" y="368"/>
                  </a:cubicBezTo>
                  <a:cubicBezTo>
                    <a:pt x="768" y="368"/>
                    <a:pt x="768" y="368"/>
                    <a:pt x="768" y="368"/>
                  </a:cubicBezTo>
                  <a:cubicBezTo>
                    <a:pt x="769" y="368"/>
                    <a:pt x="769" y="368"/>
                    <a:pt x="769" y="368"/>
                  </a:cubicBezTo>
                  <a:cubicBezTo>
                    <a:pt x="768" y="368"/>
                    <a:pt x="768" y="368"/>
                    <a:pt x="768" y="368"/>
                  </a:cubicBezTo>
                  <a:cubicBezTo>
                    <a:pt x="771" y="367"/>
                    <a:pt x="771" y="367"/>
                    <a:pt x="771" y="367"/>
                  </a:cubicBezTo>
                  <a:cubicBezTo>
                    <a:pt x="768" y="367"/>
                    <a:pt x="768" y="367"/>
                    <a:pt x="768" y="367"/>
                  </a:cubicBezTo>
                  <a:cubicBezTo>
                    <a:pt x="768" y="368"/>
                    <a:pt x="768" y="368"/>
                    <a:pt x="768" y="368"/>
                  </a:cubicBezTo>
                  <a:cubicBezTo>
                    <a:pt x="771" y="367"/>
                    <a:pt x="771" y="367"/>
                    <a:pt x="771" y="367"/>
                  </a:cubicBezTo>
                  <a:cubicBezTo>
                    <a:pt x="768" y="367"/>
                    <a:pt x="768" y="367"/>
                    <a:pt x="768" y="367"/>
                  </a:cubicBezTo>
                  <a:cubicBezTo>
                    <a:pt x="771" y="367"/>
                    <a:pt x="771" y="367"/>
                    <a:pt x="771" y="367"/>
                  </a:cubicBezTo>
                  <a:cubicBezTo>
                    <a:pt x="769" y="365"/>
                    <a:pt x="769" y="365"/>
                    <a:pt x="769" y="365"/>
                  </a:cubicBezTo>
                  <a:cubicBezTo>
                    <a:pt x="768" y="366"/>
                    <a:pt x="768" y="367"/>
                    <a:pt x="768" y="367"/>
                  </a:cubicBezTo>
                  <a:cubicBezTo>
                    <a:pt x="771" y="367"/>
                    <a:pt x="771" y="367"/>
                    <a:pt x="771" y="367"/>
                  </a:cubicBezTo>
                  <a:cubicBezTo>
                    <a:pt x="769" y="365"/>
                    <a:pt x="769" y="365"/>
                    <a:pt x="769" y="365"/>
                  </a:cubicBezTo>
                  <a:cubicBezTo>
                    <a:pt x="769" y="365"/>
                    <a:pt x="769" y="365"/>
                    <a:pt x="769" y="365"/>
                  </a:cubicBezTo>
                  <a:cubicBezTo>
                    <a:pt x="772" y="367"/>
                    <a:pt x="772" y="367"/>
                    <a:pt x="772" y="367"/>
                  </a:cubicBezTo>
                  <a:cubicBezTo>
                    <a:pt x="771" y="364"/>
                    <a:pt x="771" y="364"/>
                    <a:pt x="771" y="364"/>
                  </a:cubicBezTo>
                  <a:cubicBezTo>
                    <a:pt x="770" y="364"/>
                    <a:pt x="769" y="365"/>
                    <a:pt x="769" y="365"/>
                  </a:cubicBezTo>
                  <a:cubicBezTo>
                    <a:pt x="772" y="367"/>
                    <a:pt x="772" y="367"/>
                    <a:pt x="772" y="367"/>
                  </a:cubicBezTo>
                  <a:cubicBezTo>
                    <a:pt x="771" y="364"/>
                    <a:pt x="771" y="364"/>
                    <a:pt x="771" y="364"/>
                  </a:cubicBezTo>
                  <a:cubicBezTo>
                    <a:pt x="772" y="367"/>
                    <a:pt x="772" y="367"/>
                    <a:pt x="772" y="367"/>
                  </a:cubicBezTo>
                  <a:cubicBezTo>
                    <a:pt x="772" y="364"/>
                    <a:pt x="772" y="364"/>
                    <a:pt x="772" y="364"/>
                  </a:cubicBezTo>
                  <a:cubicBezTo>
                    <a:pt x="772" y="364"/>
                    <a:pt x="771" y="364"/>
                    <a:pt x="771" y="364"/>
                  </a:cubicBezTo>
                  <a:cubicBezTo>
                    <a:pt x="772" y="367"/>
                    <a:pt x="772" y="367"/>
                    <a:pt x="772" y="367"/>
                  </a:cubicBezTo>
                  <a:cubicBezTo>
                    <a:pt x="772" y="364"/>
                    <a:pt x="772" y="364"/>
                    <a:pt x="772" y="364"/>
                  </a:cubicBezTo>
                  <a:cubicBezTo>
                    <a:pt x="772" y="366"/>
                    <a:pt x="772" y="366"/>
                    <a:pt x="772" y="366"/>
                  </a:cubicBezTo>
                  <a:cubicBezTo>
                    <a:pt x="772" y="364"/>
                    <a:pt x="772" y="364"/>
                    <a:pt x="772" y="364"/>
                  </a:cubicBezTo>
                  <a:cubicBezTo>
                    <a:pt x="772" y="364"/>
                    <a:pt x="772" y="364"/>
                    <a:pt x="772" y="364"/>
                  </a:cubicBezTo>
                  <a:cubicBezTo>
                    <a:pt x="772" y="366"/>
                    <a:pt x="772" y="366"/>
                    <a:pt x="772" y="366"/>
                  </a:cubicBezTo>
                  <a:cubicBezTo>
                    <a:pt x="772" y="364"/>
                    <a:pt x="772" y="364"/>
                    <a:pt x="772" y="364"/>
                  </a:cubicBezTo>
                  <a:cubicBezTo>
                    <a:pt x="772" y="364"/>
                    <a:pt x="772" y="364"/>
                    <a:pt x="772" y="364"/>
                  </a:cubicBezTo>
                  <a:cubicBezTo>
                    <a:pt x="772" y="364"/>
                    <a:pt x="771" y="363"/>
                    <a:pt x="770" y="363"/>
                  </a:cubicBezTo>
                  <a:cubicBezTo>
                    <a:pt x="764" y="360"/>
                    <a:pt x="753" y="353"/>
                    <a:pt x="737" y="343"/>
                  </a:cubicBezTo>
                  <a:cubicBezTo>
                    <a:pt x="683" y="310"/>
                    <a:pt x="576" y="241"/>
                    <a:pt x="480" y="181"/>
                  </a:cubicBezTo>
                  <a:cubicBezTo>
                    <a:pt x="432" y="150"/>
                    <a:pt x="386" y="122"/>
                    <a:pt x="351" y="102"/>
                  </a:cubicBezTo>
                  <a:cubicBezTo>
                    <a:pt x="333" y="92"/>
                    <a:pt x="318" y="83"/>
                    <a:pt x="306" y="77"/>
                  </a:cubicBezTo>
                  <a:cubicBezTo>
                    <a:pt x="300" y="74"/>
                    <a:pt x="295" y="72"/>
                    <a:pt x="291" y="70"/>
                  </a:cubicBezTo>
                  <a:cubicBezTo>
                    <a:pt x="289" y="70"/>
                    <a:pt x="288" y="69"/>
                    <a:pt x="286" y="69"/>
                  </a:cubicBezTo>
                  <a:cubicBezTo>
                    <a:pt x="284" y="68"/>
                    <a:pt x="283" y="68"/>
                    <a:pt x="282" y="68"/>
                  </a:cubicBezTo>
                  <a:cubicBezTo>
                    <a:pt x="281" y="68"/>
                    <a:pt x="280" y="68"/>
                    <a:pt x="279" y="68"/>
                  </a:cubicBezTo>
                  <a:cubicBezTo>
                    <a:pt x="278" y="69"/>
                    <a:pt x="277" y="69"/>
                    <a:pt x="276" y="70"/>
                  </a:cubicBezTo>
                  <a:cubicBezTo>
                    <a:pt x="276" y="70"/>
                    <a:pt x="276" y="70"/>
                    <a:pt x="276" y="70"/>
                  </a:cubicBezTo>
                  <a:cubicBezTo>
                    <a:pt x="276" y="71"/>
                    <a:pt x="276" y="72"/>
                    <a:pt x="276" y="73"/>
                  </a:cubicBezTo>
                  <a:cubicBezTo>
                    <a:pt x="276" y="74"/>
                    <a:pt x="276" y="75"/>
                    <a:pt x="277" y="76"/>
                  </a:cubicBezTo>
                  <a:cubicBezTo>
                    <a:pt x="277" y="77"/>
                    <a:pt x="278" y="79"/>
                    <a:pt x="280" y="80"/>
                  </a:cubicBezTo>
                  <a:cubicBezTo>
                    <a:pt x="283" y="83"/>
                    <a:pt x="287" y="86"/>
                    <a:pt x="292" y="90"/>
                  </a:cubicBezTo>
                  <a:cubicBezTo>
                    <a:pt x="312" y="104"/>
                    <a:pt x="350" y="128"/>
                    <a:pt x="397" y="155"/>
                  </a:cubicBezTo>
                  <a:cubicBezTo>
                    <a:pt x="466" y="197"/>
                    <a:pt x="553" y="247"/>
                    <a:pt x="623" y="289"/>
                  </a:cubicBezTo>
                  <a:cubicBezTo>
                    <a:pt x="658" y="309"/>
                    <a:pt x="689" y="328"/>
                    <a:pt x="711" y="342"/>
                  </a:cubicBezTo>
                  <a:cubicBezTo>
                    <a:pt x="722" y="349"/>
                    <a:pt x="730" y="355"/>
                    <a:pt x="736" y="359"/>
                  </a:cubicBezTo>
                  <a:cubicBezTo>
                    <a:pt x="739" y="361"/>
                    <a:pt x="742" y="363"/>
                    <a:pt x="743" y="364"/>
                  </a:cubicBezTo>
                  <a:cubicBezTo>
                    <a:pt x="744" y="365"/>
                    <a:pt x="744" y="365"/>
                    <a:pt x="744" y="366"/>
                  </a:cubicBezTo>
                  <a:cubicBezTo>
                    <a:pt x="744" y="366"/>
                    <a:pt x="744" y="366"/>
                    <a:pt x="744" y="366"/>
                  </a:cubicBezTo>
                  <a:cubicBezTo>
                    <a:pt x="745" y="365"/>
                    <a:pt x="745" y="365"/>
                    <a:pt x="745" y="365"/>
                  </a:cubicBezTo>
                  <a:cubicBezTo>
                    <a:pt x="744" y="366"/>
                    <a:pt x="744" y="366"/>
                    <a:pt x="744" y="366"/>
                  </a:cubicBezTo>
                  <a:cubicBezTo>
                    <a:pt x="744" y="366"/>
                    <a:pt x="744" y="366"/>
                    <a:pt x="744" y="366"/>
                  </a:cubicBezTo>
                  <a:cubicBezTo>
                    <a:pt x="745" y="365"/>
                    <a:pt x="745" y="365"/>
                    <a:pt x="745" y="365"/>
                  </a:cubicBezTo>
                  <a:cubicBezTo>
                    <a:pt x="744" y="366"/>
                    <a:pt x="744" y="366"/>
                    <a:pt x="744" y="366"/>
                  </a:cubicBezTo>
                  <a:cubicBezTo>
                    <a:pt x="747" y="365"/>
                    <a:pt x="747" y="365"/>
                    <a:pt x="747" y="365"/>
                  </a:cubicBezTo>
                  <a:cubicBezTo>
                    <a:pt x="744" y="365"/>
                    <a:pt x="744" y="365"/>
                    <a:pt x="744" y="365"/>
                  </a:cubicBezTo>
                  <a:cubicBezTo>
                    <a:pt x="744" y="365"/>
                    <a:pt x="744" y="365"/>
                    <a:pt x="744" y="366"/>
                  </a:cubicBezTo>
                  <a:cubicBezTo>
                    <a:pt x="747" y="365"/>
                    <a:pt x="747" y="365"/>
                    <a:pt x="747" y="365"/>
                  </a:cubicBezTo>
                  <a:cubicBezTo>
                    <a:pt x="744" y="365"/>
                    <a:pt x="744" y="365"/>
                    <a:pt x="744" y="365"/>
                  </a:cubicBezTo>
                  <a:cubicBezTo>
                    <a:pt x="747" y="365"/>
                    <a:pt x="747" y="365"/>
                    <a:pt x="747" y="365"/>
                  </a:cubicBezTo>
                  <a:cubicBezTo>
                    <a:pt x="745" y="363"/>
                    <a:pt x="745" y="363"/>
                    <a:pt x="745" y="363"/>
                  </a:cubicBezTo>
                  <a:cubicBezTo>
                    <a:pt x="744" y="363"/>
                    <a:pt x="744" y="364"/>
                    <a:pt x="744" y="365"/>
                  </a:cubicBezTo>
                  <a:cubicBezTo>
                    <a:pt x="747" y="365"/>
                    <a:pt x="747" y="365"/>
                    <a:pt x="747" y="365"/>
                  </a:cubicBezTo>
                  <a:cubicBezTo>
                    <a:pt x="745" y="363"/>
                    <a:pt x="745" y="363"/>
                    <a:pt x="745" y="363"/>
                  </a:cubicBezTo>
                  <a:cubicBezTo>
                    <a:pt x="748" y="365"/>
                    <a:pt x="748" y="365"/>
                    <a:pt x="748" y="365"/>
                  </a:cubicBezTo>
                  <a:cubicBezTo>
                    <a:pt x="750" y="362"/>
                    <a:pt x="750" y="362"/>
                    <a:pt x="750" y="362"/>
                  </a:cubicBezTo>
                  <a:cubicBezTo>
                    <a:pt x="223" y="47"/>
                    <a:pt x="223" y="47"/>
                    <a:pt x="223" y="47"/>
                  </a:cubicBezTo>
                  <a:cubicBezTo>
                    <a:pt x="221" y="46"/>
                    <a:pt x="219" y="46"/>
                    <a:pt x="218" y="48"/>
                  </a:cubicBezTo>
                  <a:cubicBezTo>
                    <a:pt x="217" y="49"/>
                    <a:pt x="217" y="50"/>
                    <a:pt x="217" y="50"/>
                  </a:cubicBezTo>
                  <a:cubicBezTo>
                    <a:pt x="217" y="52"/>
                    <a:pt x="218" y="52"/>
                    <a:pt x="218" y="53"/>
                  </a:cubicBezTo>
                  <a:cubicBezTo>
                    <a:pt x="218" y="54"/>
                    <a:pt x="219" y="54"/>
                    <a:pt x="219" y="54"/>
                  </a:cubicBezTo>
                  <a:cubicBezTo>
                    <a:pt x="220" y="55"/>
                    <a:pt x="221" y="56"/>
                    <a:pt x="223" y="58"/>
                  </a:cubicBezTo>
                  <a:cubicBezTo>
                    <a:pt x="229" y="62"/>
                    <a:pt x="242" y="71"/>
                    <a:pt x="259" y="82"/>
                  </a:cubicBezTo>
                  <a:cubicBezTo>
                    <a:pt x="378" y="159"/>
                    <a:pt x="725" y="370"/>
                    <a:pt x="725" y="370"/>
                  </a:cubicBezTo>
                  <a:cubicBezTo>
                    <a:pt x="727" y="367"/>
                    <a:pt x="727" y="367"/>
                    <a:pt x="727" y="367"/>
                  </a:cubicBezTo>
                  <a:cubicBezTo>
                    <a:pt x="729" y="363"/>
                    <a:pt x="729" y="363"/>
                    <a:pt x="729" y="363"/>
                  </a:cubicBezTo>
                  <a:cubicBezTo>
                    <a:pt x="142" y="17"/>
                    <a:pt x="142" y="17"/>
                    <a:pt x="142" y="17"/>
                  </a:cubicBezTo>
                  <a:cubicBezTo>
                    <a:pt x="140" y="16"/>
                    <a:pt x="138" y="16"/>
                    <a:pt x="137" y="18"/>
                  </a:cubicBezTo>
                  <a:cubicBezTo>
                    <a:pt x="136" y="19"/>
                    <a:pt x="136" y="20"/>
                    <a:pt x="136" y="21"/>
                  </a:cubicBezTo>
                  <a:cubicBezTo>
                    <a:pt x="136" y="22"/>
                    <a:pt x="137" y="23"/>
                    <a:pt x="137" y="24"/>
                  </a:cubicBezTo>
                  <a:cubicBezTo>
                    <a:pt x="138" y="25"/>
                    <a:pt x="139" y="27"/>
                    <a:pt x="141" y="28"/>
                  </a:cubicBezTo>
                  <a:cubicBezTo>
                    <a:pt x="144" y="32"/>
                    <a:pt x="149" y="36"/>
                    <a:pt x="155" y="40"/>
                  </a:cubicBezTo>
                  <a:cubicBezTo>
                    <a:pt x="179" y="58"/>
                    <a:pt x="224" y="87"/>
                    <a:pt x="278" y="121"/>
                  </a:cubicBezTo>
                  <a:cubicBezTo>
                    <a:pt x="442" y="224"/>
                    <a:pt x="691" y="369"/>
                    <a:pt x="691" y="369"/>
                  </a:cubicBezTo>
                  <a:cubicBezTo>
                    <a:pt x="693" y="365"/>
                    <a:pt x="693" y="365"/>
                    <a:pt x="693" y="365"/>
                  </a:cubicBezTo>
                  <a:cubicBezTo>
                    <a:pt x="689" y="363"/>
                    <a:pt x="689" y="363"/>
                    <a:pt x="689" y="363"/>
                  </a:cubicBezTo>
                  <a:cubicBezTo>
                    <a:pt x="692" y="365"/>
                    <a:pt x="692" y="365"/>
                    <a:pt x="692" y="365"/>
                  </a:cubicBezTo>
                  <a:cubicBezTo>
                    <a:pt x="691" y="362"/>
                    <a:pt x="691" y="362"/>
                    <a:pt x="691" y="362"/>
                  </a:cubicBezTo>
                  <a:cubicBezTo>
                    <a:pt x="690" y="362"/>
                    <a:pt x="690" y="363"/>
                    <a:pt x="689" y="363"/>
                  </a:cubicBezTo>
                  <a:cubicBezTo>
                    <a:pt x="692" y="365"/>
                    <a:pt x="692" y="365"/>
                    <a:pt x="692" y="365"/>
                  </a:cubicBezTo>
                  <a:cubicBezTo>
                    <a:pt x="691" y="362"/>
                    <a:pt x="691" y="362"/>
                    <a:pt x="691" y="362"/>
                  </a:cubicBezTo>
                  <a:cubicBezTo>
                    <a:pt x="691" y="363"/>
                    <a:pt x="691" y="363"/>
                    <a:pt x="691" y="363"/>
                  </a:cubicBezTo>
                  <a:cubicBezTo>
                    <a:pt x="691" y="362"/>
                    <a:pt x="691" y="362"/>
                    <a:pt x="691" y="362"/>
                  </a:cubicBezTo>
                  <a:cubicBezTo>
                    <a:pt x="691" y="362"/>
                    <a:pt x="691" y="362"/>
                    <a:pt x="691" y="362"/>
                  </a:cubicBezTo>
                  <a:cubicBezTo>
                    <a:pt x="691" y="363"/>
                    <a:pt x="691" y="363"/>
                    <a:pt x="691" y="363"/>
                  </a:cubicBezTo>
                  <a:cubicBezTo>
                    <a:pt x="691" y="362"/>
                    <a:pt x="691" y="362"/>
                    <a:pt x="691" y="362"/>
                  </a:cubicBezTo>
                  <a:cubicBezTo>
                    <a:pt x="691" y="362"/>
                    <a:pt x="690" y="362"/>
                    <a:pt x="688" y="361"/>
                  </a:cubicBezTo>
                  <a:cubicBezTo>
                    <a:pt x="685" y="360"/>
                    <a:pt x="679" y="357"/>
                    <a:pt x="672" y="354"/>
                  </a:cubicBezTo>
                  <a:cubicBezTo>
                    <a:pt x="646" y="340"/>
                    <a:pt x="598" y="311"/>
                    <a:pt x="541" y="275"/>
                  </a:cubicBezTo>
                  <a:cubicBezTo>
                    <a:pt x="455" y="222"/>
                    <a:pt x="347" y="153"/>
                    <a:pt x="258" y="98"/>
                  </a:cubicBezTo>
                  <a:cubicBezTo>
                    <a:pt x="214" y="70"/>
                    <a:pt x="174" y="46"/>
                    <a:pt x="144" y="28"/>
                  </a:cubicBezTo>
                  <a:cubicBezTo>
                    <a:pt x="128" y="19"/>
                    <a:pt x="116" y="12"/>
                    <a:pt x="106" y="7"/>
                  </a:cubicBezTo>
                  <a:cubicBezTo>
                    <a:pt x="101" y="5"/>
                    <a:pt x="97" y="3"/>
                    <a:pt x="93" y="2"/>
                  </a:cubicBezTo>
                  <a:cubicBezTo>
                    <a:pt x="91" y="1"/>
                    <a:pt x="90" y="1"/>
                    <a:pt x="89" y="0"/>
                  </a:cubicBezTo>
                  <a:cubicBezTo>
                    <a:pt x="87" y="0"/>
                    <a:pt x="86" y="0"/>
                    <a:pt x="85" y="0"/>
                  </a:cubicBezTo>
                  <a:cubicBezTo>
                    <a:pt x="84" y="0"/>
                    <a:pt x="83" y="0"/>
                    <a:pt x="82" y="0"/>
                  </a:cubicBezTo>
                  <a:cubicBezTo>
                    <a:pt x="81" y="0"/>
                    <a:pt x="80" y="1"/>
                    <a:pt x="79" y="2"/>
                  </a:cubicBezTo>
                  <a:cubicBezTo>
                    <a:pt x="78" y="4"/>
                    <a:pt x="79" y="6"/>
                    <a:pt x="81" y="8"/>
                  </a:cubicBezTo>
                  <a:cubicBezTo>
                    <a:pt x="652" y="365"/>
                    <a:pt x="652" y="365"/>
                    <a:pt x="652" y="365"/>
                  </a:cubicBezTo>
                  <a:cubicBezTo>
                    <a:pt x="655" y="362"/>
                    <a:pt x="655" y="362"/>
                    <a:pt x="655" y="362"/>
                  </a:cubicBezTo>
                  <a:cubicBezTo>
                    <a:pt x="651" y="359"/>
                    <a:pt x="651" y="359"/>
                    <a:pt x="651" y="359"/>
                  </a:cubicBezTo>
                  <a:cubicBezTo>
                    <a:pt x="654" y="361"/>
                    <a:pt x="654" y="361"/>
                    <a:pt x="654" y="361"/>
                  </a:cubicBezTo>
                  <a:cubicBezTo>
                    <a:pt x="653" y="358"/>
                    <a:pt x="653" y="358"/>
                    <a:pt x="653" y="358"/>
                  </a:cubicBezTo>
                  <a:cubicBezTo>
                    <a:pt x="652" y="358"/>
                    <a:pt x="652" y="359"/>
                    <a:pt x="651" y="359"/>
                  </a:cubicBezTo>
                  <a:cubicBezTo>
                    <a:pt x="654" y="361"/>
                    <a:pt x="654" y="361"/>
                    <a:pt x="654" y="361"/>
                  </a:cubicBezTo>
                  <a:cubicBezTo>
                    <a:pt x="653" y="358"/>
                    <a:pt x="653" y="358"/>
                    <a:pt x="653" y="358"/>
                  </a:cubicBezTo>
                  <a:cubicBezTo>
                    <a:pt x="653" y="360"/>
                    <a:pt x="653" y="360"/>
                    <a:pt x="653" y="360"/>
                  </a:cubicBezTo>
                  <a:cubicBezTo>
                    <a:pt x="653" y="358"/>
                    <a:pt x="653" y="358"/>
                    <a:pt x="653" y="358"/>
                  </a:cubicBezTo>
                  <a:cubicBezTo>
                    <a:pt x="653" y="358"/>
                    <a:pt x="653" y="358"/>
                    <a:pt x="653" y="358"/>
                  </a:cubicBezTo>
                  <a:cubicBezTo>
                    <a:pt x="653" y="360"/>
                    <a:pt x="653" y="360"/>
                    <a:pt x="653" y="360"/>
                  </a:cubicBezTo>
                  <a:cubicBezTo>
                    <a:pt x="653" y="358"/>
                    <a:pt x="653" y="358"/>
                    <a:pt x="653" y="358"/>
                  </a:cubicBezTo>
                  <a:cubicBezTo>
                    <a:pt x="653" y="358"/>
                    <a:pt x="652" y="358"/>
                    <a:pt x="650" y="357"/>
                  </a:cubicBezTo>
                  <a:cubicBezTo>
                    <a:pt x="647" y="356"/>
                    <a:pt x="642" y="354"/>
                    <a:pt x="635" y="350"/>
                  </a:cubicBezTo>
                  <a:cubicBezTo>
                    <a:pt x="610" y="337"/>
                    <a:pt x="564" y="310"/>
                    <a:pt x="510" y="276"/>
                  </a:cubicBezTo>
                  <a:cubicBezTo>
                    <a:pt x="428" y="225"/>
                    <a:pt x="326" y="160"/>
                    <a:pt x="242" y="107"/>
                  </a:cubicBezTo>
                  <a:cubicBezTo>
                    <a:pt x="200" y="81"/>
                    <a:pt x="163" y="57"/>
                    <a:pt x="135" y="41"/>
                  </a:cubicBezTo>
                  <a:cubicBezTo>
                    <a:pt x="121" y="32"/>
                    <a:pt x="109" y="26"/>
                    <a:pt x="100" y="21"/>
                  </a:cubicBezTo>
                  <a:cubicBezTo>
                    <a:pt x="96" y="19"/>
                    <a:pt x="92" y="17"/>
                    <a:pt x="89" y="16"/>
                  </a:cubicBezTo>
                  <a:cubicBezTo>
                    <a:pt x="88" y="15"/>
                    <a:pt x="86" y="15"/>
                    <a:pt x="85" y="14"/>
                  </a:cubicBezTo>
                  <a:cubicBezTo>
                    <a:pt x="84" y="14"/>
                    <a:pt x="83" y="14"/>
                    <a:pt x="82" y="14"/>
                  </a:cubicBezTo>
                  <a:cubicBezTo>
                    <a:pt x="81" y="14"/>
                    <a:pt x="81" y="14"/>
                    <a:pt x="80" y="14"/>
                  </a:cubicBezTo>
                  <a:cubicBezTo>
                    <a:pt x="79" y="14"/>
                    <a:pt x="78" y="15"/>
                    <a:pt x="77" y="16"/>
                  </a:cubicBezTo>
                  <a:cubicBezTo>
                    <a:pt x="77" y="17"/>
                    <a:pt x="77" y="18"/>
                    <a:pt x="77" y="19"/>
                  </a:cubicBezTo>
                  <a:cubicBezTo>
                    <a:pt x="77" y="20"/>
                    <a:pt x="78" y="21"/>
                    <a:pt x="79" y="21"/>
                  </a:cubicBezTo>
                  <a:cubicBezTo>
                    <a:pt x="79" y="21"/>
                    <a:pt x="81" y="23"/>
                    <a:pt x="85" y="25"/>
                  </a:cubicBezTo>
                  <a:cubicBezTo>
                    <a:pt x="115" y="43"/>
                    <a:pt x="251" y="125"/>
                    <a:pt x="379" y="204"/>
                  </a:cubicBezTo>
                  <a:cubicBezTo>
                    <a:pt x="444" y="244"/>
                    <a:pt x="506" y="282"/>
                    <a:pt x="552" y="312"/>
                  </a:cubicBezTo>
                  <a:cubicBezTo>
                    <a:pt x="575" y="327"/>
                    <a:pt x="594" y="339"/>
                    <a:pt x="607" y="348"/>
                  </a:cubicBezTo>
                  <a:cubicBezTo>
                    <a:pt x="614" y="353"/>
                    <a:pt x="619" y="356"/>
                    <a:pt x="623" y="359"/>
                  </a:cubicBezTo>
                  <a:cubicBezTo>
                    <a:pt x="624" y="361"/>
                    <a:pt x="626" y="362"/>
                    <a:pt x="626" y="362"/>
                  </a:cubicBezTo>
                  <a:cubicBezTo>
                    <a:pt x="627" y="363"/>
                    <a:pt x="627" y="363"/>
                    <a:pt x="627" y="363"/>
                  </a:cubicBezTo>
                  <a:cubicBezTo>
                    <a:pt x="628" y="362"/>
                    <a:pt x="628" y="362"/>
                    <a:pt x="628" y="362"/>
                  </a:cubicBezTo>
                  <a:cubicBezTo>
                    <a:pt x="627" y="363"/>
                    <a:pt x="627" y="363"/>
                    <a:pt x="627" y="363"/>
                  </a:cubicBezTo>
                  <a:cubicBezTo>
                    <a:pt x="627" y="363"/>
                    <a:pt x="627" y="363"/>
                    <a:pt x="627" y="363"/>
                  </a:cubicBezTo>
                  <a:cubicBezTo>
                    <a:pt x="628" y="362"/>
                    <a:pt x="628" y="362"/>
                    <a:pt x="628" y="362"/>
                  </a:cubicBezTo>
                  <a:cubicBezTo>
                    <a:pt x="627" y="363"/>
                    <a:pt x="627" y="363"/>
                    <a:pt x="627" y="363"/>
                  </a:cubicBezTo>
                  <a:cubicBezTo>
                    <a:pt x="630" y="361"/>
                    <a:pt x="630" y="361"/>
                    <a:pt x="630" y="361"/>
                  </a:cubicBezTo>
                  <a:cubicBezTo>
                    <a:pt x="627" y="361"/>
                    <a:pt x="627" y="361"/>
                    <a:pt x="627" y="361"/>
                  </a:cubicBezTo>
                  <a:cubicBezTo>
                    <a:pt x="627" y="362"/>
                    <a:pt x="627" y="362"/>
                    <a:pt x="627" y="363"/>
                  </a:cubicBezTo>
                  <a:cubicBezTo>
                    <a:pt x="630" y="361"/>
                    <a:pt x="630" y="361"/>
                    <a:pt x="630" y="361"/>
                  </a:cubicBezTo>
                  <a:cubicBezTo>
                    <a:pt x="627" y="361"/>
                    <a:pt x="627" y="361"/>
                    <a:pt x="627" y="361"/>
                  </a:cubicBezTo>
                  <a:cubicBezTo>
                    <a:pt x="630" y="361"/>
                    <a:pt x="630" y="361"/>
                    <a:pt x="630" y="361"/>
                  </a:cubicBezTo>
                  <a:cubicBezTo>
                    <a:pt x="627" y="359"/>
                    <a:pt x="627" y="359"/>
                    <a:pt x="627" y="359"/>
                  </a:cubicBezTo>
                  <a:cubicBezTo>
                    <a:pt x="627" y="360"/>
                    <a:pt x="627" y="361"/>
                    <a:pt x="627" y="361"/>
                  </a:cubicBezTo>
                  <a:cubicBezTo>
                    <a:pt x="630" y="361"/>
                    <a:pt x="630" y="361"/>
                    <a:pt x="630" y="361"/>
                  </a:cubicBezTo>
                  <a:cubicBezTo>
                    <a:pt x="627" y="359"/>
                    <a:pt x="627" y="359"/>
                    <a:pt x="627" y="359"/>
                  </a:cubicBezTo>
                  <a:cubicBezTo>
                    <a:pt x="627" y="359"/>
                    <a:pt x="627" y="359"/>
                    <a:pt x="627" y="359"/>
                  </a:cubicBezTo>
                  <a:cubicBezTo>
                    <a:pt x="630" y="361"/>
                    <a:pt x="630" y="361"/>
                    <a:pt x="630" y="361"/>
                  </a:cubicBezTo>
                  <a:cubicBezTo>
                    <a:pt x="629" y="358"/>
                    <a:pt x="629" y="358"/>
                    <a:pt x="629" y="358"/>
                  </a:cubicBezTo>
                  <a:cubicBezTo>
                    <a:pt x="628" y="358"/>
                    <a:pt x="628" y="359"/>
                    <a:pt x="627" y="359"/>
                  </a:cubicBezTo>
                  <a:cubicBezTo>
                    <a:pt x="630" y="361"/>
                    <a:pt x="630" y="361"/>
                    <a:pt x="630" y="361"/>
                  </a:cubicBezTo>
                  <a:cubicBezTo>
                    <a:pt x="629" y="358"/>
                    <a:pt x="629" y="358"/>
                    <a:pt x="629" y="358"/>
                  </a:cubicBezTo>
                  <a:cubicBezTo>
                    <a:pt x="630" y="361"/>
                    <a:pt x="630" y="361"/>
                    <a:pt x="630" y="361"/>
                  </a:cubicBezTo>
                  <a:cubicBezTo>
                    <a:pt x="630" y="358"/>
                    <a:pt x="630" y="358"/>
                    <a:pt x="630" y="358"/>
                  </a:cubicBezTo>
                  <a:cubicBezTo>
                    <a:pt x="630" y="358"/>
                    <a:pt x="629" y="358"/>
                    <a:pt x="629" y="358"/>
                  </a:cubicBezTo>
                  <a:cubicBezTo>
                    <a:pt x="630" y="361"/>
                    <a:pt x="630" y="361"/>
                    <a:pt x="630" y="361"/>
                  </a:cubicBezTo>
                  <a:cubicBezTo>
                    <a:pt x="630" y="358"/>
                    <a:pt x="630" y="358"/>
                    <a:pt x="630" y="358"/>
                  </a:cubicBezTo>
                  <a:cubicBezTo>
                    <a:pt x="630" y="359"/>
                    <a:pt x="630" y="359"/>
                    <a:pt x="630" y="359"/>
                  </a:cubicBezTo>
                  <a:cubicBezTo>
                    <a:pt x="630" y="358"/>
                    <a:pt x="630" y="358"/>
                    <a:pt x="630" y="358"/>
                  </a:cubicBezTo>
                  <a:cubicBezTo>
                    <a:pt x="630" y="358"/>
                    <a:pt x="630" y="358"/>
                    <a:pt x="630" y="358"/>
                  </a:cubicBezTo>
                  <a:cubicBezTo>
                    <a:pt x="630" y="359"/>
                    <a:pt x="630" y="359"/>
                    <a:pt x="630" y="359"/>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29" y="357"/>
                    <a:pt x="627" y="357"/>
                  </a:cubicBezTo>
                  <a:cubicBezTo>
                    <a:pt x="624" y="355"/>
                    <a:pt x="619" y="353"/>
                    <a:pt x="613" y="349"/>
                  </a:cubicBezTo>
                  <a:cubicBezTo>
                    <a:pt x="589" y="337"/>
                    <a:pt x="545" y="310"/>
                    <a:pt x="493" y="278"/>
                  </a:cubicBezTo>
                  <a:cubicBezTo>
                    <a:pt x="414" y="229"/>
                    <a:pt x="316" y="167"/>
                    <a:pt x="235" y="117"/>
                  </a:cubicBezTo>
                  <a:cubicBezTo>
                    <a:pt x="195" y="92"/>
                    <a:pt x="159" y="70"/>
                    <a:pt x="132" y="54"/>
                  </a:cubicBezTo>
                  <a:cubicBezTo>
                    <a:pt x="119" y="47"/>
                    <a:pt x="108" y="40"/>
                    <a:pt x="100" y="36"/>
                  </a:cubicBezTo>
                  <a:cubicBezTo>
                    <a:pt x="96" y="34"/>
                    <a:pt x="92" y="32"/>
                    <a:pt x="90" y="31"/>
                  </a:cubicBezTo>
                  <a:cubicBezTo>
                    <a:pt x="88" y="30"/>
                    <a:pt x="87" y="30"/>
                    <a:pt x="86" y="29"/>
                  </a:cubicBezTo>
                  <a:cubicBezTo>
                    <a:pt x="85" y="29"/>
                    <a:pt x="84" y="29"/>
                    <a:pt x="83" y="29"/>
                  </a:cubicBezTo>
                  <a:cubicBezTo>
                    <a:pt x="83" y="29"/>
                    <a:pt x="82" y="29"/>
                    <a:pt x="81" y="29"/>
                  </a:cubicBezTo>
                  <a:cubicBezTo>
                    <a:pt x="81" y="29"/>
                    <a:pt x="80" y="30"/>
                    <a:pt x="79" y="31"/>
                  </a:cubicBezTo>
                  <a:cubicBezTo>
                    <a:pt x="79" y="32"/>
                    <a:pt x="78" y="33"/>
                    <a:pt x="79" y="34"/>
                  </a:cubicBezTo>
                  <a:cubicBezTo>
                    <a:pt x="79" y="35"/>
                    <a:pt x="80" y="36"/>
                    <a:pt x="80" y="36"/>
                  </a:cubicBezTo>
                  <a:cubicBezTo>
                    <a:pt x="80" y="36"/>
                    <a:pt x="82" y="38"/>
                    <a:pt x="86" y="40"/>
                  </a:cubicBezTo>
                  <a:cubicBezTo>
                    <a:pt x="115" y="57"/>
                    <a:pt x="243" y="133"/>
                    <a:pt x="363" y="207"/>
                  </a:cubicBezTo>
                  <a:cubicBezTo>
                    <a:pt x="424" y="243"/>
                    <a:pt x="482" y="280"/>
                    <a:pt x="526" y="308"/>
                  </a:cubicBezTo>
                  <a:cubicBezTo>
                    <a:pt x="547" y="322"/>
                    <a:pt x="565" y="334"/>
                    <a:pt x="578" y="342"/>
                  </a:cubicBezTo>
                  <a:cubicBezTo>
                    <a:pt x="584" y="347"/>
                    <a:pt x="589" y="351"/>
                    <a:pt x="592" y="353"/>
                  </a:cubicBezTo>
                  <a:cubicBezTo>
                    <a:pt x="594" y="355"/>
                    <a:pt x="595" y="356"/>
                    <a:pt x="595" y="356"/>
                  </a:cubicBezTo>
                  <a:cubicBezTo>
                    <a:pt x="596" y="357"/>
                    <a:pt x="596" y="357"/>
                    <a:pt x="596" y="357"/>
                  </a:cubicBezTo>
                  <a:cubicBezTo>
                    <a:pt x="597" y="356"/>
                    <a:pt x="597" y="356"/>
                    <a:pt x="597" y="356"/>
                  </a:cubicBezTo>
                  <a:cubicBezTo>
                    <a:pt x="596" y="357"/>
                    <a:pt x="596" y="357"/>
                    <a:pt x="596" y="357"/>
                  </a:cubicBezTo>
                  <a:cubicBezTo>
                    <a:pt x="596" y="357"/>
                    <a:pt x="596" y="357"/>
                    <a:pt x="596" y="357"/>
                  </a:cubicBezTo>
                  <a:cubicBezTo>
                    <a:pt x="597" y="356"/>
                    <a:pt x="597" y="356"/>
                    <a:pt x="597" y="356"/>
                  </a:cubicBezTo>
                  <a:cubicBezTo>
                    <a:pt x="596" y="357"/>
                    <a:pt x="596" y="357"/>
                    <a:pt x="596" y="357"/>
                  </a:cubicBezTo>
                  <a:cubicBezTo>
                    <a:pt x="599" y="356"/>
                    <a:pt x="599" y="356"/>
                    <a:pt x="599" y="356"/>
                  </a:cubicBezTo>
                  <a:cubicBezTo>
                    <a:pt x="596" y="356"/>
                    <a:pt x="596" y="356"/>
                    <a:pt x="596" y="356"/>
                  </a:cubicBezTo>
                  <a:cubicBezTo>
                    <a:pt x="596" y="356"/>
                    <a:pt x="596" y="357"/>
                    <a:pt x="596" y="357"/>
                  </a:cubicBezTo>
                  <a:cubicBezTo>
                    <a:pt x="599" y="356"/>
                    <a:pt x="599" y="356"/>
                    <a:pt x="599" y="356"/>
                  </a:cubicBezTo>
                  <a:cubicBezTo>
                    <a:pt x="596" y="356"/>
                    <a:pt x="596" y="356"/>
                    <a:pt x="596" y="356"/>
                  </a:cubicBezTo>
                  <a:cubicBezTo>
                    <a:pt x="599" y="356"/>
                    <a:pt x="599" y="356"/>
                    <a:pt x="599" y="356"/>
                  </a:cubicBezTo>
                  <a:cubicBezTo>
                    <a:pt x="596" y="354"/>
                    <a:pt x="596" y="354"/>
                    <a:pt x="596" y="354"/>
                  </a:cubicBezTo>
                  <a:cubicBezTo>
                    <a:pt x="596" y="355"/>
                    <a:pt x="596" y="355"/>
                    <a:pt x="596" y="356"/>
                  </a:cubicBezTo>
                  <a:cubicBezTo>
                    <a:pt x="599" y="356"/>
                    <a:pt x="599" y="356"/>
                    <a:pt x="599" y="356"/>
                  </a:cubicBezTo>
                  <a:cubicBezTo>
                    <a:pt x="596" y="354"/>
                    <a:pt x="596" y="354"/>
                    <a:pt x="596" y="354"/>
                  </a:cubicBezTo>
                  <a:cubicBezTo>
                    <a:pt x="600" y="356"/>
                    <a:pt x="600" y="356"/>
                    <a:pt x="600" y="356"/>
                  </a:cubicBezTo>
                  <a:cubicBezTo>
                    <a:pt x="602" y="353"/>
                    <a:pt x="602" y="353"/>
                    <a:pt x="602" y="353"/>
                  </a:cubicBezTo>
                  <a:cubicBezTo>
                    <a:pt x="84" y="45"/>
                    <a:pt x="84" y="45"/>
                    <a:pt x="84" y="45"/>
                  </a:cubicBezTo>
                  <a:cubicBezTo>
                    <a:pt x="82" y="44"/>
                    <a:pt x="79" y="45"/>
                    <a:pt x="78" y="47"/>
                  </a:cubicBezTo>
                  <a:cubicBezTo>
                    <a:pt x="77" y="48"/>
                    <a:pt x="78" y="51"/>
                    <a:pt x="79" y="52"/>
                  </a:cubicBezTo>
                  <a:cubicBezTo>
                    <a:pt x="211" y="134"/>
                    <a:pt x="211" y="134"/>
                    <a:pt x="211" y="134"/>
                  </a:cubicBezTo>
                  <a:cubicBezTo>
                    <a:pt x="86" y="60"/>
                    <a:pt x="86" y="60"/>
                    <a:pt x="86" y="60"/>
                  </a:cubicBezTo>
                  <a:cubicBezTo>
                    <a:pt x="84" y="58"/>
                    <a:pt x="82" y="59"/>
                    <a:pt x="81" y="61"/>
                  </a:cubicBezTo>
                  <a:cubicBezTo>
                    <a:pt x="80" y="62"/>
                    <a:pt x="80" y="63"/>
                    <a:pt x="80" y="63"/>
                  </a:cubicBezTo>
                  <a:cubicBezTo>
                    <a:pt x="80" y="65"/>
                    <a:pt x="80" y="66"/>
                    <a:pt x="81" y="66"/>
                  </a:cubicBezTo>
                  <a:cubicBezTo>
                    <a:pt x="82" y="68"/>
                    <a:pt x="83" y="69"/>
                    <a:pt x="84" y="70"/>
                  </a:cubicBezTo>
                  <a:cubicBezTo>
                    <a:pt x="87" y="73"/>
                    <a:pt x="91" y="76"/>
                    <a:pt x="96" y="80"/>
                  </a:cubicBezTo>
                  <a:cubicBezTo>
                    <a:pt x="116" y="95"/>
                    <a:pt x="153" y="120"/>
                    <a:pt x="199" y="148"/>
                  </a:cubicBezTo>
                  <a:cubicBezTo>
                    <a:pt x="267" y="190"/>
                    <a:pt x="353" y="241"/>
                    <a:pt x="422" y="282"/>
                  </a:cubicBezTo>
                  <a:cubicBezTo>
                    <a:pt x="457" y="303"/>
                    <a:pt x="487" y="320"/>
                    <a:pt x="508" y="333"/>
                  </a:cubicBezTo>
                  <a:cubicBezTo>
                    <a:pt x="519" y="340"/>
                    <a:pt x="528" y="345"/>
                    <a:pt x="534" y="348"/>
                  </a:cubicBezTo>
                  <a:cubicBezTo>
                    <a:pt x="537" y="350"/>
                    <a:pt x="539" y="352"/>
                    <a:pt x="540" y="353"/>
                  </a:cubicBezTo>
                  <a:cubicBezTo>
                    <a:pt x="541" y="353"/>
                    <a:pt x="542" y="353"/>
                    <a:pt x="542" y="354"/>
                  </a:cubicBezTo>
                  <a:cubicBezTo>
                    <a:pt x="542" y="354"/>
                    <a:pt x="542" y="354"/>
                    <a:pt x="542" y="354"/>
                  </a:cubicBezTo>
                  <a:cubicBezTo>
                    <a:pt x="542" y="354"/>
                    <a:pt x="542" y="354"/>
                    <a:pt x="542" y="354"/>
                  </a:cubicBezTo>
                  <a:cubicBezTo>
                    <a:pt x="544" y="352"/>
                    <a:pt x="544" y="352"/>
                    <a:pt x="544" y="352"/>
                  </a:cubicBezTo>
                  <a:cubicBezTo>
                    <a:pt x="542" y="354"/>
                    <a:pt x="542" y="354"/>
                    <a:pt x="542" y="354"/>
                  </a:cubicBezTo>
                  <a:cubicBezTo>
                    <a:pt x="542" y="354"/>
                    <a:pt x="542" y="354"/>
                    <a:pt x="542" y="354"/>
                  </a:cubicBezTo>
                  <a:cubicBezTo>
                    <a:pt x="544" y="352"/>
                    <a:pt x="544" y="352"/>
                    <a:pt x="544" y="352"/>
                  </a:cubicBezTo>
                  <a:cubicBezTo>
                    <a:pt x="542" y="354"/>
                    <a:pt x="542" y="354"/>
                    <a:pt x="542" y="354"/>
                  </a:cubicBezTo>
                  <a:cubicBezTo>
                    <a:pt x="545" y="351"/>
                    <a:pt x="545" y="351"/>
                    <a:pt x="545" y="351"/>
                  </a:cubicBezTo>
                  <a:cubicBezTo>
                    <a:pt x="542" y="353"/>
                    <a:pt x="542" y="353"/>
                    <a:pt x="542" y="353"/>
                  </a:cubicBezTo>
                  <a:cubicBezTo>
                    <a:pt x="542" y="354"/>
                    <a:pt x="542" y="354"/>
                    <a:pt x="542" y="354"/>
                  </a:cubicBezTo>
                  <a:cubicBezTo>
                    <a:pt x="545" y="351"/>
                    <a:pt x="545" y="351"/>
                    <a:pt x="545" y="351"/>
                  </a:cubicBezTo>
                  <a:cubicBezTo>
                    <a:pt x="542" y="353"/>
                    <a:pt x="542" y="353"/>
                    <a:pt x="542" y="353"/>
                  </a:cubicBezTo>
                  <a:cubicBezTo>
                    <a:pt x="545" y="351"/>
                    <a:pt x="545" y="351"/>
                    <a:pt x="545" y="351"/>
                  </a:cubicBezTo>
                  <a:cubicBezTo>
                    <a:pt x="541" y="351"/>
                    <a:pt x="541" y="351"/>
                    <a:pt x="541" y="351"/>
                  </a:cubicBezTo>
                  <a:cubicBezTo>
                    <a:pt x="541" y="352"/>
                    <a:pt x="541" y="353"/>
                    <a:pt x="542" y="353"/>
                  </a:cubicBezTo>
                  <a:cubicBezTo>
                    <a:pt x="545" y="351"/>
                    <a:pt x="545" y="351"/>
                    <a:pt x="545" y="351"/>
                  </a:cubicBezTo>
                  <a:cubicBezTo>
                    <a:pt x="541" y="351"/>
                    <a:pt x="541" y="351"/>
                    <a:pt x="541" y="351"/>
                  </a:cubicBezTo>
                  <a:cubicBezTo>
                    <a:pt x="545" y="351"/>
                    <a:pt x="545" y="351"/>
                    <a:pt x="545" y="351"/>
                  </a:cubicBezTo>
                  <a:cubicBezTo>
                    <a:pt x="542" y="349"/>
                    <a:pt x="542" y="349"/>
                    <a:pt x="542" y="349"/>
                  </a:cubicBezTo>
                  <a:cubicBezTo>
                    <a:pt x="541" y="350"/>
                    <a:pt x="541" y="350"/>
                    <a:pt x="541" y="351"/>
                  </a:cubicBezTo>
                  <a:cubicBezTo>
                    <a:pt x="545" y="351"/>
                    <a:pt x="545" y="351"/>
                    <a:pt x="545" y="351"/>
                  </a:cubicBezTo>
                  <a:cubicBezTo>
                    <a:pt x="542" y="349"/>
                    <a:pt x="542" y="349"/>
                    <a:pt x="542" y="349"/>
                  </a:cubicBezTo>
                  <a:cubicBezTo>
                    <a:pt x="545" y="351"/>
                    <a:pt x="545" y="351"/>
                    <a:pt x="545" y="351"/>
                  </a:cubicBezTo>
                  <a:cubicBezTo>
                    <a:pt x="542" y="349"/>
                    <a:pt x="542" y="349"/>
                    <a:pt x="542" y="349"/>
                  </a:cubicBezTo>
                  <a:cubicBezTo>
                    <a:pt x="544" y="351"/>
                    <a:pt x="544" y="351"/>
                    <a:pt x="544" y="351"/>
                  </a:cubicBezTo>
                  <a:cubicBezTo>
                    <a:pt x="543" y="347"/>
                    <a:pt x="543" y="347"/>
                    <a:pt x="543" y="347"/>
                  </a:cubicBezTo>
                  <a:cubicBezTo>
                    <a:pt x="543" y="348"/>
                    <a:pt x="542" y="348"/>
                    <a:pt x="542" y="349"/>
                  </a:cubicBezTo>
                  <a:cubicBezTo>
                    <a:pt x="544" y="351"/>
                    <a:pt x="544" y="351"/>
                    <a:pt x="544" y="351"/>
                  </a:cubicBezTo>
                  <a:cubicBezTo>
                    <a:pt x="543" y="347"/>
                    <a:pt x="543" y="347"/>
                    <a:pt x="543" y="347"/>
                  </a:cubicBezTo>
                  <a:cubicBezTo>
                    <a:pt x="544" y="349"/>
                    <a:pt x="544" y="349"/>
                    <a:pt x="544" y="349"/>
                  </a:cubicBezTo>
                  <a:cubicBezTo>
                    <a:pt x="544" y="347"/>
                    <a:pt x="544" y="347"/>
                    <a:pt x="544" y="347"/>
                  </a:cubicBezTo>
                  <a:cubicBezTo>
                    <a:pt x="544" y="347"/>
                    <a:pt x="544" y="347"/>
                    <a:pt x="543" y="347"/>
                  </a:cubicBezTo>
                  <a:cubicBezTo>
                    <a:pt x="544" y="349"/>
                    <a:pt x="544" y="349"/>
                    <a:pt x="544" y="349"/>
                  </a:cubicBezTo>
                  <a:cubicBezTo>
                    <a:pt x="544" y="347"/>
                    <a:pt x="544" y="347"/>
                    <a:pt x="544" y="347"/>
                  </a:cubicBezTo>
                  <a:cubicBezTo>
                    <a:pt x="544" y="347"/>
                    <a:pt x="544" y="347"/>
                    <a:pt x="544" y="347"/>
                  </a:cubicBezTo>
                  <a:cubicBezTo>
                    <a:pt x="544" y="347"/>
                    <a:pt x="543" y="347"/>
                    <a:pt x="541" y="347"/>
                  </a:cubicBezTo>
                  <a:cubicBezTo>
                    <a:pt x="538" y="346"/>
                    <a:pt x="534" y="344"/>
                    <a:pt x="529" y="341"/>
                  </a:cubicBezTo>
                  <a:cubicBezTo>
                    <a:pt x="508" y="330"/>
                    <a:pt x="471" y="308"/>
                    <a:pt x="427" y="281"/>
                  </a:cubicBezTo>
                  <a:cubicBezTo>
                    <a:pt x="362" y="241"/>
                    <a:pt x="280" y="189"/>
                    <a:pt x="213" y="148"/>
                  </a:cubicBezTo>
                  <a:cubicBezTo>
                    <a:pt x="180" y="127"/>
                    <a:pt x="150" y="109"/>
                    <a:pt x="128" y="95"/>
                  </a:cubicBezTo>
                  <a:cubicBezTo>
                    <a:pt x="116" y="89"/>
                    <a:pt x="107" y="84"/>
                    <a:pt x="100" y="80"/>
                  </a:cubicBezTo>
                  <a:cubicBezTo>
                    <a:pt x="96" y="78"/>
                    <a:pt x="93" y="77"/>
                    <a:pt x="91" y="76"/>
                  </a:cubicBezTo>
                  <a:cubicBezTo>
                    <a:pt x="90" y="75"/>
                    <a:pt x="89" y="75"/>
                    <a:pt x="88" y="75"/>
                  </a:cubicBezTo>
                  <a:cubicBezTo>
                    <a:pt x="87" y="74"/>
                    <a:pt x="86" y="74"/>
                    <a:pt x="85" y="74"/>
                  </a:cubicBezTo>
                  <a:cubicBezTo>
                    <a:pt x="84" y="74"/>
                    <a:pt x="84" y="74"/>
                    <a:pt x="83" y="74"/>
                  </a:cubicBezTo>
                  <a:cubicBezTo>
                    <a:pt x="82" y="75"/>
                    <a:pt x="81" y="75"/>
                    <a:pt x="81" y="76"/>
                  </a:cubicBezTo>
                  <a:cubicBezTo>
                    <a:pt x="81" y="76"/>
                    <a:pt x="81" y="76"/>
                    <a:pt x="81" y="76"/>
                  </a:cubicBezTo>
                  <a:cubicBezTo>
                    <a:pt x="80" y="77"/>
                    <a:pt x="80" y="78"/>
                    <a:pt x="80" y="79"/>
                  </a:cubicBezTo>
                  <a:cubicBezTo>
                    <a:pt x="80" y="80"/>
                    <a:pt x="80" y="81"/>
                    <a:pt x="81" y="81"/>
                  </a:cubicBezTo>
                  <a:cubicBezTo>
                    <a:pt x="82" y="83"/>
                    <a:pt x="83" y="84"/>
                    <a:pt x="84" y="85"/>
                  </a:cubicBezTo>
                  <a:cubicBezTo>
                    <a:pt x="86" y="87"/>
                    <a:pt x="90" y="90"/>
                    <a:pt x="95" y="93"/>
                  </a:cubicBezTo>
                  <a:cubicBezTo>
                    <a:pt x="113" y="106"/>
                    <a:pt x="149" y="128"/>
                    <a:pt x="191" y="155"/>
                  </a:cubicBezTo>
                  <a:cubicBezTo>
                    <a:pt x="255" y="194"/>
                    <a:pt x="335" y="242"/>
                    <a:pt x="399" y="280"/>
                  </a:cubicBezTo>
                  <a:cubicBezTo>
                    <a:pt x="431" y="300"/>
                    <a:pt x="459" y="317"/>
                    <a:pt x="479" y="329"/>
                  </a:cubicBezTo>
                  <a:cubicBezTo>
                    <a:pt x="489" y="335"/>
                    <a:pt x="497" y="340"/>
                    <a:pt x="503" y="344"/>
                  </a:cubicBezTo>
                  <a:cubicBezTo>
                    <a:pt x="506" y="346"/>
                    <a:pt x="508" y="347"/>
                    <a:pt x="509" y="348"/>
                  </a:cubicBezTo>
                  <a:cubicBezTo>
                    <a:pt x="510" y="348"/>
                    <a:pt x="510" y="349"/>
                    <a:pt x="510" y="349"/>
                  </a:cubicBezTo>
                  <a:cubicBezTo>
                    <a:pt x="510" y="349"/>
                    <a:pt x="510" y="349"/>
                    <a:pt x="510" y="349"/>
                  </a:cubicBezTo>
                  <a:cubicBezTo>
                    <a:pt x="512" y="348"/>
                    <a:pt x="512" y="348"/>
                    <a:pt x="512" y="348"/>
                  </a:cubicBezTo>
                  <a:cubicBezTo>
                    <a:pt x="510" y="349"/>
                    <a:pt x="510" y="349"/>
                    <a:pt x="510" y="349"/>
                  </a:cubicBezTo>
                  <a:cubicBezTo>
                    <a:pt x="510" y="349"/>
                    <a:pt x="510" y="349"/>
                    <a:pt x="510" y="349"/>
                  </a:cubicBezTo>
                  <a:cubicBezTo>
                    <a:pt x="512" y="348"/>
                    <a:pt x="512" y="348"/>
                    <a:pt x="512" y="348"/>
                  </a:cubicBezTo>
                  <a:cubicBezTo>
                    <a:pt x="510" y="349"/>
                    <a:pt x="510" y="349"/>
                    <a:pt x="510" y="349"/>
                  </a:cubicBezTo>
                  <a:cubicBezTo>
                    <a:pt x="513" y="347"/>
                    <a:pt x="513" y="347"/>
                    <a:pt x="513" y="347"/>
                  </a:cubicBezTo>
                  <a:cubicBezTo>
                    <a:pt x="510" y="348"/>
                    <a:pt x="510" y="348"/>
                    <a:pt x="510" y="348"/>
                  </a:cubicBezTo>
                  <a:cubicBezTo>
                    <a:pt x="510" y="349"/>
                    <a:pt x="510" y="349"/>
                    <a:pt x="510" y="349"/>
                  </a:cubicBezTo>
                  <a:cubicBezTo>
                    <a:pt x="513" y="347"/>
                    <a:pt x="513" y="347"/>
                    <a:pt x="513" y="347"/>
                  </a:cubicBezTo>
                  <a:cubicBezTo>
                    <a:pt x="510" y="348"/>
                    <a:pt x="510" y="348"/>
                    <a:pt x="510" y="348"/>
                  </a:cubicBezTo>
                  <a:cubicBezTo>
                    <a:pt x="513" y="347"/>
                    <a:pt x="513" y="347"/>
                    <a:pt x="513" y="347"/>
                  </a:cubicBezTo>
                  <a:cubicBezTo>
                    <a:pt x="510" y="347"/>
                    <a:pt x="510" y="347"/>
                    <a:pt x="510" y="347"/>
                  </a:cubicBezTo>
                  <a:cubicBezTo>
                    <a:pt x="510" y="347"/>
                    <a:pt x="510" y="348"/>
                    <a:pt x="510" y="348"/>
                  </a:cubicBezTo>
                  <a:cubicBezTo>
                    <a:pt x="513" y="347"/>
                    <a:pt x="513" y="347"/>
                    <a:pt x="513" y="347"/>
                  </a:cubicBezTo>
                  <a:cubicBezTo>
                    <a:pt x="510" y="347"/>
                    <a:pt x="510" y="347"/>
                    <a:pt x="510" y="347"/>
                  </a:cubicBezTo>
                  <a:cubicBezTo>
                    <a:pt x="513" y="347"/>
                    <a:pt x="513" y="347"/>
                    <a:pt x="513" y="347"/>
                  </a:cubicBezTo>
                  <a:cubicBezTo>
                    <a:pt x="510" y="345"/>
                    <a:pt x="510" y="345"/>
                    <a:pt x="510" y="345"/>
                  </a:cubicBezTo>
                  <a:cubicBezTo>
                    <a:pt x="510" y="345"/>
                    <a:pt x="509" y="346"/>
                    <a:pt x="510" y="347"/>
                  </a:cubicBezTo>
                  <a:cubicBezTo>
                    <a:pt x="513" y="347"/>
                    <a:pt x="513" y="347"/>
                    <a:pt x="513" y="347"/>
                  </a:cubicBezTo>
                  <a:cubicBezTo>
                    <a:pt x="510" y="345"/>
                    <a:pt x="510" y="345"/>
                    <a:pt x="510" y="345"/>
                  </a:cubicBezTo>
                  <a:cubicBezTo>
                    <a:pt x="513" y="347"/>
                    <a:pt x="513" y="347"/>
                    <a:pt x="513" y="347"/>
                  </a:cubicBezTo>
                  <a:cubicBezTo>
                    <a:pt x="516" y="343"/>
                    <a:pt x="516" y="343"/>
                    <a:pt x="516" y="343"/>
                  </a:cubicBezTo>
                  <a:cubicBezTo>
                    <a:pt x="516" y="343"/>
                    <a:pt x="408" y="280"/>
                    <a:pt x="301" y="217"/>
                  </a:cubicBezTo>
                  <a:cubicBezTo>
                    <a:pt x="247" y="186"/>
                    <a:pt x="193" y="154"/>
                    <a:pt x="152" y="131"/>
                  </a:cubicBezTo>
                  <a:cubicBezTo>
                    <a:pt x="132" y="119"/>
                    <a:pt x="115" y="109"/>
                    <a:pt x="103" y="102"/>
                  </a:cubicBezTo>
                  <a:cubicBezTo>
                    <a:pt x="98" y="99"/>
                    <a:pt x="93" y="96"/>
                    <a:pt x="90" y="94"/>
                  </a:cubicBezTo>
                  <a:cubicBezTo>
                    <a:pt x="88" y="93"/>
                    <a:pt x="87" y="93"/>
                    <a:pt x="86" y="92"/>
                  </a:cubicBezTo>
                  <a:cubicBezTo>
                    <a:pt x="85" y="92"/>
                    <a:pt x="85" y="92"/>
                    <a:pt x="85" y="91"/>
                  </a:cubicBezTo>
                  <a:cubicBezTo>
                    <a:pt x="84" y="91"/>
                    <a:pt x="84" y="91"/>
                    <a:pt x="84" y="91"/>
                  </a:cubicBezTo>
                  <a:cubicBezTo>
                    <a:pt x="84" y="91"/>
                    <a:pt x="84" y="91"/>
                    <a:pt x="84" y="91"/>
                  </a:cubicBezTo>
                  <a:cubicBezTo>
                    <a:pt x="84" y="91"/>
                    <a:pt x="84" y="91"/>
                    <a:pt x="84" y="91"/>
                  </a:cubicBezTo>
                  <a:cubicBezTo>
                    <a:pt x="84" y="91"/>
                    <a:pt x="83" y="91"/>
                    <a:pt x="83" y="91"/>
                  </a:cubicBezTo>
                  <a:cubicBezTo>
                    <a:pt x="81" y="91"/>
                    <a:pt x="79" y="92"/>
                    <a:pt x="79" y="94"/>
                  </a:cubicBezTo>
                  <a:cubicBezTo>
                    <a:pt x="78" y="95"/>
                    <a:pt x="79" y="97"/>
                    <a:pt x="80" y="98"/>
                  </a:cubicBezTo>
                  <a:cubicBezTo>
                    <a:pt x="80" y="98"/>
                    <a:pt x="82" y="99"/>
                    <a:pt x="85" y="101"/>
                  </a:cubicBezTo>
                  <a:cubicBezTo>
                    <a:pt x="107" y="114"/>
                    <a:pt x="205" y="174"/>
                    <a:pt x="297" y="231"/>
                  </a:cubicBezTo>
                  <a:cubicBezTo>
                    <a:pt x="343" y="260"/>
                    <a:pt x="388" y="287"/>
                    <a:pt x="422" y="309"/>
                  </a:cubicBezTo>
                  <a:cubicBezTo>
                    <a:pt x="438" y="319"/>
                    <a:pt x="452" y="328"/>
                    <a:pt x="461" y="334"/>
                  </a:cubicBezTo>
                  <a:cubicBezTo>
                    <a:pt x="466" y="338"/>
                    <a:pt x="470" y="340"/>
                    <a:pt x="472" y="342"/>
                  </a:cubicBezTo>
                  <a:cubicBezTo>
                    <a:pt x="474" y="343"/>
                    <a:pt x="475" y="344"/>
                    <a:pt x="475" y="344"/>
                  </a:cubicBezTo>
                  <a:cubicBezTo>
                    <a:pt x="475" y="344"/>
                    <a:pt x="475" y="344"/>
                    <a:pt x="475" y="344"/>
                  </a:cubicBezTo>
                  <a:cubicBezTo>
                    <a:pt x="475" y="345"/>
                    <a:pt x="475" y="345"/>
                    <a:pt x="475" y="345"/>
                  </a:cubicBezTo>
                  <a:cubicBezTo>
                    <a:pt x="477" y="343"/>
                    <a:pt x="477" y="343"/>
                    <a:pt x="477" y="343"/>
                  </a:cubicBezTo>
                  <a:cubicBezTo>
                    <a:pt x="475" y="344"/>
                    <a:pt x="475" y="344"/>
                    <a:pt x="475" y="344"/>
                  </a:cubicBezTo>
                  <a:cubicBezTo>
                    <a:pt x="475" y="345"/>
                    <a:pt x="475" y="345"/>
                    <a:pt x="475" y="345"/>
                  </a:cubicBezTo>
                  <a:cubicBezTo>
                    <a:pt x="477" y="343"/>
                    <a:pt x="477" y="343"/>
                    <a:pt x="477" y="343"/>
                  </a:cubicBezTo>
                  <a:cubicBezTo>
                    <a:pt x="475" y="344"/>
                    <a:pt x="475" y="344"/>
                    <a:pt x="475" y="344"/>
                  </a:cubicBezTo>
                  <a:cubicBezTo>
                    <a:pt x="478" y="342"/>
                    <a:pt x="478" y="342"/>
                    <a:pt x="478" y="342"/>
                  </a:cubicBezTo>
                  <a:cubicBezTo>
                    <a:pt x="475" y="342"/>
                    <a:pt x="475" y="342"/>
                    <a:pt x="475" y="342"/>
                  </a:cubicBezTo>
                  <a:cubicBezTo>
                    <a:pt x="475" y="344"/>
                    <a:pt x="475" y="344"/>
                    <a:pt x="475" y="344"/>
                  </a:cubicBezTo>
                  <a:cubicBezTo>
                    <a:pt x="478" y="342"/>
                    <a:pt x="478" y="342"/>
                    <a:pt x="478" y="342"/>
                  </a:cubicBezTo>
                  <a:cubicBezTo>
                    <a:pt x="475" y="342"/>
                    <a:pt x="475" y="342"/>
                    <a:pt x="475" y="342"/>
                  </a:cubicBezTo>
                  <a:cubicBezTo>
                    <a:pt x="479" y="342"/>
                    <a:pt x="479" y="342"/>
                    <a:pt x="479" y="342"/>
                  </a:cubicBezTo>
                  <a:cubicBezTo>
                    <a:pt x="475" y="340"/>
                    <a:pt x="475" y="340"/>
                    <a:pt x="475" y="340"/>
                  </a:cubicBezTo>
                  <a:cubicBezTo>
                    <a:pt x="475" y="341"/>
                    <a:pt x="475" y="342"/>
                    <a:pt x="475" y="342"/>
                  </a:cubicBezTo>
                  <a:cubicBezTo>
                    <a:pt x="479" y="342"/>
                    <a:pt x="479" y="342"/>
                    <a:pt x="479" y="342"/>
                  </a:cubicBezTo>
                  <a:cubicBezTo>
                    <a:pt x="475" y="340"/>
                    <a:pt x="475" y="340"/>
                    <a:pt x="475" y="340"/>
                  </a:cubicBezTo>
                  <a:cubicBezTo>
                    <a:pt x="479" y="342"/>
                    <a:pt x="479" y="342"/>
                    <a:pt x="479" y="342"/>
                  </a:cubicBezTo>
                  <a:cubicBezTo>
                    <a:pt x="481" y="339"/>
                    <a:pt x="481" y="339"/>
                    <a:pt x="481" y="339"/>
                  </a:cubicBezTo>
                  <a:cubicBezTo>
                    <a:pt x="82" y="110"/>
                    <a:pt x="82" y="110"/>
                    <a:pt x="82" y="110"/>
                  </a:cubicBezTo>
                  <a:cubicBezTo>
                    <a:pt x="80" y="109"/>
                    <a:pt x="78" y="110"/>
                    <a:pt x="77" y="111"/>
                  </a:cubicBezTo>
                  <a:cubicBezTo>
                    <a:pt x="76" y="112"/>
                    <a:pt x="76" y="113"/>
                    <a:pt x="76" y="114"/>
                  </a:cubicBezTo>
                  <a:cubicBezTo>
                    <a:pt x="76" y="115"/>
                    <a:pt x="77" y="116"/>
                    <a:pt x="77" y="117"/>
                  </a:cubicBezTo>
                  <a:cubicBezTo>
                    <a:pt x="78" y="118"/>
                    <a:pt x="79" y="118"/>
                    <a:pt x="80" y="120"/>
                  </a:cubicBezTo>
                  <a:cubicBezTo>
                    <a:pt x="82" y="121"/>
                    <a:pt x="85" y="124"/>
                    <a:pt x="89" y="127"/>
                  </a:cubicBezTo>
                  <a:cubicBezTo>
                    <a:pt x="105" y="138"/>
                    <a:pt x="134" y="157"/>
                    <a:pt x="170" y="179"/>
                  </a:cubicBezTo>
                  <a:cubicBezTo>
                    <a:pt x="224" y="212"/>
                    <a:pt x="291" y="252"/>
                    <a:pt x="345" y="284"/>
                  </a:cubicBezTo>
                  <a:cubicBezTo>
                    <a:pt x="372" y="301"/>
                    <a:pt x="396" y="315"/>
                    <a:pt x="413" y="325"/>
                  </a:cubicBezTo>
                  <a:cubicBezTo>
                    <a:pt x="421" y="330"/>
                    <a:pt x="428" y="335"/>
                    <a:pt x="432" y="338"/>
                  </a:cubicBezTo>
                  <a:cubicBezTo>
                    <a:pt x="435" y="339"/>
                    <a:pt x="436" y="340"/>
                    <a:pt x="438" y="341"/>
                  </a:cubicBezTo>
                  <a:cubicBezTo>
                    <a:pt x="438" y="341"/>
                    <a:pt x="439" y="342"/>
                    <a:pt x="439" y="342"/>
                  </a:cubicBezTo>
                  <a:cubicBezTo>
                    <a:pt x="439" y="342"/>
                    <a:pt x="439" y="342"/>
                    <a:pt x="439" y="342"/>
                  </a:cubicBezTo>
                  <a:cubicBezTo>
                    <a:pt x="440" y="340"/>
                    <a:pt x="440" y="340"/>
                    <a:pt x="440" y="340"/>
                  </a:cubicBezTo>
                  <a:cubicBezTo>
                    <a:pt x="439" y="342"/>
                    <a:pt x="439" y="342"/>
                    <a:pt x="439" y="342"/>
                  </a:cubicBezTo>
                  <a:cubicBezTo>
                    <a:pt x="439" y="342"/>
                    <a:pt x="439" y="342"/>
                    <a:pt x="439" y="342"/>
                  </a:cubicBezTo>
                  <a:cubicBezTo>
                    <a:pt x="440" y="340"/>
                    <a:pt x="440" y="340"/>
                    <a:pt x="440" y="340"/>
                  </a:cubicBezTo>
                  <a:cubicBezTo>
                    <a:pt x="439" y="342"/>
                    <a:pt x="439" y="342"/>
                    <a:pt x="439" y="342"/>
                  </a:cubicBezTo>
                  <a:cubicBezTo>
                    <a:pt x="441" y="340"/>
                    <a:pt x="441" y="340"/>
                    <a:pt x="441" y="340"/>
                  </a:cubicBezTo>
                  <a:cubicBezTo>
                    <a:pt x="438" y="341"/>
                    <a:pt x="438" y="341"/>
                    <a:pt x="438" y="341"/>
                  </a:cubicBezTo>
                  <a:cubicBezTo>
                    <a:pt x="439" y="342"/>
                    <a:pt x="439" y="342"/>
                    <a:pt x="439" y="342"/>
                  </a:cubicBezTo>
                  <a:cubicBezTo>
                    <a:pt x="441" y="340"/>
                    <a:pt x="441" y="340"/>
                    <a:pt x="441" y="340"/>
                  </a:cubicBezTo>
                  <a:cubicBezTo>
                    <a:pt x="438" y="341"/>
                    <a:pt x="438" y="341"/>
                    <a:pt x="438" y="341"/>
                  </a:cubicBezTo>
                  <a:cubicBezTo>
                    <a:pt x="442" y="339"/>
                    <a:pt x="442" y="339"/>
                    <a:pt x="442" y="339"/>
                  </a:cubicBezTo>
                  <a:cubicBezTo>
                    <a:pt x="438" y="339"/>
                    <a:pt x="438" y="339"/>
                    <a:pt x="438" y="339"/>
                  </a:cubicBezTo>
                  <a:cubicBezTo>
                    <a:pt x="438" y="340"/>
                    <a:pt x="438" y="341"/>
                    <a:pt x="438" y="341"/>
                  </a:cubicBezTo>
                  <a:cubicBezTo>
                    <a:pt x="442" y="339"/>
                    <a:pt x="442" y="339"/>
                    <a:pt x="442" y="339"/>
                  </a:cubicBezTo>
                  <a:cubicBezTo>
                    <a:pt x="438" y="339"/>
                    <a:pt x="438" y="339"/>
                    <a:pt x="438" y="339"/>
                  </a:cubicBezTo>
                  <a:cubicBezTo>
                    <a:pt x="442" y="339"/>
                    <a:pt x="442" y="339"/>
                    <a:pt x="442" y="339"/>
                  </a:cubicBezTo>
                  <a:cubicBezTo>
                    <a:pt x="438" y="337"/>
                    <a:pt x="438" y="337"/>
                    <a:pt x="438" y="337"/>
                  </a:cubicBezTo>
                  <a:cubicBezTo>
                    <a:pt x="438" y="338"/>
                    <a:pt x="438" y="339"/>
                    <a:pt x="438" y="339"/>
                  </a:cubicBezTo>
                  <a:cubicBezTo>
                    <a:pt x="442" y="339"/>
                    <a:pt x="442" y="339"/>
                    <a:pt x="442" y="339"/>
                  </a:cubicBezTo>
                  <a:cubicBezTo>
                    <a:pt x="438" y="337"/>
                    <a:pt x="438" y="337"/>
                    <a:pt x="438" y="337"/>
                  </a:cubicBezTo>
                  <a:cubicBezTo>
                    <a:pt x="442" y="339"/>
                    <a:pt x="442" y="339"/>
                    <a:pt x="442" y="339"/>
                  </a:cubicBezTo>
                  <a:cubicBezTo>
                    <a:pt x="444" y="336"/>
                    <a:pt x="444" y="336"/>
                    <a:pt x="444" y="336"/>
                  </a:cubicBezTo>
                  <a:cubicBezTo>
                    <a:pt x="86" y="129"/>
                    <a:pt x="86" y="129"/>
                    <a:pt x="86" y="129"/>
                  </a:cubicBezTo>
                  <a:cubicBezTo>
                    <a:pt x="84" y="128"/>
                    <a:pt x="81" y="128"/>
                    <a:pt x="80" y="130"/>
                  </a:cubicBezTo>
                  <a:cubicBezTo>
                    <a:pt x="79" y="132"/>
                    <a:pt x="80" y="135"/>
                    <a:pt x="82" y="136"/>
                  </a:cubicBezTo>
                  <a:cubicBezTo>
                    <a:pt x="82" y="136"/>
                    <a:pt x="87" y="139"/>
                    <a:pt x="96" y="144"/>
                  </a:cubicBezTo>
                  <a:cubicBezTo>
                    <a:pt x="127" y="162"/>
                    <a:pt x="204" y="207"/>
                    <a:pt x="274" y="250"/>
                  </a:cubicBezTo>
                  <a:cubicBezTo>
                    <a:pt x="309" y="271"/>
                    <a:pt x="341" y="292"/>
                    <a:pt x="366" y="307"/>
                  </a:cubicBezTo>
                  <a:cubicBezTo>
                    <a:pt x="378" y="315"/>
                    <a:pt x="388" y="322"/>
                    <a:pt x="394" y="327"/>
                  </a:cubicBezTo>
                  <a:cubicBezTo>
                    <a:pt x="398" y="330"/>
                    <a:pt x="400" y="332"/>
                    <a:pt x="402" y="333"/>
                  </a:cubicBezTo>
                  <a:cubicBezTo>
                    <a:pt x="403" y="334"/>
                    <a:pt x="403" y="335"/>
                    <a:pt x="404" y="335"/>
                  </a:cubicBezTo>
                  <a:cubicBezTo>
                    <a:pt x="404" y="335"/>
                    <a:pt x="404" y="335"/>
                    <a:pt x="404" y="335"/>
                  </a:cubicBezTo>
                  <a:cubicBezTo>
                    <a:pt x="404" y="335"/>
                    <a:pt x="404" y="335"/>
                    <a:pt x="404" y="335"/>
                  </a:cubicBezTo>
                  <a:cubicBezTo>
                    <a:pt x="405" y="335"/>
                    <a:pt x="405" y="335"/>
                    <a:pt x="405" y="335"/>
                  </a:cubicBezTo>
                  <a:cubicBezTo>
                    <a:pt x="404" y="335"/>
                    <a:pt x="404" y="335"/>
                    <a:pt x="404" y="335"/>
                  </a:cubicBezTo>
                  <a:cubicBezTo>
                    <a:pt x="404" y="335"/>
                    <a:pt x="404" y="335"/>
                    <a:pt x="404" y="335"/>
                  </a:cubicBezTo>
                  <a:cubicBezTo>
                    <a:pt x="405" y="335"/>
                    <a:pt x="405" y="335"/>
                    <a:pt x="405" y="335"/>
                  </a:cubicBezTo>
                  <a:cubicBezTo>
                    <a:pt x="404" y="335"/>
                    <a:pt x="404" y="335"/>
                    <a:pt x="404" y="335"/>
                  </a:cubicBezTo>
                  <a:cubicBezTo>
                    <a:pt x="406" y="334"/>
                    <a:pt x="406" y="334"/>
                    <a:pt x="406" y="334"/>
                  </a:cubicBezTo>
                  <a:cubicBezTo>
                    <a:pt x="404" y="334"/>
                    <a:pt x="404" y="334"/>
                    <a:pt x="404" y="334"/>
                  </a:cubicBezTo>
                  <a:cubicBezTo>
                    <a:pt x="404" y="335"/>
                    <a:pt x="404" y="335"/>
                    <a:pt x="404" y="335"/>
                  </a:cubicBezTo>
                  <a:cubicBezTo>
                    <a:pt x="406" y="334"/>
                    <a:pt x="406" y="334"/>
                    <a:pt x="406" y="334"/>
                  </a:cubicBezTo>
                  <a:cubicBezTo>
                    <a:pt x="404" y="334"/>
                    <a:pt x="404" y="334"/>
                    <a:pt x="404" y="334"/>
                  </a:cubicBezTo>
                  <a:cubicBezTo>
                    <a:pt x="407" y="334"/>
                    <a:pt x="407" y="334"/>
                    <a:pt x="407" y="334"/>
                  </a:cubicBezTo>
                  <a:cubicBezTo>
                    <a:pt x="404" y="332"/>
                    <a:pt x="404" y="332"/>
                    <a:pt x="404" y="332"/>
                  </a:cubicBezTo>
                  <a:cubicBezTo>
                    <a:pt x="404" y="333"/>
                    <a:pt x="403" y="334"/>
                    <a:pt x="404" y="334"/>
                  </a:cubicBezTo>
                  <a:cubicBezTo>
                    <a:pt x="407" y="334"/>
                    <a:pt x="407" y="334"/>
                    <a:pt x="407" y="334"/>
                  </a:cubicBezTo>
                  <a:cubicBezTo>
                    <a:pt x="404" y="332"/>
                    <a:pt x="404" y="332"/>
                    <a:pt x="404" y="332"/>
                  </a:cubicBezTo>
                  <a:cubicBezTo>
                    <a:pt x="404" y="332"/>
                    <a:pt x="404" y="332"/>
                    <a:pt x="404" y="332"/>
                  </a:cubicBezTo>
                  <a:cubicBezTo>
                    <a:pt x="407" y="334"/>
                    <a:pt x="407" y="334"/>
                    <a:pt x="407" y="334"/>
                  </a:cubicBezTo>
                  <a:cubicBezTo>
                    <a:pt x="406" y="331"/>
                    <a:pt x="406" y="331"/>
                    <a:pt x="406" y="331"/>
                  </a:cubicBezTo>
                  <a:cubicBezTo>
                    <a:pt x="405" y="331"/>
                    <a:pt x="405" y="332"/>
                    <a:pt x="404" y="332"/>
                  </a:cubicBezTo>
                  <a:cubicBezTo>
                    <a:pt x="407" y="334"/>
                    <a:pt x="407" y="334"/>
                    <a:pt x="407" y="334"/>
                  </a:cubicBezTo>
                  <a:cubicBezTo>
                    <a:pt x="406" y="331"/>
                    <a:pt x="406" y="331"/>
                    <a:pt x="406" y="331"/>
                  </a:cubicBezTo>
                  <a:cubicBezTo>
                    <a:pt x="407" y="334"/>
                    <a:pt x="407" y="334"/>
                    <a:pt x="407" y="334"/>
                  </a:cubicBezTo>
                  <a:cubicBezTo>
                    <a:pt x="407" y="331"/>
                    <a:pt x="407" y="331"/>
                    <a:pt x="407" y="331"/>
                  </a:cubicBezTo>
                  <a:cubicBezTo>
                    <a:pt x="407" y="331"/>
                    <a:pt x="406" y="331"/>
                    <a:pt x="406" y="331"/>
                  </a:cubicBezTo>
                  <a:cubicBezTo>
                    <a:pt x="407" y="334"/>
                    <a:pt x="407" y="334"/>
                    <a:pt x="407" y="334"/>
                  </a:cubicBezTo>
                  <a:cubicBezTo>
                    <a:pt x="407" y="331"/>
                    <a:pt x="407" y="331"/>
                    <a:pt x="407" y="331"/>
                  </a:cubicBezTo>
                  <a:cubicBezTo>
                    <a:pt x="407" y="332"/>
                    <a:pt x="407" y="332"/>
                    <a:pt x="407" y="332"/>
                  </a:cubicBezTo>
                  <a:cubicBezTo>
                    <a:pt x="407" y="331"/>
                    <a:pt x="407" y="331"/>
                    <a:pt x="407" y="331"/>
                  </a:cubicBezTo>
                  <a:cubicBezTo>
                    <a:pt x="407" y="331"/>
                    <a:pt x="407" y="331"/>
                    <a:pt x="407" y="331"/>
                  </a:cubicBezTo>
                  <a:cubicBezTo>
                    <a:pt x="407" y="332"/>
                    <a:pt x="407" y="332"/>
                    <a:pt x="407" y="332"/>
                  </a:cubicBezTo>
                  <a:cubicBezTo>
                    <a:pt x="407" y="331"/>
                    <a:pt x="407" y="331"/>
                    <a:pt x="407" y="331"/>
                  </a:cubicBezTo>
                  <a:cubicBezTo>
                    <a:pt x="407" y="331"/>
                    <a:pt x="406" y="331"/>
                    <a:pt x="405" y="330"/>
                  </a:cubicBezTo>
                  <a:cubicBezTo>
                    <a:pt x="401" y="329"/>
                    <a:pt x="393" y="325"/>
                    <a:pt x="382" y="319"/>
                  </a:cubicBezTo>
                  <a:cubicBezTo>
                    <a:pt x="343" y="298"/>
                    <a:pt x="269" y="255"/>
                    <a:pt x="204" y="217"/>
                  </a:cubicBezTo>
                  <a:cubicBezTo>
                    <a:pt x="172" y="198"/>
                    <a:pt x="142" y="181"/>
                    <a:pt x="120" y="168"/>
                  </a:cubicBezTo>
                  <a:cubicBezTo>
                    <a:pt x="109" y="161"/>
                    <a:pt x="100" y="156"/>
                    <a:pt x="93" y="153"/>
                  </a:cubicBezTo>
                  <a:cubicBezTo>
                    <a:pt x="90" y="151"/>
                    <a:pt x="87" y="149"/>
                    <a:pt x="85" y="148"/>
                  </a:cubicBezTo>
                  <a:cubicBezTo>
                    <a:pt x="84" y="148"/>
                    <a:pt x="84" y="147"/>
                    <a:pt x="83" y="147"/>
                  </a:cubicBezTo>
                  <a:cubicBezTo>
                    <a:pt x="82" y="147"/>
                    <a:pt x="82" y="147"/>
                    <a:pt x="82" y="147"/>
                  </a:cubicBezTo>
                  <a:cubicBezTo>
                    <a:pt x="82" y="147"/>
                    <a:pt x="82" y="147"/>
                    <a:pt x="82" y="147"/>
                  </a:cubicBezTo>
                  <a:cubicBezTo>
                    <a:pt x="81" y="146"/>
                    <a:pt x="81" y="146"/>
                    <a:pt x="80" y="146"/>
                  </a:cubicBezTo>
                  <a:cubicBezTo>
                    <a:pt x="80" y="146"/>
                    <a:pt x="80" y="146"/>
                    <a:pt x="79" y="147"/>
                  </a:cubicBezTo>
                  <a:cubicBezTo>
                    <a:pt x="78" y="147"/>
                    <a:pt x="77" y="147"/>
                    <a:pt x="77" y="148"/>
                  </a:cubicBezTo>
                  <a:cubicBezTo>
                    <a:pt x="76" y="150"/>
                    <a:pt x="76" y="153"/>
                    <a:pt x="78" y="154"/>
                  </a:cubicBezTo>
                  <a:cubicBezTo>
                    <a:pt x="364" y="333"/>
                    <a:pt x="364" y="333"/>
                    <a:pt x="364" y="333"/>
                  </a:cubicBezTo>
                  <a:cubicBezTo>
                    <a:pt x="366" y="329"/>
                    <a:pt x="366" y="329"/>
                    <a:pt x="366" y="329"/>
                  </a:cubicBezTo>
                  <a:cubicBezTo>
                    <a:pt x="363" y="327"/>
                    <a:pt x="363" y="327"/>
                    <a:pt x="363" y="327"/>
                  </a:cubicBezTo>
                  <a:cubicBezTo>
                    <a:pt x="366" y="329"/>
                    <a:pt x="366" y="329"/>
                    <a:pt x="366" y="329"/>
                  </a:cubicBezTo>
                  <a:cubicBezTo>
                    <a:pt x="365" y="326"/>
                    <a:pt x="365" y="326"/>
                    <a:pt x="365" y="326"/>
                  </a:cubicBezTo>
                  <a:cubicBezTo>
                    <a:pt x="364" y="326"/>
                    <a:pt x="364" y="326"/>
                    <a:pt x="363" y="327"/>
                  </a:cubicBezTo>
                  <a:cubicBezTo>
                    <a:pt x="366" y="329"/>
                    <a:pt x="366" y="329"/>
                    <a:pt x="366" y="329"/>
                  </a:cubicBezTo>
                  <a:cubicBezTo>
                    <a:pt x="365" y="326"/>
                    <a:pt x="365" y="326"/>
                    <a:pt x="365" y="326"/>
                  </a:cubicBezTo>
                  <a:cubicBezTo>
                    <a:pt x="366" y="328"/>
                    <a:pt x="366" y="328"/>
                    <a:pt x="366" y="328"/>
                  </a:cubicBezTo>
                  <a:cubicBezTo>
                    <a:pt x="366" y="325"/>
                    <a:pt x="366" y="325"/>
                    <a:pt x="366" y="325"/>
                  </a:cubicBezTo>
                  <a:cubicBezTo>
                    <a:pt x="366" y="325"/>
                    <a:pt x="365" y="325"/>
                    <a:pt x="365" y="326"/>
                  </a:cubicBezTo>
                  <a:cubicBezTo>
                    <a:pt x="366" y="328"/>
                    <a:pt x="366" y="328"/>
                    <a:pt x="366" y="328"/>
                  </a:cubicBezTo>
                  <a:cubicBezTo>
                    <a:pt x="366" y="325"/>
                    <a:pt x="366" y="325"/>
                    <a:pt x="366" y="325"/>
                  </a:cubicBezTo>
                  <a:cubicBezTo>
                    <a:pt x="366" y="326"/>
                    <a:pt x="366" y="326"/>
                    <a:pt x="366" y="326"/>
                  </a:cubicBezTo>
                  <a:cubicBezTo>
                    <a:pt x="366" y="325"/>
                    <a:pt x="366" y="325"/>
                    <a:pt x="366" y="325"/>
                  </a:cubicBezTo>
                  <a:cubicBezTo>
                    <a:pt x="366" y="325"/>
                    <a:pt x="366" y="325"/>
                    <a:pt x="366" y="325"/>
                  </a:cubicBezTo>
                  <a:cubicBezTo>
                    <a:pt x="366" y="326"/>
                    <a:pt x="366" y="326"/>
                    <a:pt x="366" y="326"/>
                  </a:cubicBezTo>
                  <a:cubicBezTo>
                    <a:pt x="366" y="325"/>
                    <a:pt x="366" y="325"/>
                    <a:pt x="366" y="325"/>
                  </a:cubicBezTo>
                  <a:cubicBezTo>
                    <a:pt x="366" y="325"/>
                    <a:pt x="365" y="325"/>
                    <a:pt x="364" y="325"/>
                  </a:cubicBezTo>
                  <a:cubicBezTo>
                    <a:pt x="361" y="324"/>
                    <a:pt x="354" y="320"/>
                    <a:pt x="344" y="315"/>
                  </a:cubicBezTo>
                  <a:cubicBezTo>
                    <a:pt x="311" y="297"/>
                    <a:pt x="249" y="260"/>
                    <a:pt x="193" y="228"/>
                  </a:cubicBezTo>
                  <a:cubicBezTo>
                    <a:pt x="165" y="212"/>
                    <a:pt x="139" y="196"/>
                    <a:pt x="119" y="185"/>
                  </a:cubicBezTo>
                  <a:cubicBezTo>
                    <a:pt x="109" y="180"/>
                    <a:pt x="101" y="175"/>
                    <a:pt x="94" y="172"/>
                  </a:cubicBezTo>
                  <a:cubicBezTo>
                    <a:pt x="91" y="170"/>
                    <a:pt x="89" y="169"/>
                    <a:pt x="86" y="168"/>
                  </a:cubicBezTo>
                  <a:cubicBezTo>
                    <a:pt x="85" y="168"/>
                    <a:pt x="84" y="168"/>
                    <a:pt x="83" y="167"/>
                  </a:cubicBezTo>
                  <a:cubicBezTo>
                    <a:pt x="83" y="167"/>
                    <a:pt x="82" y="167"/>
                    <a:pt x="81" y="167"/>
                  </a:cubicBezTo>
                  <a:cubicBezTo>
                    <a:pt x="80" y="167"/>
                    <a:pt x="80" y="167"/>
                    <a:pt x="79" y="167"/>
                  </a:cubicBezTo>
                  <a:cubicBezTo>
                    <a:pt x="78" y="167"/>
                    <a:pt x="77" y="168"/>
                    <a:pt x="77" y="169"/>
                  </a:cubicBezTo>
                  <a:cubicBezTo>
                    <a:pt x="76" y="171"/>
                    <a:pt x="76" y="173"/>
                    <a:pt x="78" y="174"/>
                  </a:cubicBezTo>
                  <a:cubicBezTo>
                    <a:pt x="173" y="233"/>
                    <a:pt x="173" y="233"/>
                    <a:pt x="173" y="233"/>
                  </a:cubicBezTo>
                  <a:cubicBezTo>
                    <a:pt x="83" y="183"/>
                    <a:pt x="83" y="183"/>
                    <a:pt x="83" y="183"/>
                  </a:cubicBezTo>
                  <a:cubicBezTo>
                    <a:pt x="81" y="181"/>
                    <a:pt x="78" y="182"/>
                    <a:pt x="77" y="184"/>
                  </a:cubicBezTo>
                  <a:cubicBezTo>
                    <a:pt x="76" y="186"/>
                    <a:pt x="77" y="188"/>
                    <a:pt x="78" y="189"/>
                  </a:cubicBezTo>
                  <a:cubicBezTo>
                    <a:pt x="307" y="332"/>
                    <a:pt x="307" y="332"/>
                    <a:pt x="307" y="332"/>
                  </a:cubicBezTo>
                  <a:cubicBezTo>
                    <a:pt x="309" y="329"/>
                    <a:pt x="309" y="329"/>
                    <a:pt x="309" y="329"/>
                  </a:cubicBezTo>
                  <a:cubicBezTo>
                    <a:pt x="305" y="326"/>
                    <a:pt x="305" y="326"/>
                    <a:pt x="305" y="326"/>
                  </a:cubicBezTo>
                  <a:cubicBezTo>
                    <a:pt x="308" y="328"/>
                    <a:pt x="308" y="328"/>
                    <a:pt x="308" y="328"/>
                  </a:cubicBezTo>
                  <a:cubicBezTo>
                    <a:pt x="307" y="325"/>
                    <a:pt x="307" y="325"/>
                    <a:pt x="307" y="325"/>
                  </a:cubicBezTo>
                  <a:cubicBezTo>
                    <a:pt x="307" y="325"/>
                    <a:pt x="306" y="326"/>
                    <a:pt x="305" y="326"/>
                  </a:cubicBezTo>
                  <a:cubicBezTo>
                    <a:pt x="308" y="328"/>
                    <a:pt x="308" y="328"/>
                    <a:pt x="308" y="328"/>
                  </a:cubicBezTo>
                  <a:cubicBezTo>
                    <a:pt x="307" y="325"/>
                    <a:pt x="307" y="325"/>
                    <a:pt x="307" y="325"/>
                  </a:cubicBezTo>
                  <a:cubicBezTo>
                    <a:pt x="308" y="328"/>
                    <a:pt x="308" y="328"/>
                    <a:pt x="308" y="328"/>
                  </a:cubicBezTo>
                  <a:cubicBezTo>
                    <a:pt x="308" y="325"/>
                    <a:pt x="308" y="325"/>
                    <a:pt x="308" y="325"/>
                  </a:cubicBezTo>
                  <a:cubicBezTo>
                    <a:pt x="308" y="325"/>
                    <a:pt x="308" y="325"/>
                    <a:pt x="307" y="325"/>
                  </a:cubicBezTo>
                  <a:cubicBezTo>
                    <a:pt x="308" y="328"/>
                    <a:pt x="308" y="328"/>
                    <a:pt x="308" y="328"/>
                  </a:cubicBezTo>
                  <a:cubicBezTo>
                    <a:pt x="308" y="325"/>
                    <a:pt x="308" y="325"/>
                    <a:pt x="308" y="325"/>
                  </a:cubicBezTo>
                  <a:cubicBezTo>
                    <a:pt x="308" y="326"/>
                    <a:pt x="308" y="326"/>
                    <a:pt x="308" y="326"/>
                  </a:cubicBezTo>
                  <a:cubicBezTo>
                    <a:pt x="308" y="325"/>
                    <a:pt x="308" y="325"/>
                    <a:pt x="308" y="325"/>
                  </a:cubicBezTo>
                  <a:cubicBezTo>
                    <a:pt x="308" y="325"/>
                    <a:pt x="308" y="325"/>
                    <a:pt x="308" y="325"/>
                  </a:cubicBezTo>
                  <a:cubicBezTo>
                    <a:pt x="308" y="326"/>
                    <a:pt x="308" y="326"/>
                    <a:pt x="308" y="326"/>
                  </a:cubicBezTo>
                  <a:cubicBezTo>
                    <a:pt x="308" y="325"/>
                    <a:pt x="308" y="325"/>
                    <a:pt x="308" y="325"/>
                  </a:cubicBezTo>
                  <a:cubicBezTo>
                    <a:pt x="308" y="325"/>
                    <a:pt x="308" y="325"/>
                    <a:pt x="307" y="324"/>
                  </a:cubicBezTo>
                  <a:cubicBezTo>
                    <a:pt x="304" y="323"/>
                    <a:pt x="298" y="320"/>
                    <a:pt x="290" y="316"/>
                  </a:cubicBezTo>
                  <a:cubicBezTo>
                    <a:pt x="261" y="302"/>
                    <a:pt x="208" y="271"/>
                    <a:pt x="162" y="245"/>
                  </a:cubicBezTo>
                  <a:cubicBezTo>
                    <a:pt x="139" y="231"/>
                    <a:pt x="117" y="219"/>
                    <a:pt x="101" y="210"/>
                  </a:cubicBezTo>
                  <a:cubicBezTo>
                    <a:pt x="93" y="205"/>
                    <a:pt x="86" y="201"/>
                    <a:pt x="82" y="199"/>
                  </a:cubicBezTo>
                  <a:cubicBezTo>
                    <a:pt x="79" y="197"/>
                    <a:pt x="77" y="196"/>
                    <a:pt x="76" y="196"/>
                  </a:cubicBezTo>
                  <a:cubicBezTo>
                    <a:pt x="75" y="195"/>
                    <a:pt x="75" y="195"/>
                    <a:pt x="74" y="195"/>
                  </a:cubicBezTo>
                  <a:cubicBezTo>
                    <a:pt x="73" y="194"/>
                    <a:pt x="73" y="194"/>
                    <a:pt x="73" y="194"/>
                  </a:cubicBezTo>
                  <a:cubicBezTo>
                    <a:pt x="73" y="194"/>
                    <a:pt x="73" y="194"/>
                    <a:pt x="73" y="194"/>
                  </a:cubicBezTo>
                  <a:cubicBezTo>
                    <a:pt x="73" y="194"/>
                    <a:pt x="72" y="194"/>
                    <a:pt x="72" y="194"/>
                  </a:cubicBezTo>
                  <a:cubicBezTo>
                    <a:pt x="71" y="194"/>
                    <a:pt x="71" y="194"/>
                    <a:pt x="70" y="194"/>
                  </a:cubicBezTo>
                  <a:cubicBezTo>
                    <a:pt x="70" y="195"/>
                    <a:pt x="69" y="195"/>
                    <a:pt x="68" y="196"/>
                  </a:cubicBezTo>
                  <a:cubicBezTo>
                    <a:pt x="67" y="198"/>
                    <a:pt x="68" y="200"/>
                    <a:pt x="70" y="202"/>
                  </a:cubicBezTo>
                  <a:cubicBezTo>
                    <a:pt x="275" y="330"/>
                    <a:pt x="275" y="330"/>
                    <a:pt x="275" y="330"/>
                  </a:cubicBezTo>
                  <a:cubicBezTo>
                    <a:pt x="277" y="327"/>
                    <a:pt x="277" y="327"/>
                    <a:pt x="277" y="327"/>
                  </a:cubicBezTo>
                  <a:cubicBezTo>
                    <a:pt x="274" y="324"/>
                    <a:pt x="274" y="324"/>
                    <a:pt x="274" y="324"/>
                  </a:cubicBezTo>
                  <a:cubicBezTo>
                    <a:pt x="277" y="326"/>
                    <a:pt x="277" y="326"/>
                    <a:pt x="277" y="326"/>
                  </a:cubicBezTo>
                  <a:cubicBezTo>
                    <a:pt x="276" y="323"/>
                    <a:pt x="276" y="323"/>
                    <a:pt x="276" y="323"/>
                  </a:cubicBezTo>
                  <a:cubicBezTo>
                    <a:pt x="275" y="323"/>
                    <a:pt x="274" y="324"/>
                    <a:pt x="274" y="324"/>
                  </a:cubicBezTo>
                  <a:cubicBezTo>
                    <a:pt x="277" y="326"/>
                    <a:pt x="277" y="326"/>
                    <a:pt x="277" y="326"/>
                  </a:cubicBezTo>
                  <a:cubicBezTo>
                    <a:pt x="276" y="323"/>
                    <a:pt x="276" y="323"/>
                    <a:pt x="276" y="323"/>
                  </a:cubicBezTo>
                  <a:cubicBezTo>
                    <a:pt x="277" y="326"/>
                    <a:pt x="277" y="326"/>
                    <a:pt x="277" y="326"/>
                  </a:cubicBezTo>
                  <a:cubicBezTo>
                    <a:pt x="277" y="323"/>
                    <a:pt x="277" y="323"/>
                    <a:pt x="277" y="323"/>
                  </a:cubicBezTo>
                  <a:cubicBezTo>
                    <a:pt x="277" y="323"/>
                    <a:pt x="276" y="323"/>
                    <a:pt x="276" y="323"/>
                  </a:cubicBezTo>
                  <a:cubicBezTo>
                    <a:pt x="277" y="326"/>
                    <a:pt x="277" y="326"/>
                    <a:pt x="277" y="326"/>
                  </a:cubicBezTo>
                  <a:cubicBezTo>
                    <a:pt x="277" y="323"/>
                    <a:pt x="277" y="323"/>
                    <a:pt x="277" y="323"/>
                  </a:cubicBezTo>
                  <a:cubicBezTo>
                    <a:pt x="277" y="325"/>
                    <a:pt x="277" y="325"/>
                    <a:pt x="277" y="325"/>
                  </a:cubicBezTo>
                  <a:cubicBezTo>
                    <a:pt x="277" y="323"/>
                    <a:pt x="277" y="323"/>
                    <a:pt x="277" y="323"/>
                  </a:cubicBezTo>
                  <a:cubicBezTo>
                    <a:pt x="277" y="323"/>
                    <a:pt x="277" y="323"/>
                    <a:pt x="277" y="323"/>
                  </a:cubicBezTo>
                  <a:cubicBezTo>
                    <a:pt x="277" y="325"/>
                    <a:pt x="277" y="325"/>
                    <a:pt x="277" y="325"/>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6" y="322"/>
                  </a:cubicBezTo>
                  <a:cubicBezTo>
                    <a:pt x="274" y="321"/>
                    <a:pt x="268" y="319"/>
                    <a:pt x="262" y="315"/>
                  </a:cubicBezTo>
                  <a:cubicBezTo>
                    <a:pt x="238" y="303"/>
                    <a:pt x="192" y="277"/>
                    <a:pt x="152" y="255"/>
                  </a:cubicBezTo>
                  <a:cubicBezTo>
                    <a:pt x="132" y="244"/>
                    <a:pt x="113" y="233"/>
                    <a:pt x="99" y="225"/>
                  </a:cubicBezTo>
                  <a:cubicBezTo>
                    <a:pt x="91" y="222"/>
                    <a:pt x="85" y="218"/>
                    <a:pt x="80" y="216"/>
                  </a:cubicBezTo>
                  <a:cubicBezTo>
                    <a:pt x="78" y="215"/>
                    <a:pt x="76" y="214"/>
                    <a:pt x="74" y="214"/>
                  </a:cubicBezTo>
                  <a:cubicBezTo>
                    <a:pt x="74" y="213"/>
                    <a:pt x="73" y="213"/>
                    <a:pt x="72" y="213"/>
                  </a:cubicBezTo>
                  <a:cubicBezTo>
                    <a:pt x="71" y="213"/>
                    <a:pt x="71" y="212"/>
                    <a:pt x="70" y="212"/>
                  </a:cubicBezTo>
                  <a:cubicBezTo>
                    <a:pt x="69" y="212"/>
                    <a:pt x="69" y="212"/>
                    <a:pt x="68" y="213"/>
                  </a:cubicBezTo>
                  <a:cubicBezTo>
                    <a:pt x="67" y="213"/>
                    <a:pt x="66" y="213"/>
                    <a:pt x="66" y="214"/>
                  </a:cubicBezTo>
                  <a:cubicBezTo>
                    <a:pt x="69" y="217"/>
                    <a:pt x="69" y="217"/>
                    <a:pt x="69" y="217"/>
                  </a:cubicBezTo>
                  <a:cubicBezTo>
                    <a:pt x="66" y="214"/>
                    <a:pt x="66" y="214"/>
                    <a:pt x="66" y="214"/>
                  </a:cubicBezTo>
                  <a:cubicBezTo>
                    <a:pt x="65" y="215"/>
                    <a:pt x="65" y="216"/>
                    <a:pt x="65" y="217"/>
                  </a:cubicBezTo>
                  <a:cubicBezTo>
                    <a:pt x="65" y="218"/>
                    <a:pt x="66" y="218"/>
                    <a:pt x="66" y="219"/>
                  </a:cubicBezTo>
                  <a:cubicBezTo>
                    <a:pt x="66" y="219"/>
                    <a:pt x="67" y="220"/>
                    <a:pt x="67" y="220"/>
                  </a:cubicBezTo>
                  <a:cubicBezTo>
                    <a:pt x="67" y="220"/>
                    <a:pt x="68" y="221"/>
                    <a:pt x="68" y="221"/>
                  </a:cubicBezTo>
                  <a:cubicBezTo>
                    <a:pt x="71" y="223"/>
                    <a:pt x="75" y="225"/>
                    <a:pt x="81" y="229"/>
                  </a:cubicBezTo>
                  <a:cubicBezTo>
                    <a:pt x="101" y="241"/>
                    <a:pt x="140" y="264"/>
                    <a:pt x="175" y="285"/>
                  </a:cubicBezTo>
                  <a:cubicBezTo>
                    <a:pt x="192" y="295"/>
                    <a:pt x="208" y="305"/>
                    <a:pt x="219" y="312"/>
                  </a:cubicBezTo>
                  <a:cubicBezTo>
                    <a:pt x="225" y="316"/>
                    <a:pt x="230" y="319"/>
                    <a:pt x="233" y="322"/>
                  </a:cubicBezTo>
                  <a:cubicBezTo>
                    <a:pt x="235" y="323"/>
                    <a:pt x="236" y="324"/>
                    <a:pt x="237" y="324"/>
                  </a:cubicBezTo>
                  <a:cubicBezTo>
                    <a:pt x="237" y="325"/>
                    <a:pt x="237" y="325"/>
                    <a:pt x="237" y="325"/>
                  </a:cubicBezTo>
                  <a:cubicBezTo>
                    <a:pt x="238" y="324"/>
                    <a:pt x="238" y="324"/>
                    <a:pt x="238" y="324"/>
                  </a:cubicBezTo>
                  <a:cubicBezTo>
                    <a:pt x="237" y="325"/>
                    <a:pt x="237" y="325"/>
                    <a:pt x="237" y="325"/>
                  </a:cubicBezTo>
                  <a:cubicBezTo>
                    <a:pt x="237" y="325"/>
                    <a:pt x="237" y="325"/>
                    <a:pt x="237" y="325"/>
                  </a:cubicBezTo>
                  <a:cubicBezTo>
                    <a:pt x="238" y="324"/>
                    <a:pt x="238" y="324"/>
                    <a:pt x="238" y="324"/>
                  </a:cubicBezTo>
                  <a:cubicBezTo>
                    <a:pt x="237" y="325"/>
                    <a:pt x="237" y="325"/>
                    <a:pt x="237" y="325"/>
                  </a:cubicBezTo>
                  <a:cubicBezTo>
                    <a:pt x="240" y="323"/>
                    <a:pt x="240" y="323"/>
                    <a:pt x="240" y="323"/>
                  </a:cubicBezTo>
                  <a:cubicBezTo>
                    <a:pt x="237" y="323"/>
                    <a:pt x="237" y="323"/>
                    <a:pt x="237" y="323"/>
                  </a:cubicBezTo>
                  <a:cubicBezTo>
                    <a:pt x="237" y="324"/>
                    <a:pt x="237" y="324"/>
                    <a:pt x="237" y="325"/>
                  </a:cubicBezTo>
                  <a:cubicBezTo>
                    <a:pt x="240" y="323"/>
                    <a:pt x="240" y="323"/>
                    <a:pt x="240" y="323"/>
                  </a:cubicBezTo>
                  <a:cubicBezTo>
                    <a:pt x="237" y="323"/>
                    <a:pt x="237" y="323"/>
                    <a:pt x="237" y="323"/>
                  </a:cubicBezTo>
                  <a:cubicBezTo>
                    <a:pt x="240" y="323"/>
                    <a:pt x="240" y="323"/>
                    <a:pt x="240" y="323"/>
                  </a:cubicBezTo>
                  <a:cubicBezTo>
                    <a:pt x="237" y="322"/>
                    <a:pt x="237" y="322"/>
                    <a:pt x="237" y="322"/>
                  </a:cubicBezTo>
                  <a:cubicBezTo>
                    <a:pt x="237" y="322"/>
                    <a:pt x="237" y="323"/>
                    <a:pt x="237" y="323"/>
                  </a:cubicBezTo>
                  <a:cubicBezTo>
                    <a:pt x="240" y="323"/>
                    <a:pt x="240" y="323"/>
                    <a:pt x="240" y="323"/>
                  </a:cubicBezTo>
                  <a:cubicBezTo>
                    <a:pt x="237" y="322"/>
                    <a:pt x="237" y="322"/>
                    <a:pt x="237" y="322"/>
                  </a:cubicBezTo>
                  <a:cubicBezTo>
                    <a:pt x="241" y="324"/>
                    <a:pt x="241" y="324"/>
                    <a:pt x="241" y="324"/>
                  </a:cubicBezTo>
                  <a:cubicBezTo>
                    <a:pt x="237" y="321"/>
                    <a:pt x="237" y="321"/>
                    <a:pt x="237" y="321"/>
                  </a:cubicBezTo>
                  <a:cubicBezTo>
                    <a:pt x="241" y="324"/>
                    <a:pt x="241" y="324"/>
                    <a:pt x="241" y="324"/>
                  </a:cubicBezTo>
                  <a:cubicBezTo>
                    <a:pt x="239" y="320"/>
                    <a:pt x="239" y="320"/>
                    <a:pt x="239" y="320"/>
                  </a:cubicBezTo>
                  <a:cubicBezTo>
                    <a:pt x="239" y="320"/>
                    <a:pt x="238" y="320"/>
                    <a:pt x="237" y="321"/>
                  </a:cubicBezTo>
                  <a:cubicBezTo>
                    <a:pt x="241" y="324"/>
                    <a:pt x="241" y="324"/>
                    <a:pt x="241" y="324"/>
                  </a:cubicBezTo>
                  <a:cubicBezTo>
                    <a:pt x="239" y="320"/>
                    <a:pt x="239" y="320"/>
                    <a:pt x="239" y="320"/>
                  </a:cubicBezTo>
                  <a:cubicBezTo>
                    <a:pt x="240" y="323"/>
                    <a:pt x="240" y="323"/>
                    <a:pt x="240" y="323"/>
                  </a:cubicBezTo>
                  <a:cubicBezTo>
                    <a:pt x="240" y="320"/>
                    <a:pt x="240" y="320"/>
                    <a:pt x="240" y="320"/>
                  </a:cubicBezTo>
                  <a:cubicBezTo>
                    <a:pt x="240" y="320"/>
                    <a:pt x="240" y="320"/>
                    <a:pt x="239" y="320"/>
                  </a:cubicBezTo>
                  <a:cubicBezTo>
                    <a:pt x="240" y="323"/>
                    <a:pt x="240" y="323"/>
                    <a:pt x="240" y="323"/>
                  </a:cubicBezTo>
                  <a:cubicBezTo>
                    <a:pt x="240" y="320"/>
                    <a:pt x="240" y="320"/>
                    <a:pt x="240" y="320"/>
                  </a:cubicBezTo>
                  <a:cubicBezTo>
                    <a:pt x="240" y="322"/>
                    <a:pt x="240" y="322"/>
                    <a:pt x="240" y="322"/>
                  </a:cubicBezTo>
                  <a:cubicBezTo>
                    <a:pt x="241" y="320"/>
                    <a:pt x="241" y="320"/>
                    <a:pt x="241" y="320"/>
                  </a:cubicBezTo>
                  <a:cubicBezTo>
                    <a:pt x="241" y="320"/>
                    <a:pt x="241" y="320"/>
                    <a:pt x="240" y="320"/>
                  </a:cubicBezTo>
                  <a:cubicBezTo>
                    <a:pt x="240" y="322"/>
                    <a:pt x="240" y="322"/>
                    <a:pt x="240" y="322"/>
                  </a:cubicBezTo>
                  <a:cubicBezTo>
                    <a:pt x="241" y="320"/>
                    <a:pt x="241" y="320"/>
                    <a:pt x="241" y="320"/>
                  </a:cubicBezTo>
                  <a:cubicBezTo>
                    <a:pt x="241" y="320"/>
                    <a:pt x="240" y="319"/>
                    <a:pt x="238" y="318"/>
                  </a:cubicBezTo>
                  <a:cubicBezTo>
                    <a:pt x="231" y="315"/>
                    <a:pt x="216" y="308"/>
                    <a:pt x="199" y="299"/>
                  </a:cubicBezTo>
                  <a:cubicBezTo>
                    <a:pt x="172" y="285"/>
                    <a:pt x="137" y="267"/>
                    <a:pt x="110" y="253"/>
                  </a:cubicBezTo>
                  <a:cubicBezTo>
                    <a:pt x="96" y="245"/>
                    <a:pt x="83" y="239"/>
                    <a:pt x="75" y="234"/>
                  </a:cubicBezTo>
                  <a:cubicBezTo>
                    <a:pt x="70" y="232"/>
                    <a:pt x="67" y="230"/>
                    <a:pt x="64" y="229"/>
                  </a:cubicBezTo>
                  <a:cubicBezTo>
                    <a:pt x="63" y="228"/>
                    <a:pt x="62" y="228"/>
                    <a:pt x="62" y="227"/>
                  </a:cubicBezTo>
                  <a:cubicBezTo>
                    <a:pt x="61" y="227"/>
                    <a:pt x="61" y="227"/>
                    <a:pt x="61" y="227"/>
                  </a:cubicBezTo>
                  <a:cubicBezTo>
                    <a:pt x="61" y="227"/>
                    <a:pt x="61" y="227"/>
                    <a:pt x="61" y="227"/>
                  </a:cubicBezTo>
                  <a:cubicBezTo>
                    <a:pt x="61" y="227"/>
                    <a:pt x="61" y="227"/>
                    <a:pt x="61" y="227"/>
                  </a:cubicBezTo>
                  <a:cubicBezTo>
                    <a:pt x="60" y="227"/>
                    <a:pt x="60" y="227"/>
                    <a:pt x="60" y="227"/>
                  </a:cubicBezTo>
                  <a:cubicBezTo>
                    <a:pt x="60" y="227"/>
                    <a:pt x="60" y="227"/>
                    <a:pt x="60" y="227"/>
                  </a:cubicBezTo>
                  <a:cubicBezTo>
                    <a:pt x="60" y="226"/>
                    <a:pt x="60" y="226"/>
                    <a:pt x="60" y="226"/>
                  </a:cubicBezTo>
                  <a:cubicBezTo>
                    <a:pt x="60" y="226"/>
                    <a:pt x="59" y="226"/>
                    <a:pt x="59" y="226"/>
                  </a:cubicBezTo>
                  <a:cubicBezTo>
                    <a:pt x="57" y="226"/>
                    <a:pt x="56" y="227"/>
                    <a:pt x="55" y="228"/>
                  </a:cubicBezTo>
                  <a:cubicBezTo>
                    <a:pt x="55" y="229"/>
                    <a:pt x="55" y="230"/>
                    <a:pt x="55" y="230"/>
                  </a:cubicBezTo>
                  <a:cubicBezTo>
                    <a:pt x="55" y="232"/>
                    <a:pt x="55" y="232"/>
                    <a:pt x="56" y="233"/>
                  </a:cubicBezTo>
                  <a:cubicBezTo>
                    <a:pt x="56" y="234"/>
                    <a:pt x="57" y="234"/>
                    <a:pt x="57" y="235"/>
                  </a:cubicBezTo>
                  <a:cubicBezTo>
                    <a:pt x="58" y="235"/>
                    <a:pt x="59" y="236"/>
                    <a:pt x="61" y="238"/>
                  </a:cubicBezTo>
                  <a:cubicBezTo>
                    <a:pt x="68" y="242"/>
                    <a:pt x="80" y="250"/>
                    <a:pt x="95" y="260"/>
                  </a:cubicBezTo>
                  <a:cubicBezTo>
                    <a:pt x="118" y="274"/>
                    <a:pt x="146" y="291"/>
                    <a:pt x="168" y="304"/>
                  </a:cubicBezTo>
                  <a:cubicBezTo>
                    <a:pt x="180" y="311"/>
                    <a:pt x="190" y="317"/>
                    <a:pt x="197" y="321"/>
                  </a:cubicBezTo>
                  <a:cubicBezTo>
                    <a:pt x="200" y="324"/>
                    <a:pt x="203" y="325"/>
                    <a:pt x="205" y="326"/>
                  </a:cubicBezTo>
                  <a:cubicBezTo>
                    <a:pt x="206" y="327"/>
                    <a:pt x="207" y="328"/>
                    <a:pt x="207" y="328"/>
                  </a:cubicBezTo>
                  <a:cubicBezTo>
                    <a:pt x="208" y="328"/>
                    <a:pt x="208" y="328"/>
                    <a:pt x="208" y="328"/>
                  </a:cubicBezTo>
                  <a:cubicBezTo>
                    <a:pt x="208" y="328"/>
                    <a:pt x="208" y="328"/>
                    <a:pt x="208" y="328"/>
                  </a:cubicBezTo>
                  <a:cubicBezTo>
                    <a:pt x="209" y="326"/>
                    <a:pt x="209" y="326"/>
                    <a:pt x="209" y="326"/>
                  </a:cubicBezTo>
                  <a:cubicBezTo>
                    <a:pt x="208" y="328"/>
                    <a:pt x="208" y="328"/>
                    <a:pt x="208" y="328"/>
                  </a:cubicBezTo>
                  <a:cubicBezTo>
                    <a:pt x="208" y="328"/>
                    <a:pt x="208" y="328"/>
                    <a:pt x="208" y="328"/>
                  </a:cubicBezTo>
                  <a:cubicBezTo>
                    <a:pt x="209" y="326"/>
                    <a:pt x="209" y="326"/>
                    <a:pt x="209" y="326"/>
                  </a:cubicBezTo>
                  <a:cubicBezTo>
                    <a:pt x="208" y="328"/>
                    <a:pt x="208" y="328"/>
                    <a:pt x="208" y="328"/>
                  </a:cubicBezTo>
                  <a:cubicBezTo>
                    <a:pt x="210" y="325"/>
                    <a:pt x="210" y="325"/>
                    <a:pt x="210" y="325"/>
                  </a:cubicBezTo>
                  <a:cubicBezTo>
                    <a:pt x="207" y="328"/>
                    <a:pt x="207" y="328"/>
                    <a:pt x="207" y="328"/>
                  </a:cubicBezTo>
                  <a:cubicBezTo>
                    <a:pt x="208" y="328"/>
                    <a:pt x="208" y="328"/>
                    <a:pt x="208" y="328"/>
                  </a:cubicBezTo>
                  <a:cubicBezTo>
                    <a:pt x="210" y="325"/>
                    <a:pt x="210" y="325"/>
                    <a:pt x="210" y="325"/>
                  </a:cubicBezTo>
                  <a:cubicBezTo>
                    <a:pt x="207" y="328"/>
                    <a:pt x="207" y="328"/>
                    <a:pt x="207" y="328"/>
                  </a:cubicBezTo>
                  <a:cubicBezTo>
                    <a:pt x="210" y="325"/>
                    <a:pt x="210" y="325"/>
                    <a:pt x="210" y="325"/>
                  </a:cubicBezTo>
                  <a:cubicBezTo>
                    <a:pt x="207" y="327"/>
                    <a:pt x="207" y="327"/>
                    <a:pt x="207" y="327"/>
                  </a:cubicBezTo>
                  <a:cubicBezTo>
                    <a:pt x="207" y="328"/>
                    <a:pt x="207" y="328"/>
                    <a:pt x="207" y="328"/>
                  </a:cubicBezTo>
                  <a:cubicBezTo>
                    <a:pt x="210" y="325"/>
                    <a:pt x="210" y="325"/>
                    <a:pt x="210" y="325"/>
                  </a:cubicBezTo>
                  <a:cubicBezTo>
                    <a:pt x="207" y="327"/>
                    <a:pt x="207" y="327"/>
                    <a:pt x="207" y="327"/>
                  </a:cubicBezTo>
                  <a:cubicBezTo>
                    <a:pt x="210" y="325"/>
                    <a:pt x="210" y="325"/>
                    <a:pt x="210" y="325"/>
                  </a:cubicBezTo>
                  <a:cubicBezTo>
                    <a:pt x="207" y="327"/>
                    <a:pt x="207" y="327"/>
                    <a:pt x="207" y="327"/>
                  </a:cubicBezTo>
                  <a:cubicBezTo>
                    <a:pt x="207" y="327"/>
                    <a:pt x="207" y="327"/>
                    <a:pt x="207" y="327"/>
                  </a:cubicBezTo>
                  <a:cubicBezTo>
                    <a:pt x="210" y="325"/>
                    <a:pt x="210" y="325"/>
                    <a:pt x="210" y="325"/>
                  </a:cubicBezTo>
                  <a:cubicBezTo>
                    <a:pt x="207" y="327"/>
                    <a:pt x="207" y="327"/>
                    <a:pt x="207" y="327"/>
                  </a:cubicBezTo>
                  <a:cubicBezTo>
                    <a:pt x="210" y="325"/>
                    <a:pt x="210" y="325"/>
                    <a:pt x="210" y="325"/>
                  </a:cubicBezTo>
                  <a:cubicBezTo>
                    <a:pt x="206" y="325"/>
                    <a:pt x="206" y="325"/>
                    <a:pt x="206" y="325"/>
                  </a:cubicBezTo>
                  <a:cubicBezTo>
                    <a:pt x="206" y="326"/>
                    <a:pt x="207" y="326"/>
                    <a:pt x="207" y="327"/>
                  </a:cubicBezTo>
                  <a:cubicBezTo>
                    <a:pt x="210" y="325"/>
                    <a:pt x="210" y="325"/>
                    <a:pt x="210" y="325"/>
                  </a:cubicBezTo>
                  <a:cubicBezTo>
                    <a:pt x="206" y="325"/>
                    <a:pt x="206" y="325"/>
                    <a:pt x="206" y="325"/>
                  </a:cubicBezTo>
                  <a:cubicBezTo>
                    <a:pt x="210" y="325"/>
                    <a:pt x="210" y="325"/>
                    <a:pt x="210" y="325"/>
                  </a:cubicBezTo>
                  <a:cubicBezTo>
                    <a:pt x="207" y="323"/>
                    <a:pt x="207" y="323"/>
                    <a:pt x="207" y="323"/>
                  </a:cubicBezTo>
                  <a:cubicBezTo>
                    <a:pt x="210" y="325"/>
                    <a:pt x="210" y="325"/>
                    <a:pt x="210" y="325"/>
                  </a:cubicBezTo>
                  <a:cubicBezTo>
                    <a:pt x="209" y="321"/>
                    <a:pt x="209" y="321"/>
                    <a:pt x="209" y="321"/>
                  </a:cubicBezTo>
                  <a:cubicBezTo>
                    <a:pt x="208" y="321"/>
                    <a:pt x="207" y="322"/>
                    <a:pt x="207" y="323"/>
                  </a:cubicBezTo>
                  <a:cubicBezTo>
                    <a:pt x="210" y="325"/>
                    <a:pt x="210" y="325"/>
                    <a:pt x="210" y="325"/>
                  </a:cubicBezTo>
                  <a:cubicBezTo>
                    <a:pt x="209" y="321"/>
                    <a:pt x="209" y="321"/>
                    <a:pt x="209" y="321"/>
                  </a:cubicBezTo>
                  <a:cubicBezTo>
                    <a:pt x="210" y="324"/>
                    <a:pt x="210" y="324"/>
                    <a:pt x="210" y="324"/>
                  </a:cubicBezTo>
                  <a:cubicBezTo>
                    <a:pt x="210" y="321"/>
                    <a:pt x="210" y="321"/>
                    <a:pt x="210" y="321"/>
                  </a:cubicBezTo>
                  <a:cubicBezTo>
                    <a:pt x="210" y="321"/>
                    <a:pt x="209" y="321"/>
                    <a:pt x="209" y="321"/>
                  </a:cubicBezTo>
                  <a:cubicBezTo>
                    <a:pt x="210" y="324"/>
                    <a:pt x="210" y="324"/>
                    <a:pt x="210" y="324"/>
                  </a:cubicBezTo>
                  <a:cubicBezTo>
                    <a:pt x="210" y="321"/>
                    <a:pt x="210" y="321"/>
                    <a:pt x="210" y="321"/>
                  </a:cubicBezTo>
                  <a:cubicBezTo>
                    <a:pt x="210" y="323"/>
                    <a:pt x="210" y="323"/>
                    <a:pt x="210" y="323"/>
                  </a:cubicBezTo>
                  <a:cubicBezTo>
                    <a:pt x="210" y="321"/>
                    <a:pt x="210" y="321"/>
                    <a:pt x="210" y="321"/>
                  </a:cubicBezTo>
                  <a:cubicBezTo>
                    <a:pt x="210" y="321"/>
                    <a:pt x="210" y="321"/>
                    <a:pt x="210" y="321"/>
                  </a:cubicBezTo>
                  <a:cubicBezTo>
                    <a:pt x="210" y="323"/>
                    <a:pt x="210" y="323"/>
                    <a:pt x="210" y="323"/>
                  </a:cubicBezTo>
                  <a:cubicBezTo>
                    <a:pt x="210" y="321"/>
                    <a:pt x="210" y="321"/>
                    <a:pt x="210" y="321"/>
                  </a:cubicBezTo>
                  <a:cubicBezTo>
                    <a:pt x="210" y="321"/>
                    <a:pt x="209" y="321"/>
                    <a:pt x="207" y="320"/>
                  </a:cubicBezTo>
                  <a:cubicBezTo>
                    <a:pt x="201" y="317"/>
                    <a:pt x="188" y="311"/>
                    <a:pt x="172" y="303"/>
                  </a:cubicBezTo>
                  <a:cubicBezTo>
                    <a:pt x="149" y="291"/>
                    <a:pt x="119" y="275"/>
                    <a:pt x="95" y="262"/>
                  </a:cubicBezTo>
                  <a:cubicBezTo>
                    <a:pt x="83" y="255"/>
                    <a:pt x="72" y="249"/>
                    <a:pt x="65" y="245"/>
                  </a:cubicBezTo>
                  <a:cubicBezTo>
                    <a:pt x="57" y="241"/>
                    <a:pt x="53" y="239"/>
                    <a:pt x="53" y="239"/>
                  </a:cubicBezTo>
                  <a:cubicBezTo>
                    <a:pt x="51" y="238"/>
                    <a:pt x="49" y="238"/>
                    <a:pt x="47" y="240"/>
                  </a:cubicBezTo>
                  <a:cubicBezTo>
                    <a:pt x="47" y="241"/>
                    <a:pt x="47" y="242"/>
                    <a:pt x="47" y="242"/>
                  </a:cubicBezTo>
                  <a:cubicBezTo>
                    <a:pt x="47" y="244"/>
                    <a:pt x="47" y="244"/>
                    <a:pt x="47" y="245"/>
                  </a:cubicBezTo>
                  <a:cubicBezTo>
                    <a:pt x="48" y="245"/>
                    <a:pt x="48" y="246"/>
                    <a:pt x="49" y="246"/>
                  </a:cubicBezTo>
                  <a:cubicBezTo>
                    <a:pt x="50" y="247"/>
                    <a:pt x="51" y="248"/>
                    <a:pt x="52" y="249"/>
                  </a:cubicBezTo>
                  <a:cubicBezTo>
                    <a:pt x="58" y="253"/>
                    <a:pt x="68" y="260"/>
                    <a:pt x="81" y="268"/>
                  </a:cubicBezTo>
                  <a:cubicBezTo>
                    <a:pt x="118" y="291"/>
                    <a:pt x="175" y="325"/>
                    <a:pt x="175" y="325"/>
                  </a:cubicBezTo>
                  <a:cubicBezTo>
                    <a:pt x="177" y="321"/>
                    <a:pt x="177" y="321"/>
                    <a:pt x="177" y="321"/>
                  </a:cubicBezTo>
                  <a:cubicBezTo>
                    <a:pt x="179" y="317"/>
                    <a:pt x="179" y="317"/>
                    <a:pt x="179" y="317"/>
                  </a:cubicBezTo>
                  <a:cubicBezTo>
                    <a:pt x="48" y="255"/>
                    <a:pt x="48" y="255"/>
                    <a:pt x="48" y="255"/>
                  </a:cubicBezTo>
                  <a:cubicBezTo>
                    <a:pt x="46" y="254"/>
                    <a:pt x="44" y="255"/>
                    <a:pt x="43" y="257"/>
                  </a:cubicBezTo>
                  <a:cubicBezTo>
                    <a:pt x="42" y="259"/>
                    <a:pt x="42" y="261"/>
                    <a:pt x="44" y="262"/>
                  </a:cubicBezTo>
                  <a:cubicBezTo>
                    <a:pt x="44" y="262"/>
                    <a:pt x="46" y="263"/>
                    <a:pt x="49" y="265"/>
                  </a:cubicBezTo>
                  <a:cubicBezTo>
                    <a:pt x="58" y="271"/>
                    <a:pt x="83" y="285"/>
                    <a:pt x="105" y="299"/>
                  </a:cubicBezTo>
                  <a:cubicBezTo>
                    <a:pt x="116" y="305"/>
                    <a:pt x="126" y="312"/>
                    <a:pt x="134" y="317"/>
                  </a:cubicBezTo>
                  <a:cubicBezTo>
                    <a:pt x="138" y="319"/>
                    <a:pt x="141" y="321"/>
                    <a:pt x="143" y="323"/>
                  </a:cubicBezTo>
                  <a:cubicBezTo>
                    <a:pt x="144" y="323"/>
                    <a:pt x="145" y="324"/>
                    <a:pt x="145" y="324"/>
                  </a:cubicBezTo>
                  <a:cubicBezTo>
                    <a:pt x="145" y="325"/>
                    <a:pt x="145" y="325"/>
                    <a:pt x="145" y="325"/>
                  </a:cubicBezTo>
                  <a:cubicBezTo>
                    <a:pt x="145" y="325"/>
                    <a:pt x="145" y="325"/>
                    <a:pt x="145" y="325"/>
                  </a:cubicBezTo>
                  <a:cubicBezTo>
                    <a:pt x="147" y="323"/>
                    <a:pt x="147" y="323"/>
                    <a:pt x="147" y="323"/>
                  </a:cubicBezTo>
                  <a:cubicBezTo>
                    <a:pt x="145" y="324"/>
                    <a:pt x="145" y="324"/>
                    <a:pt x="145" y="324"/>
                  </a:cubicBezTo>
                  <a:cubicBezTo>
                    <a:pt x="145" y="325"/>
                    <a:pt x="145" y="325"/>
                    <a:pt x="145" y="325"/>
                  </a:cubicBezTo>
                  <a:cubicBezTo>
                    <a:pt x="147" y="323"/>
                    <a:pt x="147" y="323"/>
                    <a:pt x="147" y="323"/>
                  </a:cubicBezTo>
                  <a:cubicBezTo>
                    <a:pt x="145" y="324"/>
                    <a:pt x="145" y="324"/>
                    <a:pt x="145" y="324"/>
                  </a:cubicBezTo>
                  <a:cubicBezTo>
                    <a:pt x="148" y="323"/>
                    <a:pt x="148" y="323"/>
                    <a:pt x="148" y="323"/>
                  </a:cubicBezTo>
                  <a:cubicBezTo>
                    <a:pt x="144" y="323"/>
                    <a:pt x="144" y="323"/>
                    <a:pt x="144" y="323"/>
                  </a:cubicBezTo>
                  <a:cubicBezTo>
                    <a:pt x="144" y="324"/>
                    <a:pt x="145" y="324"/>
                    <a:pt x="145" y="324"/>
                  </a:cubicBezTo>
                  <a:cubicBezTo>
                    <a:pt x="148" y="323"/>
                    <a:pt x="148" y="323"/>
                    <a:pt x="148" y="323"/>
                  </a:cubicBezTo>
                  <a:cubicBezTo>
                    <a:pt x="144" y="323"/>
                    <a:pt x="144" y="323"/>
                    <a:pt x="144" y="323"/>
                  </a:cubicBezTo>
                  <a:cubicBezTo>
                    <a:pt x="148" y="323"/>
                    <a:pt x="148" y="323"/>
                    <a:pt x="148" y="323"/>
                  </a:cubicBezTo>
                  <a:cubicBezTo>
                    <a:pt x="145" y="320"/>
                    <a:pt x="145" y="320"/>
                    <a:pt x="145" y="320"/>
                  </a:cubicBezTo>
                  <a:cubicBezTo>
                    <a:pt x="145" y="321"/>
                    <a:pt x="144" y="322"/>
                    <a:pt x="144" y="323"/>
                  </a:cubicBezTo>
                  <a:cubicBezTo>
                    <a:pt x="148" y="323"/>
                    <a:pt x="148" y="323"/>
                    <a:pt x="148" y="323"/>
                  </a:cubicBezTo>
                  <a:cubicBezTo>
                    <a:pt x="145" y="320"/>
                    <a:pt x="145" y="320"/>
                    <a:pt x="145" y="320"/>
                  </a:cubicBezTo>
                  <a:cubicBezTo>
                    <a:pt x="148" y="323"/>
                    <a:pt x="148" y="323"/>
                    <a:pt x="148" y="323"/>
                  </a:cubicBezTo>
                  <a:cubicBezTo>
                    <a:pt x="145" y="320"/>
                    <a:pt x="145" y="320"/>
                    <a:pt x="145" y="320"/>
                  </a:cubicBezTo>
                  <a:cubicBezTo>
                    <a:pt x="148" y="323"/>
                    <a:pt x="148" y="323"/>
                    <a:pt x="148" y="323"/>
                  </a:cubicBezTo>
                  <a:cubicBezTo>
                    <a:pt x="147" y="319"/>
                    <a:pt x="147" y="319"/>
                    <a:pt x="147" y="319"/>
                  </a:cubicBezTo>
                  <a:cubicBezTo>
                    <a:pt x="147" y="319"/>
                    <a:pt x="146" y="319"/>
                    <a:pt x="145" y="320"/>
                  </a:cubicBezTo>
                  <a:cubicBezTo>
                    <a:pt x="148" y="323"/>
                    <a:pt x="148" y="323"/>
                    <a:pt x="148" y="323"/>
                  </a:cubicBezTo>
                  <a:cubicBezTo>
                    <a:pt x="147" y="319"/>
                    <a:pt x="147" y="319"/>
                    <a:pt x="147" y="319"/>
                  </a:cubicBezTo>
                  <a:cubicBezTo>
                    <a:pt x="148" y="322"/>
                    <a:pt x="148" y="322"/>
                    <a:pt x="148" y="322"/>
                  </a:cubicBezTo>
                  <a:cubicBezTo>
                    <a:pt x="148" y="319"/>
                    <a:pt x="148" y="319"/>
                    <a:pt x="148" y="319"/>
                  </a:cubicBezTo>
                  <a:cubicBezTo>
                    <a:pt x="148" y="319"/>
                    <a:pt x="148" y="319"/>
                    <a:pt x="147" y="319"/>
                  </a:cubicBezTo>
                  <a:cubicBezTo>
                    <a:pt x="148" y="322"/>
                    <a:pt x="148" y="322"/>
                    <a:pt x="148" y="322"/>
                  </a:cubicBezTo>
                  <a:cubicBezTo>
                    <a:pt x="148" y="319"/>
                    <a:pt x="148" y="319"/>
                    <a:pt x="148" y="319"/>
                  </a:cubicBezTo>
                  <a:cubicBezTo>
                    <a:pt x="148" y="322"/>
                    <a:pt x="148" y="322"/>
                    <a:pt x="148" y="322"/>
                  </a:cubicBezTo>
                  <a:cubicBezTo>
                    <a:pt x="149" y="319"/>
                    <a:pt x="149" y="319"/>
                    <a:pt x="149" y="319"/>
                  </a:cubicBezTo>
                  <a:cubicBezTo>
                    <a:pt x="149" y="319"/>
                    <a:pt x="149" y="319"/>
                    <a:pt x="148" y="319"/>
                  </a:cubicBezTo>
                  <a:cubicBezTo>
                    <a:pt x="148" y="322"/>
                    <a:pt x="148" y="322"/>
                    <a:pt x="148" y="322"/>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8" y="318"/>
                    <a:pt x="147" y="318"/>
                  </a:cubicBezTo>
                  <a:cubicBezTo>
                    <a:pt x="143" y="316"/>
                    <a:pt x="133" y="312"/>
                    <a:pt x="122" y="307"/>
                  </a:cubicBezTo>
                  <a:cubicBezTo>
                    <a:pt x="105" y="299"/>
                    <a:pt x="84" y="289"/>
                    <a:pt x="66" y="281"/>
                  </a:cubicBezTo>
                  <a:cubicBezTo>
                    <a:pt x="57" y="277"/>
                    <a:pt x="50" y="274"/>
                    <a:pt x="44" y="271"/>
                  </a:cubicBezTo>
                  <a:cubicBezTo>
                    <a:pt x="41" y="270"/>
                    <a:pt x="39" y="269"/>
                    <a:pt x="37" y="268"/>
                  </a:cubicBezTo>
                  <a:cubicBezTo>
                    <a:pt x="36" y="268"/>
                    <a:pt x="35" y="267"/>
                    <a:pt x="35" y="267"/>
                  </a:cubicBezTo>
                  <a:cubicBezTo>
                    <a:pt x="34" y="267"/>
                    <a:pt x="34" y="267"/>
                    <a:pt x="34" y="267"/>
                  </a:cubicBezTo>
                  <a:cubicBezTo>
                    <a:pt x="33" y="267"/>
                    <a:pt x="33" y="267"/>
                    <a:pt x="33" y="267"/>
                  </a:cubicBezTo>
                  <a:cubicBezTo>
                    <a:pt x="33" y="267"/>
                    <a:pt x="33" y="267"/>
                    <a:pt x="32" y="267"/>
                  </a:cubicBezTo>
                  <a:cubicBezTo>
                    <a:pt x="32" y="267"/>
                    <a:pt x="32" y="267"/>
                    <a:pt x="31" y="267"/>
                  </a:cubicBezTo>
                  <a:cubicBezTo>
                    <a:pt x="31" y="267"/>
                    <a:pt x="31" y="267"/>
                    <a:pt x="30" y="267"/>
                  </a:cubicBezTo>
                  <a:cubicBezTo>
                    <a:pt x="30" y="268"/>
                    <a:pt x="29" y="268"/>
                    <a:pt x="29" y="269"/>
                  </a:cubicBezTo>
                  <a:cubicBezTo>
                    <a:pt x="28" y="270"/>
                    <a:pt x="28" y="273"/>
                    <a:pt x="30" y="274"/>
                  </a:cubicBezTo>
                  <a:cubicBezTo>
                    <a:pt x="111" y="324"/>
                    <a:pt x="111" y="324"/>
                    <a:pt x="111" y="324"/>
                  </a:cubicBezTo>
                  <a:cubicBezTo>
                    <a:pt x="113" y="321"/>
                    <a:pt x="113" y="321"/>
                    <a:pt x="113" y="321"/>
                  </a:cubicBezTo>
                  <a:cubicBezTo>
                    <a:pt x="110" y="319"/>
                    <a:pt x="110" y="319"/>
                    <a:pt x="110" y="319"/>
                  </a:cubicBezTo>
                  <a:cubicBezTo>
                    <a:pt x="113" y="321"/>
                    <a:pt x="113" y="321"/>
                    <a:pt x="113" y="321"/>
                  </a:cubicBezTo>
                  <a:cubicBezTo>
                    <a:pt x="111" y="318"/>
                    <a:pt x="111" y="318"/>
                    <a:pt x="111" y="318"/>
                  </a:cubicBezTo>
                  <a:cubicBezTo>
                    <a:pt x="110" y="318"/>
                    <a:pt x="110" y="318"/>
                    <a:pt x="110" y="319"/>
                  </a:cubicBezTo>
                  <a:cubicBezTo>
                    <a:pt x="113" y="321"/>
                    <a:pt x="113" y="321"/>
                    <a:pt x="113" y="321"/>
                  </a:cubicBezTo>
                  <a:cubicBezTo>
                    <a:pt x="111" y="318"/>
                    <a:pt x="111" y="318"/>
                    <a:pt x="111" y="318"/>
                  </a:cubicBezTo>
                  <a:cubicBezTo>
                    <a:pt x="113" y="321"/>
                    <a:pt x="113" y="321"/>
                    <a:pt x="113" y="321"/>
                  </a:cubicBezTo>
                  <a:cubicBezTo>
                    <a:pt x="113" y="317"/>
                    <a:pt x="113" y="317"/>
                    <a:pt x="113" y="317"/>
                  </a:cubicBezTo>
                  <a:cubicBezTo>
                    <a:pt x="112" y="317"/>
                    <a:pt x="112" y="317"/>
                    <a:pt x="111" y="318"/>
                  </a:cubicBezTo>
                  <a:cubicBezTo>
                    <a:pt x="113" y="321"/>
                    <a:pt x="113" y="321"/>
                    <a:pt x="113" y="321"/>
                  </a:cubicBezTo>
                  <a:cubicBezTo>
                    <a:pt x="113" y="317"/>
                    <a:pt x="113" y="317"/>
                    <a:pt x="113" y="317"/>
                  </a:cubicBezTo>
                  <a:cubicBezTo>
                    <a:pt x="113" y="319"/>
                    <a:pt x="113" y="319"/>
                    <a:pt x="113" y="319"/>
                  </a:cubicBezTo>
                  <a:cubicBezTo>
                    <a:pt x="113" y="317"/>
                    <a:pt x="113" y="317"/>
                    <a:pt x="113" y="317"/>
                  </a:cubicBezTo>
                  <a:cubicBezTo>
                    <a:pt x="113" y="317"/>
                    <a:pt x="113" y="317"/>
                    <a:pt x="113" y="317"/>
                  </a:cubicBezTo>
                  <a:cubicBezTo>
                    <a:pt x="113" y="319"/>
                    <a:pt x="113" y="319"/>
                    <a:pt x="113" y="319"/>
                  </a:cubicBezTo>
                  <a:cubicBezTo>
                    <a:pt x="113" y="317"/>
                    <a:pt x="113" y="317"/>
                    <a:pt x="113" y="317"/>
                  </a:cubicBezTo>
                  <a:cubicBezTo>
                    <a:pt x="113" y="317"/>
                    <a:pt x="112" y="317"/>
                    <a:pt x="111" y="317"/>
                  </a:cubicBezTo>
                  <a:cubicBezTo>
                    <a:pt x="108" y="316"/>
                    <a:pt x="100" y="313"/>
                    <a:pt x="92" y="309"/>
                  </a:cubicBezTo>
                  <a:cubicBezTo>
                    <a:pt x="79" y="304"/>
                    <a:pt x="62" y="297"/>
                    <a:pt x="49" y="292"/>
                  </a:cubicBezTo>
                  <a:cubicBezTo>
                    <a:pt x="42" y="289"/>
                    <a:pt x="37" y="287"/>
                    <a:pt x="33" y="285"/>
                  </a:cubicBezTo>
                  <a:cubicBezTo>
                    <a:pt x="28" y="283"/>
                    <a:pt x="26" y="282"/>
                    <a:pt x="26" y="282"/>
                  </a:cubicBezTo>
                  <a:cubicBezTo>
                    <a:pt x="25" y="282"/>
                    <a:pt x="23" y="282"/>
                    <a:pt x="22" y="282"/>
                  </a:cubicBezTo>
                  <a:cubicBezTo>
                    <a:pt x="21" y="283"/>
                    <a:pt x="20" y="284"/>
                    <a:pt x="20" y="286"/>
                  </a:cubicBezTo>
                  <a:cubicBezTo>
                    <a:pt x="20" y="287"/>
                    <a:pt x="21" y="287"/>
                    <a:pt x="21" y="287"/>
                  </a:cubicBezTo>
                  <a:cubicBezTo>
                    <a:pt x="21" y="288"/>
                    <a:pt x="21" y="288"/>
                    <a:pt x="21" y="288"/>
                  </a:cubicBezTo>
                  <a:cubicBezTo>
                    <a:pt x="22" y="289"/>
                    <a:pt x="22" y="289"/>
                    <a:pt x="22" y="289"/>
                  </a:cubicBezTo>
                  <a:cubicBezTo>
                    <a:pt x="22" y="289"/>
                    <a:pt x="23" y="290"/>
                    <a:pt x="23" y="290"/>
                  </a:cubicBezTo>
                  <a:cubicBezTo>
                    <a:pt x="25" y="291"/>
                    <a:pt x="29" y="294"/>
                    <a:pt x="35" y="297"/>
                  </a:cubicBezTo>
                  <a:cubicBezTo>
                    <a:pt x="50" y="307"/>
                    <a:pt x="75" y="322"/>
                    <a:pt x="75" y="322"/>
                  </a:cubicBezTo>
                  <a:cubicBezTo>
                    <a:pt x="77" y="319"/>
                    <a:pt x="77" y="319"/>
                    <a:pt x="77" y="319"/>
                  </a:cubicBezTo>
                  <a:cubicBezTo>
                    <a:pt x="78" y="315"/>
                    <a:pt x="78" y="315"/>
                    <a:pt x="78" y="315"/>
                  </a:cubicBezTo>
                  <a:cubicBezTo>
                    <a:pt x="21" y="295"/>
                    <a:pt x="21" y="295"/>
                    <a:pt x="21" y="295"/>
                  </a:cubicBezTo>
                  <a:cubicBezTo>
                    <a:pt x="19" y="294"/>
                    <a:pt x="17" y="295"/>
                    <a:pt x="16" y="297"/>
                  </a:cubicBezTo>
                  <a:cubicBezTo>
                    <a:pt x="15" y="299"/>
                    <a:pt x="16" y="301"/>
                    <a:pt x="17" y="302"/>
                  </a:cubicBezTo>
                  <a:cubicBezTo>
                    <a:pt x="18" y="302"/>
                    <a:pt x="19" y="303"/>
                    <a:pt x="22" y="305"/>
                  </a:cubicBezTo>
                  <a:cubicBezTo>
                    <a:pt x="26" y="307"/>
                    <a:pt x="33" y="311"/>
                    <a:pt x="38" y="314"/>
                  </a:cubicBezTo>
                  <a:cubicBezTo>
                    <a:pt x="41" y="316"/>
                    <a:pt x="43" y="317"/>
                    <a:pt x="45" y="319"/>
                  </a:cubicBezTo>
                  <a:cubicBezTo>
                    <a:pt x="45" y="319"/>
                    <a:pt x="46" y="320"/>
                    <a:pt x="46" y="320"/>
                  </a:cubicBezTo>
                  <a:cubicBezTo>
                    <a:pt x="47" y="320"/>
                    <a:pt x="47" y="320"/>
                    <a:pt x="47" y="320"/>
                  </a:cubicBezTo>
                  <a:cubicBezTo>
                    <a:pt x="47" y="320"/>
                    <a:pt x="47" y="320"/>
                    <a:pt x="47" y="320"/>
                  </a:cubicBezTo>
                  <a:cubicBezTo>
                    <a:pt x="48" y="318"/>
                    <a:pt x="48" y="318"/>
                    <a:pt x="48" y="318"/>
                  </a:cubicBezTo>
                  <a:cubicBezTo>
                    <a:pt x="47" y="320"/>
                    <a:pt x="47" y="320"/>
                    <a:pt x="47" y="320"/>
                  </a:cubicBezTo>
                  <a:cubicBezTo>
                    <a:pt x="47" y="320"/>
                    <a:pt x="47" y="320"/>
                    <a:pt x="47" y="320"/>
                  </a:cubicBezTo>
                  <a:cubicBezTo>
                    <a:pt x="48" y="318"/>
                    <a:pt x="48" y="318"/>
                    <a:pt x="48" y="318"/>
                  </a:cubicBezTo>
                  <a:cubicBezTo>
                    <a:pt x="47" y="320"/>
                    <a:pt x="47" y="320"/>
                    <a:pt x="47" y="320"/>
                  </a:cubicBezTo>
                  <a:cubicBezTo>
                    <a:pt x="49" y="317"/>
                    <a:pt x="49" y="317"/>
                    <a:pt x="49" y="317"/>
                  </a:cubicBezTo>
                  <a:cubicBezTo>
                    <a:pt x="46" y="319"/>
                    <a:pt x="46" y="319"/>
                    <a:pt x="46" y="319"/>
                  </a:cubicBezTo>
                  <a:cubicBezTo>
                    <a:pt x="47" y="320"/>
                    <a:pt x="47" y="320"/>
                    <a:pt x="47" y="320"/>
                  </a:cubicBezTo>
                  <a:cubicBezTo>
                    <a:pt x="49" y="317"/>
                    <a:pt x="49" y="317"/>
                    <a:pt x="49" y="317"/>
                  </a:cubicBezTo>
                  <a:cubicBezTo>
                    <a:pt x="46" y="319"/>
                    <a:pt x="46" y="319"/>
                    <a:pt x="46" y="319"/>
                  </a:cubicBezTo>
                  <a:cubicBezTo>
                    <a:pt x="49" y="317"/>
                    <a:pt x="49" y="317"/>
                    <a:pt x="49" y="317"/>
                  </a:cubicBezTo>
                  <a:cubicBezTo>
                    <a:pt x="46" y="317"/>
                    <a:pt x="46" y="317"/>
                    <a:pt x="46" y="317"/>
                  </a:cubicBezTo>
                  <a:cubicBezTo>
                    <a:pt x="46" y="318"/>
                    <a:pt x="46" y="319"/>
                    <a:pt x="46" y="319"/>
                  </a:cubicBezTo>
                  <a:cubicBezTo>
                    <a:pt x="49" y="317"/>
                    <a:pt x="49" y="317"/>
                    <a:pt x="49" y="317"/>
                  </a:cubicBezTo>
                  <a:cubicBezTo>
                    <a:pt x="46" y="317"/>
                    <a:pt x="46" y="317"/>
                    <a:pt x="46" y="317"/>
                  </a:cubicBezTo>
                  <a:cubicBezTo>
                    <a:pt x="50" y="317"/>
                    <a:pt x="50" y="317"/>
                    <a:pt x="50" y="317"/>
                  </a:cubicBezTo>
                  <a:cubicBezTo>
                    <a:pt x="46" y="315"/>
                    <a:pt x="46" y="315"/>
                    <a:pt x="46" y="315"/>
                  </a:cubicBezTo>
                  <a:cubicBezTo>
                    <a:pt x="46" y="316"/>
                    <a:pt x="46" y="317"/>
                    <a:pt x="46" y="317"/>
                  </a:cubicBezTo>
                  <a:cubicBezTo>
                    <a:pt x="50" y="317"/>
                    <a:pt x="50" y="317"/>
                    <a:pt x="50" y="317"/>
                  </a:cubicBezTo>
                  <a:cubicBezTo>
                    <a:pt x="46" y="315"/>
                    <a:pt x="46" y="315"/>
                    <a:pt x="46" y="315"/>
                  </a:cubicBezTo>
                  <a:cubicBezTo>
                    <a:pt x="50" y="317"/>
                    <a:pt x="50" y="317"/>
                    <a:pt x="50" y="317"/>
                  </a:cubicBezTo>
                  <a:cubicBezTo>
                    <a:pt x="46" y="315"/>
                    <a:pt x="46" y="315"/>
                    <a:pt x="46" y="315"/>
                  </a:cubicBezTo>
                  <a:cubicBezTo>
                    <a:pt x="50" y="317"/>
                    <a:pt x="50" y="317"/>
                    <a:pt x="50" y="317"/>
                  </a:cubicBezTo>
                  <a:cubicBezTo>
                    <a:pt x="48" y="314"/>
                    <a:pt x="48" y="314"/>
                    <a:pt x="48" y="314"/>
                  </a:cubicBezTo>
                  <a:cubicBezTo>
                    <a:pt x="47" y="314"/>
                    <a:pt x="47" y="314"/>
                    <a:pt x="46" y="315"/>
                  </a:cubicBezTo>
                  <a:cubicBezTo>
                    <a:pt x="50" y="317"/>
                    <a:pt x="50" y="317"/>
                    <a:pt x="50" y="317"/>
                  </a:cubicBezTo>
                  <a:cubicBezTo>
                    <a:pt x="48" y="314"/>
                    <a:pt x="48" y="314"/>
                    <a:pt x="48" y="314"/>
                  </a:cubicBezTo>
                  <a:cubicBezTo>
                    <a:pt x="49" y="317"/>
                    <a:pt x="49" y="317"/>
                    <a:pt x="49" y="317"/>
                  </a:cubicBezTo>
                  <a:cubicBezTo>
                    <a:pt x="49" y="313"/>
                    <a:pt x="49" y="313"/>
                    <a:pt x="49" y="313"/>
                  </a:cubicBezTo>
                  <a:cubicBezTo>
                    <a:pt x="49" y="313"/>
                    <a:pt x="48" y="313"/>
                    <a:pt x="48" y="314"/>
                  </a:cubicBezTo>
                  <a:cubicBezTo>
                    <a:pt x="49" y="317"/>
                    <a:pt x="49" y="317"/>
                    <a:pt x="49" y="317"/>
                  </a:cubicBezTo>
                  <a:cubicBezTo>
                    <a:pt x="49" y="313"/>
                    <a:pt x="49" y="313"/>
                    <a:pt x="49" y="313"/>
                  </a:cubicBezTo>
                  <a:cubicBezTo>
                    <a:pt x="49" y="317"/>
                    <a:pt x="49" y="317"/>
                    <a:pt x="49" y="317"/>
                  </a:cubicBezTo>
                  <a:cubicBezTo>
                    <a:pt x="49" y="313"/>
                    <a:pt x="49" y="313"/>
                    <a:pt x="49" y="313"/>
                  </a:cubicBezTo>
                  <a:cubicBezTo>
                    <a:pt x="49" y="313"/>
                    <a:pt x="49" y="313"/>
                    <a:pt x="49" y="313"/>
                  </a:cubicBezTo>
                  <a:cubicBezTo>
                    <a:pt x="49" y="317"/>
                    <a:pt x="49" y="317"/>
                    <a:pt x="49" y="317"/>
                  </a:cubicBezTo>
                  <a:cubicBezTo>
                    <a:pt x="49" y="313"/>
                    <a:pt x="49" y="313"/>
                    <a:pt x="49" y="313"/>
                  </a:cubicBezTo>
                  <a:cubicBezTo>
                    <a:pt x="49" y="316"/>
                    <a:pt x="49" y="316"/>
                    <a:pt x="49" y="316"/>
                  </a:cubicBezTo>
                  <a:cubicBezTo>
                    <a:pt x="50" y="313"/>
                    <a:pt x="50" y="313"/>
                    <a:pt x="50" y="313"/>
                  </a:cubicBezTo>
                  <a:cubicBezTo>
                    <a:pt x="49" y="313"/>
                    <a:pt x="49" y="313"/>
                    <a:pt x="49" y="313"/>
                  </a:cubicBezTo>
                  <a:cubicBezTo>
                    <a:pt x="49" y="316"/>
                    <a:pt x="49" y="316"/>
                    <a:pt x="49" y="316"/>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49" y="313"/>
                    <a:pt x="48" y="313"/>
                    <a:pt x="47" y="313"/>
                  </a:cubicBezTo>
                  <a:cubicBezTo>
                    <a:pt x="42" y="312"/>
                    <a:pt x="33" y="309"/>
                    <a:pt x="25" y="307"/>
                  </a:cubicBezTo>
                  <a:cubicBezTo>
                    <a:pt x="17" y="305"/>
                    <a:pt x="11" y="303"/>
                    <a:pt x="11" y="303"/>
                  </a:cubicBezTo>
                  <a:cubicBezTo>
                    <a:pt x="9" y="302"/>
                    <a:pt x="7" y="303"/>
                    <a:pt x="6" y="305"/>
                  </a:cubicBezTo>
                  <a:cubicBezTo>
                    <a:pt x="5" y="307"/>
                    <a:pt x="6" y="309"/>
                    <a:pt x="8" y="310"/>
                  </a:cubicBezTo>
                  <a:cubicBezTo>
                    <a:pt x="11" y="312"/>
                    <a:pt x="11" y="312"/>
                    <a:pt x="11" y="312"/>
                  </a:cubicBezTo>
                  <a:cubicBezTo>
                    <a:pt x="5" y="312"/>
                    <a:pt x="5" y="312"/>
                    <a:pt x="5" y="312"/>
                  </a:cubicBezTo>
                  <a:cubicBezTo>
                    <a:pt x="3" y="311"/>
                    <a:pt x="1" y="313"/>
                    <a:pt x="0" y="314"/>
                  </a:cubicBezTo>
                  <a:cubicBezTo>
                    <a:pt x="0" y="316"/>
                    <a:pt x="1" y="318"/>
                    <a:pt x="2" y="319"/>
                  </a:cubicBezTo>
                  <a:cubicBezTo>
                    <a:pt x="7" y="322"/>
                    <a:pt x="7" y="322"/>
                    <a:pt x="7" y="322"/>
                  </a:cubicBezTo>
                  <a:cubicBezTo>
                    <a:pt x="9" y="323"/>
                    <a:pt x="12" y="323"/>
                    <a:pt x="13" y="321"/>
                  </a:cubicBezTo>
                  <a:cubicBezTo>
                    <a:pt x="14" y="319"/>
                    <a:pt x="14" y="317"/>
                    <a:pt x="12" y="3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3" name="Google Shape;153;p13"/>
            <p:cNvSpPr/>
            <p:nvPr/>
          </p:nvSpPr>
          <p:spPr>
            <a:xfrm>
              <a:off x="10044406" y="1688706"/>
              <a:ext cx="56707" cy="127591"/>
            </a:xfrm>
            <a:custGeom>
              <a:rect b="b" l="l" r="r" t="t"/>
              <a:pathLst>
                <a:path extrusionOk="0" h="66" w="29">
                  <a:moveTo>
                    <a:pt x="4" y="0"/>
                  </a:moveTo>
                  <a:cubicBezTo>
                    <a:pt x="2" y="27"/>
                    <a:pt x="0" y="43"/>
                    <a:pt x="29" y="6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4" name="Google Shape;154;p13"/>
            <p:cNvSpPr/>
            <p:nvPr/>
          </p:nvSpPr>
          <p:spPr>
            <a:xfrm>
              <a:off x="10025976" y="1674529"/>
              <a:ext cx="103490" cy="158780"/>
            </a:xfrm>
            <a:custGeom>
              <a:rect b="b" l="l" r="r" t="t"/>
              <a:pathLst>
                <a:path extrusionOk="0" h="82" w="54">
                  <a:moveTo>
                    <a:pt x="2" y="10"/>
                  </a:moveTo>
                  <a:cubicBezTo>
                    <a:pt x="1" y="22"/>
                    <a:pt x="0" y="34"/>
                    <a:pt x="3" y="46"/>
                  </a:cubicBezTo>
                  <a:cubicBezTo>
                    <a:pt x="7" y="59"/>
                    <a:pt x="18" y="69"/>
                    <a:pt x="28" y="78"/>
                  </a:cubicBezTo>
                  <a:cubicBezTo>
                    <a:pt x="33" y="82"/>
                    <a:pt x="54" y="73"/>
                    <a:pt x="50" y="69"/>
                  </a:cubicBezTo>
                  <a:cubicBezTo>
                    <a:pt x="39" y="60"/>
                    <a:pt x="30" y="51"/>
                    <a:pt x="26" y="37"/>
                  </a:cubicBezTo>
                  <a:cubicBezTo>
                    <a:pt x="23" y="26"/>
                    <a:pt x="25" y="15"/>
                    <a:pt x="25" y="4"/>
                  </a:cubicBezTo>
                  <a:cubicBezTo>
                    <a:pt x="26" y="0"/>
                    <a:pt x="3" y="3"/>
                    <a:pt x="2"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5" name="Google Shape;155;p13"/>
            <p:cNvSpPr/>
            <p:nvPr/>
          </p:nvSpPr>
          <p:spPr>
            <a:xfrm>
              <a:off x="10337864" y="1578127"/>
              <a:ext cx="171539" cy="45366"/>
            </a:xfrm>
            <a:custGeom>
              <a:rect b="b" l="l" r="r" t="t"/>
              <a:pathLst>
                <a:path extrusionOk="0" h="23" w="89">
                  <a:moveTo>
                    <a:pt x="28" y="17"/>
                  </a:moveTo>
                  <a:cubicBezTo>
                    <a:pt x="36" y="13"/>
                    <a:pt x="46" y="17"/>
                    <a:pt x="54" y="20"/>
                  </a:cubicBezTo>
                  <a:cubicBezTo>
                    <a:pt x="61" y="23"/>
                    <a:pt x="68" y="21"/>
                    <a:pt x="74" y="18"/>
                  </a:cubicBezTo>
                  <a:cubicBezTo>
                    <a:pt x="75" y="18"/>
                    <a:pt x="89" y="12"/>
                    <a:pt x="84" y="10"/>
                  </a:cubicBezTo>
                  <a:cubicBezTo>
                    <a:pt x="59" y="0"/>
                    <a:pt x="35" y="2"/>
                    <a:pt x="10" y="13"/>
                  </a:cubicBezTo>
                  <a:cubicBezTo>
                    <a:pt x="8" y="14"/>
                    <a:pt x="0" y="20"/>
                    <a:pt x="6" y="21"/>
                  </a:cubicBezTo>
                  <a:cubicBezTo>
                    <a:pt x="13" y="23"/>
                    <a:pt x="22" y="20"/>
                    <a:pt x="28"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6" name="Google Shape;156;p13"/>
            <p:cNvSpPr/>
            <p:nvPr/>
          </p:nvSpPr>
          <p:spPr>
            <a:xfrm>
              <a:off x="9935245" y="1904192"/>
              <a:ext cx="375684" cy="860528"/>
            </a:xfrm>
            <a:custGeom>
              <a:rect b="b" l="l" r="r" t="t"/>
              <a:pathLst>
                <a:path extrusionOk="0" h="446" w="195">
                  <a:moveTo>
                    <a:pt x="159" y="13"/>
                  </a:moveTo>
                  <a:cubicBezTo>
                    <a:pt x="105" y="148"/>
                    <a:pt x="0" y="278"/>
                    <a:pt x="39" y="431"/>
                  </a:cubicBezTo>
                  <a:cubicBezTo>
                    <a:pt x="42" y="446"/>
                    <a:pt x="73" y="437"/>
                    <a:pt x="70" y="423"/>
                  </a:cubicBezTo>
                  <a:cubicBezTo>
                    <a:pt x="32" y="275"/>
                    <a:pt x="136" y="147"/>
                    <a:pt x="189" y="17"/>
                  </a:cubicBezTo>
                  <a:cubicBezTo>
                    <a:pt x="195" y="0"/>
                    <a:pt x="164" y="1"/>
                    <a:pt x="15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7" name="Google Shape;157;p13"/>
            <p:cNvSpPr/>
            <p:nvPr/>
          </p:nvSpPr>
          <p:spPr>
            <a:xfrm>
              <a:off x="10167743" y="1692959"/>
              <a:ext cx="287788" cy="114832"/>
            </a:xfrm>
            <a:custGeom>
              <a:rect b="b" l="l" r="r" t="t"/>
              <a:pathLst>
                <a:path extrusionOk="0" h="60" w="149">
                  <a:moveTo>
                    <a:pt x="124" y="10"/>
                  </a:moveTo>
                  <a:cubicBezTo>
                    <a:pt x="109" y="26"/>
                    <a:pt x="92" y="38"/>
                    <a:pt x="69" y="35"/>
                  </a:cubicBezTo>
                  <a:cubicBezTo>
                    <a:pt x="51" y="33"/>
                    <a:pt x="35" y="20"/>
                    <a:pt x="24" y="5"/>
                  </a:cubicBezTo>
                  <a:cubicBezTo>
                    <a:pt x="20" y="0"/>
                    <a:pt x="0" y="9"/>
                    <a:pt x="1" y="11"/>
                  </a:cubicBezTo>
                  <a:cubicBezTo>
                    <a:pt x="38" y="60"/>
                    <a:pt x="106" y="50"/>
                    <a:pt x="145" y="8"/>
                  </a:cubicBezTo>
                  <a:cubicBezTo>
                    <a:pt x="149" y="3"/>
                    <a:pt x="127" y="6"/>
                    <a:pt x="124"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8" name="Google Shape;158;p13"/>
            <p:cNvSpPr/>
            <p:nvPr/>
          </p:nvSpPr>
          <p:spPr>
            <a:xfrm>
              <a:off x="10275487" y="1725566"/>
              <a:ext cx="147438" cy="111996"/>
            </a:xfrm>
            <a:custGeom>
              <a:rect b="b" l="l" r="r" t="t"/>
              <a:pathLst>
                <a:path extrusionOk="0" h="58" w="76">
                  <a:moveTo>
                    <a:pt x="53" y="13"/>
                  </a:moveTo>
                  <a:cubicBezTo>
                    <a:pt x="52" y="22"/>
                    <a:pt x="52" y="33"/>
                    <a:pt x="45" y="40"/>
                  </a:cubicBezTo>
                  <a:cubicBezTo>
                    <a:pt x="43" y="43"/>
                    <a:pt x="31" y="36"/>
                    <a:pt x="28" y="34"/>
                  </a:cubicBezTo>
                  <a:cubicBezTo>
                    <a:pt x="22" y="30"/>
                    <a:pt x="0" y="39"/>
                    <a:pt x="10" y="45"/>
                  </a:cubicBezTo>
                  <a:cubicBezTo>
                    <a:pt x="24" y="54"/>
                    <a:pt x="40" y="58"/>
                    <a:pt x="55" y="50"/>
                  </a:cubicBezTo>
                  <a:cubicBezTo>
                    <a:pt x="71" y="42"/>
                    <a:pt x="75" y="26"/>
                    <a:pt x="76" y="10"/>
                  </a:cubicBezTo>
                  <a:cubicBezTo>
                    <a:pt x="76" y="0"/>
                    <a:pt x="53" y="5"/>
                    <a:pt x="53"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59" name="Google Shape;159;p13"/>
            <p:cNvSpPr/>
            <p:nvPr/>
          </p:nvSpPr>
          <p:spPr>
            <a:xfrm>
              <a:off x="8161734" y="897644"/>
              <a:ext cx="405455" cy="582664"/>
            </a:xfrm>
            <a:custGeom>
              <a:rect b="b" l="l" r="r" t="t"/>
              <a:pathLst>
                <a:path extrusionOk="0" h="302" w="210">
                  <a:moveTo>
                    <a:pt x="12" y="142"/>
                  </a:moveTo>
                  <a:cubicBezTo>
                    <a:pt x="1" y="141"/>
                    <a:pt x="1" y="141"/>
                    <a:pt x="1" y="141"/>
                  </a:cubicBezTo>
                  <a:cubicBezTo>
                    <a:pt x="0" y="148"/>
                    <a:pt x="0" y="155"/>
                    <a:pt x="0" y="162"/>
                  </a:cubicBezTo>
                  <a:cubicBezTo>
                    <a:pt x="0" y="198"/>
                    <a:pt x="9" y="231"/>
                    <a:pt x="24" y="256"/>
                  </a:cubicBezTo>
                  <a:cubicBezTo>
                    <a:pt x="32" y="269"/>
                    <a:pt x="42" y="279"/>
                    <a:pt x="53" y="287"/>
                  </a:cubicBezTo>
                  <a:cubicBezTo>
                    <a:pt x="64" y="295"/>
                    <a:pt x="77" y="300"/>
                    <a:pt x="91" y="302"/>
                  </a:cubicBezTo>
                  <a:cubicBezTo>
                    <a:pt x="93" y="302"/>
                    <a:pt x="95" y="302"/>
                    <a:pt x="98" y="302"/>
                  </a:cubicBezTo>
                  <a:cubicBezTo>
                    <a:pt x="112" y="302"/>
                    <a:pt x="126" y="298"/>
                    <a:pt x="138" y="290"/>
                  </a:cubicBezTo>
                  <a:cubicBezTo>
                    <a:pt x="157" y="279"/>
                    <a:pt x="173" y="261"/>
                    <a:pt x="186" y="239"/>
                  </a:cubicBezTo>
                  <a:cubicBezTo>
                    <a:pt x="198" y="217"/>
                    <a:pt x="206" y="190"/>
                    <a:pt x="209" y="161"/>
                  </a:cubicBezTo>
                  <a:cubicBezTo>
                    <a:pt x="209" y="154"/>
                    <a:pt x="210" y="147"/>
                    <a:pt x="210" y="140"/>
                  </a:cubicBezTo>
                  <a:cubicBezTo>
                    <a:pt x="210" y="104"/>
                    <a:pt x="201" y="71"/>
                    <a:pt x="185" y="46"/>
                  </a:cubicBezTo>
                  <a:cubicBezTo>
                    <a:pt x="177" y="34"/>
                    <a:pt x="168" y="23"/>
                    <a:pt x="157" y="15"/>
                  </a:cubicBezTo>
                  <a:cubicBezTo>
                    <a:pt x="146" y="7"/>
                    <a:pt x="133" y="2"/>
                    <a:pt x="119" y="1"/>
                  </a:cubicBezTo>
                  <a:cubicBezTo>
                    <a:pt x="117" y="1"/>
                    <a:pt x="114" y="0"/>
                    <a:pt x="112" y="0"/>
                  </a:cubicBezTo>
                  <a:cubicBezTo>
                    <a:pt x="98" y="0"/>
                    <a:pt x="84" y="5"/>
                    <a:pt x="71" y="12"/>
                  </a:cubicBezTo>
                  <a:cubicBezTo>
                    <a:pt x="52" y="23"/>
                    <a:pt x="36" y="41"/>
                    <a:pt x="24" y="63"/>
                  </a:cubicBezTo>
                  <a:cubicBezTo>
                    <a:pt x="12" y="85"/>
                    <a:pt x="4" y="112"/>
                    <a:pt x="1" y="141"/>
                  </a:cubicBezTo>
                  <a:cubicBezTo>
                    <a:pt x="12" y="142"/>
                    <a:pt x="12" y="142"/>
                    <a:pt x="12" y="142"/>
                  </a:cubicBezTo>
                  <a:cubicBezTo>
                    <a:pt x="23" y="143"/>
                    <a:pt x="23" y="143"/>
                    <a:pt x="23" y="143"/>
                  </a:cubicBezTo>
                  <a:cubicBezTo>
                    <a:pt x="26" y="108"/>
                    <a:pt x="38" y="77"/>
                    <a:pt x="55" y="56"/>
                  </a:cubicBezTo>
                  <a:cubicBezTo>
                    <a:pt x="63" y="45"/>
                    <a:pt x="73" y="37"/>
                    <a:pt x="82" y="31"/>
                  </a:cubicBezTo>
                  <a:cubicBezTo>
                    <a:pt x="92" y="26"/>
                    <a:pt x="102" y="23"/>
                    <a:pt x="112" y="23"/>
                  </a:cubicBezTo>
                  <a:cubicBezTo>
                    <a:pt x="114" y="23"/>
                    <a:pt x="115" y="23"/>
                    <a:pt x="117" y="23"/>
                  </a:cubicBezTo>
                  <a:cubicBezTo>
                    <a:pt x="127" y="24"/>
                    <a:pt x="136" y="27"/>
                    <a:pt x="144" y="33"/>
                  </a:cubicBezTo>
                  <a:cubicBezTo>
                    <a:pt x="156" y="42"/>
                    <a:pt x="167" y="56"/>
                    <a:pt x="175" y="75"/>
                  </a:cubicBezTo>
                  <a:cubicBezTo>
                    <a:pt x="183" y="93"/>
                    <a:pt x="188" y="116"/>
                    <a:pt x="188" y="140"/>
                  </a:cubicBezTo>
                  <a:cubicBezTo>
                    <a:pt x="188" y="146"/>
                    <a:pt x="187" y="153"/>
                    <a:pt x="187" y="159"/>
                  </a:cubicBezTo>
                  <a:cubicBezTo>
                    <a:pt x="183" y="194"/>
                    <a:pt x="171" y="225"/>
                    <a:pt x="155" y="246"/>
                  </a:cubicBezTo>
                  <a:cubicBezTo>
                    <a:pt x="146" y="257"/>
                    <a:pt x="137" y="266"/>
                    <a:pt x="127" y="271"/>
                  </a:cubicBezTo>
                  <a:cubicBezTo>
                    <a:pt x="118" y="277"/>
                    <a:pt x="108" y="280"/>
                    <a:pt x="98" y="280"/>
                  </a:cubicBezTo>
                  <a:cubicBezTo>
                    <a:pt x="96" y="280"/>
                    <a:pt x="94" y="280"/>
                    <a:pt x="93" y="279"/>
                  </a:cubicBezTo>
                  <a:cubicBezTo>
                    <a:pt x="83" y="279"/>
                    <a:pt x="74" y="275"/>
                    <a:pt x="66" y="269"/>
                  </a:cubicBezTo>
                  <a:cubicBezTo>
                    <a:pt x="53" y="260"/>
                    <a:pt x="42" y="246"/>
                    <a:pt x="34" y="227"/>
                  </a:cubicBezTo>
                  <a:cubicBezTo>
                    <a:pt x="27" y="209"/>
                    <a:pt x="22" y="186"/>
                    <a:pt x="22" y="162"/>
                  </a:cubicBezTo>
                  <a:cubicBezTo>
                    <a:pt x="22" y="156"/>
                    <a:pt x="22" y="150"/>
                    <a:pt x="23" y="143"/>
                  </a:cubicBezTo>
                  <a:lnTo>
                    <a:pt x="12" y="14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0" name="Google Shape;160;p13"/>
            <p:cNvSpPr/>
            <p:nvPr/>
          </p:nvSpPr>
          <p:spPr>
            <a:xfrm>
              <a:off x="8139051" y="774306"/>
              <a:ext cx="545805" cy="844934"/>
            </a:xfrm>
            <a:custGeom>
              <a:rect b="b" l="l" r="r" t="t"/>
              <a:pathLst>
                <a:path extrusionOk="0" h="438" w="283">
                  <a:moveTo>
                    <a:pt x="17" y="207"/>
                  </a:moveTo>
                  <a:cubicBezTo>
                    <a:pt x="1" y="206"/>
                    <a:pt x="1" y="206"/>
                    <a:pt x="1" y="206"/>
                  </a:cubicBezTo>
                  <a:cubicBezTo>
                    <a:pt x="0" y="217"/>
                    <a:pt x="0" y="228"/>
                    <a:pt x="0" y="239"/>
                  </a:cubicBezTo>
                  <a:cubicBezTo>
                    <a:pt x="0" y="290"/>
                    <a:pt x="11" y="337"/>
                    <a:pt x="32" y="373"/>
                  </a:cubicBezTo>
                  <a:cubicBezTo>
                    <a:pt x="42" y="391"/>
                    <a:pt x="55" y="406"/>
                    <a:pt x="69" y="418"/>
                  </a:cubicBezTo>
                  <a:cubicBezTo>
                    <a:pt x="84" y="429"/>
                    <a:pt x="102" y="436"/>
                    <a:pt x="120" y="438"/>
                  </a:cubicBezTo>
                  <a:cubicBezTo>
                    <a:pt x="123" y="438"/>
                    <a:pt x="126" y="438"/>
                    <a:pt x="129" y="438"/>
                  </a:cubicBezTo>
                  <a:cubicBezTo>
                    <a:pt x="149" y="438"/>
                    <a:pt x="168" y="432"/>
                    <a:pt x="185" y="421"/>
                  </a:cubicBezTo>
                  <a:cubicBezTo>
                    <a:pt x="211" y="405"/>
                    <a:pt x="233" y="379"/>
                    <a:pt x="249" y="346"/>
                  </a:cubicBezTo>
                  <a:cubicBezTo>
                    <a:pt x="266" y="314"/>
                    <a:pt x="277" y="275"/>
                    <a:pt x="281" y="232"/>
                  </a:cubicBezTo>
                  <a:cubicBezTo>
                    <a:pt x="282" y="221"/>
                    <a:pt x="283" y="210"/>
                    <a:pt x="283" y="199"/>
                  </a:cubicBezTo>
                  <a:cubicBezTo>
                    <a:pt x="283" y="148"/>
                    <a:pt x="271" y="101"/>
                    <a:pt x="251" y="65"/>
                  </a:cubicBezTo>
                  <a:cubicBezTo>
                    <a:pt x="240" y="47"/>
                    <a:pt x="228" y="32"/>
                    <a:pt x="213" y="21"/>
                  </a:cubicBezTo>
                  <a:cubicBezTo>
                    <a:pt x="198" y="9"/>
                    <a:pt x="181" y="2"/>
                    <a:pt x="162" y="0"/>
                  </a:cubicBezTo>
                  <a:cubicBezTo>
                    <a:pt x="159" y="0"/>
                    <a:pt x="156" y="0"/>
                    <a:pt x="153" y="0"/>
                  </a:cubicBezTo>
                  <a:cubicBezTo>
                    <a:pt x="133" y="0"/>
                    <a:pt x="114" y="6"/>
                    <a:pt x="97" y="17"/>
                  </a:cubicBezTo>
                  <a:cubicBezTo>
                    <a:pt x="71" y="33"/>
                    <a:pt x="50" y="59"/>
                    <a:pt x="33" y="92"/>
                  </a:cubicBezTo>
                  <a:cubicBezTo>
                    <a:pt x="16" y="124"/>
                    <a:pt x="5" y="163"/>
                    <a:pt x="1" y="206"/>
                  </a:cubicBezTo>
                  <a:cubicBezTo>
                    <a:pt x="17" y="207"/>
                    <a:pt x="17" y="207"/>
                    <a:pt x="17" y="207"/>
                  </a:cubicBezTo>
                  <a:cubicBezTo>
                    <a:pt x="32" y="209"/>
                    <a:pt x="32" y="209"/>
                    <a:pt x="32" y="209"/>
                  </a:cubicBezTo>
                  <a:cubicBezTo>
                    <a:pt x="37" y="157"/>
                    <a:pt x="54" y="111"/>
                    <a:pt x="77" y="80"/>
                  </a:cubicBezTo>
                  <a:cubicBezTo>
                    <a:pt x="88" y="64"/>
                    <a:pt x="101" y="51"/>
                    <a:pt x="114" y="43"/>
                  </a:cubicBezTo>
                  <a:cubicBezTo>
                    <a:pt x="127" y="35"/>
                    <a:pt x="140" y="31"/>
                    <a:pt x="153" y="31"/>
                  </a:cubicBezTo>
                  <a:cubicBezTo>
                    <a:pt x="155" y="31"/>
                    <a:pt x="157" y="31"/>
                    <a:pt x="159" y="31"/>
                  </a:cubicBezTo>
                  <a:cubicBezTo>
                    <a:pt x="171" y="32"/>
                    <a:pt x="183" y="37"/>
                    <a:pt x="194" y="45"/>
                  </a:cubicBezTo>
                  <a:cubicBezTo>
                    <a:pt x="210" y="58"/>
                    <a:pt x="225" y="79"/>
                    <a:pt x="235" y="105"/>
                  </a:cubicBezTo>
                  <a:cubicBezTo>
                    <a:pt x="246" y="132"/>
                    <a:pt x="252" y="164"/>
                    <a:pt x="252" y="199"/>
                  </a:cubicBezTo>
                  <a:cubicBezTo>
                    <a:pt x="252" y="209"/>
                    <a:pt x="251" y="219"/>
                    <a:pt x="250" y="229"/>
                  </a:cubicBezTo>
                  <a:cubicBezTo>
                    <a:pt x="245" y="281"/>
                    <a:pt x="228" y="327"/>
                    <a:pt x="206" y="358"/>
                  </a:cubicBezTo>
                  <a:cubicBezTo>
                    <a:pt x="194" y="374"/>
                    <a:pt x="182" y="387"/>
                    <a:pt x="169" y="395"/>
                  </a:cubicBezTo>
                  <a:cubicBezTo>
                    <a:pt x="155" y="403"/>
                    <a:pt x="142" y="407"/>
                    <a:pt x="129" y="407"/>
                  </a:cubicBezTo>
                  <a:cubicBezTo>
                    <a:pt x="127" y="407"/>
                    <a:pt x="125" y="407"/>
                    <a:pt x="123" y="407"/>
                  </a:cubicBezTo>
                  <a:cubicBezTo>
                    <a:pt x="111" y="406"/>
                    <a:pt x="99" y="401"/>
                    <a:pt x="88" y="393"/>
                  </a:cubicBezTo>
                  <a:cubicBezTo>
                    <a:pt x="72" y="380"/>
                    <a:pt x="57" y="360"/>
                    <a:pt x="47" y="333"/>
                  </a:cubicBezTo>
                  <a:cubicBezTo>
                    <a:pt x="37" y="306"/>
                    <a:pt x="31" y="274"/>
                    <a:pt x="31" y="239"/>
                  </a:cubicBezTo>
                  <a:cubicBezTo>
                    <a:pt x="31" y="229"/>
                    <a:pt x="31" y="219"/>
                    <a:pt x="32" y="209"/>
                  </a:cubicBezTo>
                  <a:lnTo>
                    <a:pt x="17" y="20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1" name="Google Shape;161;p13"/>
            <p:cNvSpPr/>
            <p:nvPr/>
          </p:nvSpPr>
          <p:spPr>
            <a:xfrm>
              <a:off x="8598378" y="899061"/>
              <a:ext cx="670560" cy="260852"/>
            </a:xfrm>
            <a:custGeom>
              <a:rect b="b" l="l" r="r" t="t"/>
              <a:pathLst>
                <a:path extrusionOk="0" h="184" w="473">
                  <a:moveTo>
                    <a:pt x="0" y="29"/>
                  </a:moveTo>
                  <a:lnTo>
                    <a:pt x="464" y="184"/>
                  </a:lnTo>
                  <a:lnTo>
                    <a:pt x="473" y="154"/>
                  </a:lnTo>
                  <a:lnTo>
                    <a:pt x="9" y="0"/>
                  </a:lnTo>
                  <a:lnTo>
                    <a:pt x="0"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2" name="Google Shape;162;p13"/>
            <p:cNvSpPr/>
            <p:nvPr/>
          </p:nvSpPr>
          <p:spPr>
            <a:xfrm>
              <a:off x="8598378" y="899061"/>
              <a:ext cx="670560" cy="260852"/>
            </a:xfrm>
            <a:custGeom>
              <a:rect b="b" l="l" r="r" t="t"/>
              <a:pathLst>
                <a:path extrusionOk="0" h="184" w="473">
                  <a:moveTo>
                    <a:pt x="0" y="29"/>
                  </a:moveTo>
                  <a:lnTo>
                    <a:pt x="464" y="184"/>
                  </a:lnTo>
                  <a:lnTo>
                    <a:pt x="473" y="154"/>
                  </a:lnTo>
                  <a:lnTo>
                    <a:pt x="9"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3" name="Google Shape;163;p13"/>
            <p:cNvSpPr/>
            <p:nvPr/>
          </p:nvSpPr>
          <p:spPr>
            <a:xfrm>
              <a:off x="8472205" y="1548356"/>
              <a:ext cx="642206" cy="123338"/>
            </a:xfrm>
            <a:custGeom>
              <a:rect b="b" l="l" r="r" t="t"/>
              <a:pathLst>
                <a:path extrusionOk="0" h="87" w="453">
                  <a:moveTo>
                    <a:pt x="0" y="31"/>
                  </a:moveTo>
                  <a:lnTo>
                    <a:pt x="451" y="87"/>
                  </a:lnTo>
                  <a:lnTo>
                    <a:pt x="453" y="54"/>
                  </a:lnTo>
                  <a:lnTo>
                    <a:pt x="3" y="0"/>
                  </a:lnTo>
                  <a:lnTo>
                    <a:pt x="0" y="3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4" name="Google Shape;164;p13"/>
            <p:cNvSpPr/>
            <p:nvPr/>
          </p:nvSpPr>
          <p:spPr>
            <a:xfrm>
              <a:off x="8472205" y="1548356"/>
              <a:ext cx="642206" cy="123338"/>
            </a:xfrm>
            <a:custGeom>
              <a:rect b="b" l="l" r="r" t="t"/>
              <a:pathLst>
                <a:path extrusionOk="0" h="87" w="453">
                  <a:moveTo>
                    <a:pt x="0" y="31"/>
                  </a:moveTo>
                  <a:lnTo>
                    <a:pt x="451" y="87"/>
                  </a:lnTo>
                  <a:lnTo>
                    <a:pt x="453" y="54"/>
                  </a:lnTo>
                  <a:lnTo>
                    <a:pt x="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5" name="Google Shape;165;p13"/>
            <p:cNvSpPr/>
            <p:nvPr/>
          </p:nvSpPr>
          <p:spPr>
            <a:xfrm>
              <a:off x="9076134" y="1090447"/>
              <a:ext cx="246675" cy="605347"/>
            </a:xfrm>
            <a:custGeom>
              <a:rect b="b" l="l" r="r" t="t"/>
              <a:pathLst>
                <a:path extrusionOk="0" h="314" w="128">
                  <a:moveTo>
                    <a:pt x="68" y="28"/>
                  </a:moveTo>
                  <a:cubicBezTo>
                    <a:pt x="83" y="73"/>
                    <a:pt x="83" y="122"/>
                    <a:pt x="78" y="168"/>
                  </a:cubicBezTo>
                  <a:cubicBezTo>
                    <a:pt x="73" y="209"/>
                    <a:pt x="60" y="270"/>
                    <a:pt x="17" y="288"/>
                  </a:cubicBezTo>
                  <a:cubicBezTo>
                    <a:pt x="12" y="291"/>
                    <a:pt x="0" y="299"/>
                    <a:pt x="6" y="307"/>
                  </a:cubicBezTo>
                  <a:cubicBezTo>
                    <a:pt x="13" y="314"/>
                    <a:pt x="27" y="311"/>
                    <a:pt x="35" y="308"/>
                  </a:cubicBezTo>
                  <a:cubicBezTo>
                    <a:pt x="86" y="286"/>
                    <a:pt x="108" y="233"/>
                    <a:pt x="118" y="182"/>
                  </a:cubicBezTo>
                  <a:cubicBezTo>
                    <a:pt x="128" y="129"/>
                    <a:pt x="128" y="68"/>
                    <a:pt x="111" y="16"/>
                  </a:cubicBezTo>
                  <a:cubicBezTo>
                    <a:pt x="106" y="0"/>
                    <a:pt x="63" y="12"/>
                    <a:pt x="68" y="2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6" name="Google Shape;166;p13"/>
            <p:cNvSpPr/>
            <p:nvPr/>
          </p:nvSpPr>
          <p:spPr>
            <a:xfrm>
              <a:off x="9290203" y="1165584"/>
              <a:ext cx="569905" cy="223993"/>
            </a:xfrm>
            <a:custGeom>
              <a:rect b="b" l="l" r="r" t="t"/>
              <a:pathLst>
                <a:path extrusionOk="0" h="158" w="402">
                  <a:moveTo>
                    <a:pt x="0" y="29"/>
                  </a:moveTo>
                  <a:lnTo>
                    <a:pt x="392" y="158"/>
                  </a:lnTo>
                  <a:lnTo>
                    <a:pt x="402" y="129"/>
                  </a:lnTo>
                  <a:lnTo>
                    <a:pt x="10" y="0"/>
                  </a:lnTo>
                  <a:lnTo>
                    <a:pt x="0"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7" name="Google Shape;167;p13"/>
            <p:cNvSpPr/>
            <p:nvPr/>
          </p:nvSpPr>
          <p:spPr>
            <a:xfrm>
              <a:off x="9290203" y="1165584"/>
              <a:ext cx="569905" cy="223993"/>
            </a:xfrm>
            <a:custGeom>
              <a:rect b="b" l="l" r="r" t="t"/>
              <a:pathLst>
                <a:path extrusionOk="0" h="158" w="402">
                  <a:moveTo>
                    <a:pt x="0" y="29"/>
                  </a:moveTo>
                  <a:lnTo>
                    <a:pt x="392" y="158"/>
                  </a:lnTo>
                  <a:lnTo>
                    <a:pt x="402" y="129"/>
                  </a:lnTo>
                  <a:lnTo>
                    <a:pt x="1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8" name="Google Shape;168;p13"/>
            <p:cNvSpPr/>
            <p:nvPr/>
          </p:nvSpPr>
          <p:spPr>
            <a:xfrm>
              <a:off x="9213648" y="1599393"/>
              <a:ext cx="595424" cy="117667"/>
            </a:xfrm>
            <a:custGeom>
              <a:rect b="b" l="l" r="r" t="t"/>
              <a:pathLst>
                <a:path extrusionOk="0" h="83" w="420">
                  <a:moveTo>
                    <a:pt x="0" y="30"/>
                  </a:moveTo>
                  <a:lnTo>
                    <a:pt x="417" y="83"/>
                  </a:lnTo>
                  <a:lnTo>
                    <a:pt x="420" y="53"/>
                  </a:lnTo>
                  <a:lnTo>
                    <a:pt x="4" y="0"/>
                  </a:lnTo>
                  <a:lnTo>
                    <a:pt x="0" y="30"/>
                  </a:lnTo>
                  <a:close/>
                </a:path>
              </a:pathLst>
            </a:custGeom>
            <a:solidFill>
              <a:srgbClr val="5858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69" name="Google Shape;169;p13"/>
            <p:cNvSpPr/>
            <p:nvPr/>
          </p:nvSpPr>
          <p:spPr>
            <a:xfrm>
              <a:off x="9213648" y="1599393"/>
              <a:ext cx="595424" cy="117667"/>
            </a:xfrm>
            <a:custGeom>
              <a:rect b="b" l="l" r="r" t="t"/>
              <a:pathLst>
                <a:path extrusionOk="0" h="83" w="420">
                  <a:moveTo>
                    <a:pt x="0" y="30"/>
                  </a:moveTo>
                  <a:lnTo>
                    <a:pt x="417" y="83"/>
                  </a:lnTo>
                  <a:lnTo>
                    <a:pt x="420" y="53"/>
                  </a:lnTo>
                  <a:lnTo>
                    <a:pt x="4" y="0"/>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0" name="Google Shape;170;p13"/>
            <p:cNvSpPr/>
            <p:nvPr/>
          </p:nvSpPr>
          <p:spPr>
            <a:xfrm>
              <a:off x="9705581" y="1324364"/>
              <a:ext cx="208398" cy="392696"/>
            </a:xfrm>
            <a:custGeom>
              <a:rect b="b" l="l" r="r" t="t"/>
              <a:pathLst>
                <a:path extrusionOk="0" h="204" w="108">
                  <a:moveTo>
                    <a:pt x="51" y="26"/>
                  </a:moveTo>
                  <a:cubicBezTo>
                    <a:pt x="61" y="80"/>
                    <a:pt x="74" y="143"/>
                    <a:pt x="23" y="181"/>
                  </a:cubicBezTo>
                  <a:cubicBezTo>
                    <a:pt x="0" y="198"/>
                    <a:pt x="36" y="204"/>
                    <a:pt x="50" y="194"/>
                  </a:cubicBezTo>
                  <a:cubicBezTo>
                    <a:pt x="78" y="174"/>
                    <a:pt x="97" y="149"/>
                    <a:pt x="103" y="114"/>
                  </a:cubicBezTo>
                  <a:cubicBezTo>
                    <a:pt x="108" y="81"/>
                    <a:pt x="100" y="47"/>
                    <a:pt x="94" y="15"/>
                  </a:cubicBezTo>
                  <a:cubicBezTo>
                    <a:pt x="91" y="0"/>
                    <a:pt x="48" y="10"/>
                    <a:pt x="51"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1" name="Google Shape;171;p13"/>
            <p:cNvSpPr/>
            <p:nvPr/>
          </p:nvSpPr>
          <p:spPr>
            <a:xfrm>
              <a:off x="9823248" y="1405171"/>
              <a:ext cx="479174" cy="158780"/>
            </a:xfrm>
            <a:custGeom>
              <a:rect b="b" l="l" r="r" t="t"/>
              <a:pathLst>
                <a:path extrusionOk="0" h="82" w="249">
                  <a:moveTo>
                    <a:pt x="24" y="27"/>
                  </a:moveTo>
                  <a:cubicBezTo>
                    <a:pt x="82" y="44"/>
                    <a:pt x="140" y="64"/>
                    <a:pt x="199" y="79"/>
                  </a:cubicBezTo>
                  <a:cubicBezTo>
                    <a:pt x="212" y="82"/>
                    <a:pt x="249" y="62"/>
                    <a:pt x="225" y="56"/>
                  </a:cubicBezTo>
                  <a:cubicBezTo>
                    <a:pt x="166" y="41"/>
                    <a:pt x="109" y="21"/>
                    <a:pt x="50" y="4"/>
                  </a:cubicBezTo>
                  <a:cubicBezTo>
                    <a:pt x="37" y="0"/>
                    <a:pt x="0" y="20"/>
                    <a:pt x="24" y="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2" name="Google Shape;172;p13"/>
            <p:cNvSpPr/>
            <p:nvPr/>
          </p:nvSpPr>
          <p:spPr>
            <a:xfrm>
              <a:off x="9787807" y="1660353"/>
              <a:ext cx="469250" cy="59542"/>
            </a:xfrm>
            <a:custGeom>
              <a:rect b="b" l="l" r="r" t="t"/>
              <a:pathLst>
                <a:path extrusionOk="0" h="31" w="243">
                  <a:moveTo>
                    <a:pt x="17" y="22"/>
                  </a:moveTo>
                  <a:cubicBezTo>
                    <a:pt x="81" y="23"/>
                    <a:pt x="144" y="30"/>
                    <a:pt x="207" y="31"/>
                  </a:cubicBezTo>
                  <a:cubicBezTo>
                    <a:pt x="217" y="31"/>
                    <a:pt x="230" y="27"/>
                    <a:pt x="236" y="20"/>
                  </a:cubicBezTo>
                  <a:cubicBezTo>
                    <a:pt x="243" y="12"/>
                    <a:pt x="230" y="10"/>
                    <a:pt x="225" y="10"/>
                  </a:cubicBezTo>
                  <a:cubicBezTo>
                    <a:pt x="162" y="8"/>
                    <a:pt x="98" y="2"/>
                    <a:pt x="35" y="1"/>
                  </a:cubicBezTo>
                  <a:cubicBezTo>
                    <a:pt x="25" y="0"/>
                    <a:pt x="12" y="4"/>
                    <a:pt x="6" y="12"/>
                  </a:cubicBezTo>
                  <a:cubicBezTo>
                    <a:pt x="0" y="20"/>
                    <a:pt x="12" y="22"/>
                    <a:pt x="17"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3" name="Google Shape;173;p13"/>
            <p:cNvSpPr/>
            <p:nvPr/>
          </p:nvSpPr>
          <p:spPr>
            <a:xfrm>
              <a:off x="10167743" y="1517167"/>
              <a:ext cx="129008" cy="199892"/>
            </a:xfrm>
            <a:custGeom>
              <a:rect b="b" l="l" r="r" t="t"/>
              <a:pathLst>
                <a:path extrusionOk="0" h="104" w="67">
                  <a:moveTo>
                    <a:pt x="28" y="22"/>
                  </a:moveTo>
                  <a:cubicBezTo>
                    <a:pt x="34" y="43"/>
                    <a:pt x="33" y="65"/>
                    <a:pt x="15" y="80"/>
                  </a:cubicBezTo>
                  <a:cubicBezTo>
                    <a:pt x="0" y="94"/>
                    <a:pt x="24" y="104"/>
                    <a:pt x="36" y="94"/>
                  </a:cubicBezTo>
                  <a:cubicBezTo>
                    <a:pt x="60" y="72"/>
                    <a:pt x="67" y="45"/>
                    <a:pt x="59" y="14"/>
                  </a:cubicBezTo>
                  <a:cubicBezTo>
                    <a:pt x="55" y="0"/>
                    <a:pt x="24" y="8"/>
                    <a:pt x="28"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4" name="Google Shape;174;p13"/>
            <p:cNvSpPr/>
            <p:nvPr/>
          </p:nvSpPr>
          <p:spPr>
            <a:xfrm>
              <a:off x="8319096" y="1121636"/>
              <a:ext cx="53872" cy="109161"/>
            </a:xfrm>
            <a:custGeom>
              <a:rect b="b" l="l" r="r" t="t"/>
              <a:pathLst>
                <a:path extrusionOk="0" h="57" w="28">
                  <a:moveTo>
                    <a:pt x="2" y="30"/>
                  </a:moveTo>
                  <a:cubicBezTo>
                    <a:pt x="3" y="45"/>
                    <a:pt x="9" y="57"/>
                    <a:pt x="16" y="57"/>
                  </a:cubicBezTo>
                  <a:cubicBezTo>
                    <a:pt x="24" y="56"/>
                    <a:pt x="28" y="43"/>
                    <a:pt x="27" y="28"/>
                  </a:cubicBezTo>
                  <a:cubicBezTo>
                    <a:pt x="26" y="13"/>
                    <a:pt x="19" y="0"/>
                    <a:pt x="12" y="1"/>
                  </a:cubicBezTo>
                  <a:cubicBezTo>
                    <a:pt x="5" y="2"/>
                    <a:pt x="0" y="14"/>
                    <a:pt x="2" y="30"/>
                  </a:cubicBezTo>
                  <a:close/>
                </a:path>
              </a:pathLst>
            </a:custGeom>
            <a:solidFill>
              <a:srgbClr val="5858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5" name="Google Shape;175;p13"/>
            <p:cNvSpPr/>
            <p:nvPr/>
          </p:nvSpPr>
          <p:spPr>
            <a:xfrm>
              <a:off x="8299248" y="1100371"/>
              <a:ext cx="94984" cy="154526"/>
            </a:xfrm>
            <a:custGeom>
              <a:rect b="b" l="l" r="r" t="t"/>
              <a:pathLst>
                <a:path extrusionOk="0" h="80" w="49">
                  <a:moveTo>
                    <a:pt x="12" y="41"/>
                  </a:moveTo>
                  <a:cubicBezTo>
                    <a:pt x="0" y="42"/>
                    <a:pt x="0" y="42"/>
                    <a:pt x="0" y="42"/>
                  </a:cubicBezTo>
                  <a:cubicBezTo>
                    <a:pt x="0" y="51"/>
                    <a:pt x="3" y="59"/>
                    <a:pt x="6" y="65"/>
                  </a:cubicBezTo>
                  <a:cubicBezTo>
                    <a:pt x="8" y="69"/>
                    <a:pt x="10" y="72"/>
                    <a:pt x="13" y="75"/>
                  </a:cubicBezTo>
                  <a:cubicBezTo>
                    <a:pt x="15" y="76"/>
                    <a:pt x="17" y="77"/>
                    <a:pt x="19" y="78"/>
                  </a:cubicBezTo>
                  <a:cubicBezTo>
                    <a:pt x="21" y="79"/>
                    <a:pt x="23" y="80"/>
                    <a:pt x="26" y="80"/>
                  </a:cubicBezTo>
                  <a:cubicBezTo>
                    <a:pt x="26" y="80"/>
                    <a:pt x="27" y="80"/>
                    <a:pt x="27" y="79"/>
                  </a:cubicBezTo>
                  <a:cubicBezTo>
                    <a:pt x="27" y="79"/>
                    <a:pt x="27" y="79"/>
                    <a:pt x="27" y="79"/>
                  </a:cubicBezTo>
                  <a:cubicBezTo>
                    <a:pt x="27" y="79"/>
                    <a:pt x="27" y="79"/>
                    <a:pt x="27" y="79"/>
                  </a:cubicBezTo>
                  <a:cubicBezTo>
                    <a:pt x="30" y="79"/>
                    <a:pt x="32" y="79"/>
                    <a:pt x="34" y="78"/>
                  </a:cubicBezTo>
                  <a:cubicBezTo>
                    <a:pt x="37" y="76"/>
                    <a:pt x="40" y="73"/>
                    <a:pt x="42" y="71"/>
                  </a:cubicBezTo>
                  <a:cubicBezTo>
                    <a:pt x="45" y="67"/>
                    <a:pt x="46" y="63"/>
                    <a:pt x="48" y="58"/>
                  </a:cubicBezTo>
                  <a:cubicBezTo>
                    <a:pt x="49" y="54"/>
                    <a:pt x="49" y="49"/>
                    <a:pt x="49" y="43"/>
                  </a:cubicBezTo>
                  <a:cubicBezTo>
                    <a:pt x="49" y="42"/>
                    <a:pt x="49" y="40"/>
                    <a:pt x="49" y="38"/>
                  </a:cubicBezTo>
                  <a:cubicBezTo>
                    <a:pt x="48" y="29"/>
                    <a:pt x="46" y="21"/>
                    <a:pt x="43" y="14"/>
                  </a:cubicBezTo>
                  <a:cubicBezTo>
                    <a:pt x="41" y="11"/>
                    <a:pt x="39" y="8"/>
                    <a:pt x="36" y="5"/>
                  </a:cubicBezTo>
                  <a:cubicBezTo>
                    <a:pt x="34" y="4"/>
                    <a:pt x="32" y="2"/>
                    <a:pt x="30" y="2"/>
                  </a:cubicBezTo>
                  <a:cubicBezTo>
                    <a:pt x="28" y="1"/>
                    <a:pt x="25" y="0"/>
                    <a:pt x="23" y="0"/>
                  </a:cubicBezTo>
                  <a:cubicBezTo>
                    <a:pt x="22" y="0"/>
                    <a:pt x="22" y="0"/>
                    <a:pt x="21" y="0"/>
                  </a:cubicBezTo>
                  <a:cubicBezTo>
                    <a:pt x="22" y="0"/>
                    <a:pt x="22" y="0"/>
                    <a:pt x="22" y="0"/>
                  </a:cubicBezTo>
                  <a:cubicBezTo>
                    <a:pt x="19" y="0"/>
                    <a:pt x="17" y="1"/>
                    <a:pt x="15" y="2"/>
                  </a:cubicBezTo>
                  <a:cubicBezTo>
                    <a:pt x="11" y="4"/>
                    <a:pt x="9" y="6"/>
                    <a:pt x="7" y="9"/>
                  </a:cubicBezTo>
                  <a:cubicBezTo>
                    <a:pt x="4" y="13"/>
                    <a:pt x="2" y="17"/>
                    <a:pt x="1" y="21"/>
                  </a:cubicBezTo>
                  <a:cubicBezTo>
                    <a:pt x="0" y="26"/>
                    <a:pt x="0" y="31"/>
                    <a:pt x="0" y="36"/>
                  </a:cubicBezTo>
                  <a:cubicBezTo>
                    <a:pt x="0" y="38"/>
                    <a:pt x="0" y="40"/>
                    <a:pt x="0" y="42"/>
                  </a:cubicBezTo>
                  <a:cubicBezTo>
                    <a:pt x="12" y="41"/>
                    <a:pt x="12" y="41"/>
                    <a:pt x="12" y="41"/>
                  </a:cubicBezTo>
                  <a:cubicBezTo>
                    <a:pt x="23" y="40"/>
                    <a:pt x="23" y="40"/>
                    <a:pt x="23" y="40"/>
                  </a:cubicBezTo>
                  <a:cubicBezTo>
                    <a:pt x="23" y="39"/>
                    <a:pt x="23" y="37"/>
                    <a:pt x="23" y="36"/>
                  </a:cubicBezTo>
                  <a:cubicBezTo>
                    <a:pt x="23" y="31"/>
                    <a:pt x="24" y="26"/>
                    <a:pt x="25" y="24"/>
                  </a:cubicBezTo>
                  <a:cubicBezTo>
                    <a:pt x="26" y="24"/>
                    <a:pt x="26" y="23"/>
                    <a:pt x="26" y="23"/>
                  </a:cubicBezTo>
                  <a:cubicBezTo>
                    <a:pt x="26" y="23"/>
                    <a:pt x="26" y="23"/>
                    <a:pt x="26" y="23"/>
                  </a:cubicBezTo>
                  <a:cubicBezTo>
                    <a:pt x="24" y="21"/>
                    <a:pt x="24" y="21"/>
                    <a:pt x="24" y="21"/>
                  </a:cubicBezTo>
                  <a:cubicBezTo>
                    <a:pt x="25" y="23"/>
                    <a:pt x="25" y="23"/>
                    <a:pt x="25" y="23"/>
                  </a:cubicBezTo>
                  <a:cubicBezTo>
                    <a:pt x="26" y="23"/>
                    <a:pt x="26" y="23"/>
                    <a:pt x="26" y="23"/>
                  </a:cubicBezTo>
                  <a:cubicBezTo>
                    <a:pt x="24" y="21"/>
                    <a:pt x="24" y="21"/>
                    <a:pt x="24" y="21"/>
                  </a:cubicBezTo>
                  <a:cubicBezTo>
                    <a:pt x="25" y="23"/>
                    <a:pt x="25" y="23"/>
                    <a:pt x="25" y="23"/>
                  </a:cubicBezTo>
                  <a:cubicBezTo>
                    <a:pt x="23" y="18"/>
                    <a:pt x="23" y="18"/>
                    <a:pt x="23" y="18"/>
                  </a:cubicBezTo>
                  <a:cubicBezTo>
                    <a:pt x="23" y="24"/>
                    <a:pt x="23" y="24"/>
                    <a:pt x="23" y="24"/>
                  </a:cubicBezTo>
                  <a:cubicBezTo>
                    <a:pt x="24" y="24"/>
                    <a:pt x="25" y="24"/>
                    <a:pt x="25" y="23"/>
                  </a:cubicBezTo>
                  <a:cubicBezTo>
                    <a:pt x="23" y="18"/>
                    <a:pt x="23" y="18"/>
                    <a:pt x="23" y="18"/>
                  </a:cubicBezTo>
                  <a:cubicBezTo>
                    <a:pt x="23" y="24"/>
                    <a:pt x="23" y="24"/>
                    <a:pt x="23" y="24"/>
                  </a:cubicBezTo>
                  <a:cubicBezTo>
                    <a:pt x="23" y="24"/>
                    <a:pt x="23" y="24"/>
                    <a:pt x="23" y="24"/>
                  </a:cubicBezTo>
                  <a:cubicBezTo>
                    <a:pt x="23" y="24"/>
                    <a:pt x="23" y="24"/>
                    <a:pt x="23" y="24"/>
                  </a:cubicBezTo>
                  <a:cubicBezTo>
                    <a:pt x="23" y="18"/>
                    <a:pt x="23" y="18"/>
                    <a:pt x="23" y="18"/>
                  </a:cubicBezTo>
                  <a:cubicBezTo>
                    <a:pt x="23" y="24"/>
                    <a:pt x="23" y="24"/>
                    <a:pt x="23" y="24"/>
                  </a:cubicBezTo>
                  <a:cubicBezTo>
                    <a:pt x="23" y="24"/>
                    <a:pt x="23" y="24"/>
                    <a:pt x="23" y="24"/>
                  </a:cubicBezTo>
                  <a:cubicBezTo>
                    <a:pt x="23" y="18"/>
                    <a:pt x="23" y="18"/>
                    <a:pt x="23" y="18"/>
                  </a:cubicBezTo>
                  <a:cubicBezTo>
                    <a:pt x="23" y="24"/>
                    <a:pt x="23" y="24"/>
                    <a:pt x="23" y="24"/>
                  </a:cubicBezTo>
                  <a:cubicBezTo>
                    <a:pt x="23" y="19"/>
                    <a:pt x="23" y="19"/>
                    <a:pt x="23" y="19"/>
                  </a:cubicBezTo>
                  <a:cubicBezTo>
                    <a:pt x="21" y="23"/>
                    <a:pt x="21" y="23"/>
                    <a:pt x="21" y="23"/>
                  </a:cubicBezTo>
                  <a:cubicBezTo>
                    <a:pt x="21" y="24"/>
                    <a:pt x="22" y="24"/>
                    <a:pt x="23" y="24"/>
                  </a:cubicBezTo>
                  <a:cubicBezTo>
                    <a:pt x="23" y="19"/>
                    <a:pt x="23" y="19"/>
                    <a:pt x="23" y="19"/>
                  </a:cubicBezTo>
                  <a:cubicBezTo>
                    <a:pt x="21" y="23"/>
                    <a:pt x="21" y="23"/>
                    <a:pt x="21" y="23"/>
                  </a:cubicBezTo>
                  <a:cubicBezTo>
                    <a:pt x="22" y="21"/>
                    <a:pt x="22" y="21"/>
                    <a:pt x="22" y="21"/>
                  </a:cubicBezTo>
                  <a:cubicBezTo>
                    <a:pt x="20" y="23"/>
                    <a:pt x="20" y="23"/>
                    <a:pt x="20" y="23"/>
                  </a:cubicBezTo>
                  <a:cubicBezTo>
                    <a:pt x="20" y="23"/>
                    <a:pt x="20" y="23"/>
                    <a:pt x="21" y="23"/>
                  </a:cubicBezTo>
                  <a:cubicBezTo>
                    <a:pt x="22" y="21"/>
                    <a:pt x="22" y="21"/>
                    <a:pt x="22" y="21"/>
                  </a:cubicBezTo>
                  <a:cubicBezTo>
                    <a:pt x="20" y="23"/>
                    <a:pt x="20" y="23"/>
                    <a:pt x="20" y="23"/>
                  </a:cubicBezTo>
                  <a:cubicBezTo>
                    <a:pt x="20" y="23"/>
                    <a:pt x="20" y="23"/>
                    <a:pt x="20" y="23"/>
                  </a:cubicBezTo>
                  <a:cubicBezTo>
                    <a:pt x="21" y="23"/>
                    <a:pt x="22" y="25"/>
                    <a:pt x="23" y="28"/>
                  </a:cubicBezTo>
                  <a:cubicBezTo>
                    <a:pt x="24" y="31"/>
                    <a:pt x="25" y="35"/>
                    <a:pt x="25" y="40"/>
                  </a:cubicBezTo>
                  <a:cubicBezTo>
                    <a:pt x="26" y="41"/>
                    <a:pt x="26" y="42"/>
                    <a:pt x="26" y="43"/>
                  </a:cubicBezTo>
                  <a:cubicBezTo>
                    <a:pt x="26" y="49"/>
                    <a:pt x="25" y="53"/>
                    <a:pt x="24" y="55"/>
                  </a:cubicBezTo>
                  <a:cubicBezTo>
                    <a:pt x="23" y="56"/>
                    <a:pt x="23" y="56"/>
                    <a:pt x="23" y="57"/>
                  </a:cubicBezTo>
                  <a:cubicBezTo>
                    <a:pt x="23" y="57"/>
                    <a:pt x="23" y="57"/>
                    <a:pt x="23" y="57"/>
                  </a:cubicBezTo>
                  <a:cubicBezTo>
                    <a:pt x="25" y="59"/>
                    <a:pt x="25" y="59"/>
                    <a:pt x="25" y="59"/>
                  </a:cubicBezTo>
                  <a:cubicBezTo>
                    <a:pt x="23" y="56"/>
                    <a:pt x="23" y="56"/>
                    <a:pt x="23" y="56"/>
                  </a:cubicBezTo>
                  <a:cubicBezTo>
                    <a:pt x="23" y="57"/>
                    <a:pt x="23" y="57"/>
                    <a:pt x="23" y="57"/>
                  </a:cubicBezTo>
                  <a:cubicBezTo>
                    <a:pt x="25" y="59"/>
                    <a:pt x="25" y="59"/>
                    <a:pt x="25" y="59"/>
                  </a:cubicBezTo>
                  <a:cubicBezTo>
                    <a:pt x="23" y="56"/>
                    <a:pt x="23" y="56"/>
                    <a:pt x="23" y="56"/>
                  </a:cubicBezTo>
                  <a:cubicBezTo>
                    <a:pt x="26" y="61"/>
                    <a:pt x="26" y="61"/>
                    <a:pt x="26" y="61"/>
                  </a:cubicBezTo>
                  <a:cubicBezTo>
                    <a:pt x="26" y="56"/>
                    <a:pt x="26" y="56"/>
                    <a:pt x="26" y="56"/>
                  </a:cubicBezTo>
                  <a:cubicBezTo>
                    <a:pt x="25" y="56"/>
                    <a:pt x="24" y="56"/>
                    <a:pt x="23" y="56"/>
                  </a:cubicBezTo>
                  <a:cubicBezTo>
                    <a:pt x="26" y="61"/>
                    <a:pt x="26" y="61"/>
                    <a:pt x="26" y="61"/>
                  </a:cubicBezTo>
                  <a:cubicBezTo>
                    <a:pt x="26" y="56"/>
                    <a:pt x="26" y="56"/>
                    <a:pt x="26" y="56"/>
                  </a:cubicBezTo>
                  <a:cubicBezTo>
                    <a:pt x="26" y="56"/>
                    <a:pt x="26" y="56"/>
                    <a:pt x="26" y="56"/>
                  </a:cubicBezTo>
                  <a:cubicBezTo>
                    <a:pt x="26" y="61"/>
                    <a:pt x="26" y="61"/>
                    <a:pt x="26" y="61"/>
                  </a:cubicBezTo>
                  <a:cubicBezTo>
                    <a:pt x="26" y="56"/>
                    <a:pt x="26" y="56"/>
                    <a:pt x="26" y="56"/>
                  </a:cubicBezTo>
                  <a:cubicBezTo>
                    <a:pt x="26" y="56"/>
                    <a:pt x="26" y="56"/>
                    <a:pt x="26" y="56"/>
                  </a:cubicBezTo>
                  <a:cubicBezTo>
                    <a:pt x="26" y="61"/>
                    <a:pt x="26" y="61"/>
                    <a:pt x="26" y="61"/>
                  </a:cubicBezTo>
                  <a:cubicBezTo>
                    <a:pt x="26" y="56"/>
                    <a:pt x="26" y="56"/>
                    <a:pt x="26" y="56"/>
                  </a:cubicBezTo>
                  <a:cubicBezTo>
                    <a:pt x="26" y="61"/>
                    <a:pt x="26" y="61"/>
                    <a:pt x="26" y="61"/>
                  </a:cubicBezTo>
                  <a:cubicBezTo>
                    <a:pt x="28" y="56"/>
                    <a:pt x="28" y="56"/>
                    <a:pt x="28" y="56"/>
                  </a:cubicBezTo>
                  <a:cubicBezTo>
                    <a:pt x="28" y="56"/>
                    <a:pt x="27" y="56"/>
                    <a:pt x="26" y="56"/>
                  </a:cubicBezTo>
                  <a:cubicBezTo>
                    <a:pt x="26" y="61"/>
                    <a:pt x="26" y="61"/>
                    <a:pt x="26" y="61"/>
                  </a:cubicBezTo>
                  <a:cubicBezTo>
                    <a:pt x="28" y="56"/>
                    <a:pt x="28" y="56"/>
                    <a:pt x="28" y="56"/>
                  </a:cubicBezTo>
                  <a:cubicBezTo>
                    <a:pt x="27" y="59"/>
                    <a:pt x="27" y="59"/>
                    <a:pt x="27" y="59"/>
                  </a:cubicBezTo>
                  <a:cubicBezTo>
                    <a:pt x="29" y="56"/>
                    <a:pt x="29" y="56"/>
                    <a:pt x="29" y="56"/>
                  </a:cubicBezTo>
                  <a:cubicBezTo>
                    <a:pt x="29" y="56"/>
                    <a:pt x="28" y="56"/>
                    <a:pt x="28" y="56"/>
                  </a:cubicBezTo>
                  <a:cubicBezTo>
                    <a:pt x="27" y="59"/>
                    <a:pt x="27" y="59"/>
                    <a:pt x="27" y="59"/>
                  </a:cubicBezTo>
                  <a:cubicBezTo>
                    <a:pt x="29" y="56"/>
                    <a:pt x="29" y="56"/>
                    <a:pt x="29" y="56"/>
                  </a:cubicBezTo>
                  <a:cubicBezTo>
                    <a:pt x="29" y="56"/>
                    <a:pt x="29" y="56"/>
                    <a:pt x="29" y="56"/>
                  </a:cubicBezTo>
                  <a:cubicBezTo>
                    <a:pt x="28" y="56"/>
                    <a:pt x="27" y="54"/>
                    <a:pt x="26" y="51"/>
                  </a:cubicBezTo>
                  <a:cubicBezTo>
                    <a:pt x="25" y="48"/>
                    <a:pt x="24" y="44"/>
                    <a:pt x="23" y="40"/>
                  </a:cubicBezTo>
                  <a:lnTo>
                    <a:pt x="12" y="4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6" name="Google Shape;176;p13"/>
            <p:cNvSpPr/>
            <p:nvPr/>
          </p:nvSpPr>
          <p:spPr>
            <a:xfrm>
              <a:off x="9660216" y="1692959"/>
              <a:ext cx="554311" cy="301965"/>
            </a:xfrm>
            <a:custGeom>
              <a:rect b="b" l="l" r="r" t="t"/>
              <a:pathLst>
                <a:path extrusionOk="0" h="157" w="287">
                  <a:moveTo>
                    <a:pt x="272" y="147"/>
                  </a:moveTo>
                  <a:cubicBezTo>
                    <a:pt x="244" y="148"/>
                    <a:pt x="216" y="147"/>
                    <a:pt x="188" y="146"/>
                  </a:cubicBezTo>
                  <a:cubicBezTo>
                    <a:pt x="156" y="145"/>
                    <a:pt x="123" y="144"/>
                    <a:pt x="92" y="139"/>
                  </a:cubicBezTo>
                  <a:cubicBezTo>
                    <a:pt x="67" y="135"/>
                    <a:pt x="60" y="102"/>
                    <a:pt x="53" y="82"/>
                  </a:cubicBezTo>
                  <a:cubicBezTo>
                    <a:pt x="44" y="57"/>
                    <a:pt x="39" y="26"/>
                    <a:pt x="24" y="5"/>
                  </a:cubicBezTo>
                  <a:cubicBezTo>
                    <a:pt x="21" y="0"/>
                    <a:pt x="0" y="9"/>
                    <a:pt x="1" y="11"/>
                  </a:cubicBezTo>
                  <a:cubicBezTo>
                    <a:pt x="18" y="35"/>
                    <a:pt x="23" y="69"/>
                    <a:pt x="33" y="96"/>
                  </a:cubicBezTo>
                  <a:cubicBezTo>
                    <a:pt x="41" y="118"/>
                    <a:pt x="47" y="143"/>
                    <a:pt x="72" y="147"/>
                  </a:cubicBezTo>
                  <a:cubicBezTo>
                    <a:pt x="105" y="153"/>
                    <a:pt x="140" y="154"/>
                    <a:pt x="173" y="155"/>
                  </a:cubicBezTo>
                  <a:cubicBezTo>
                    <a:pt x="202" y="156"/>
                    <a:pt x="232" y="157"/>
                    <a:pt x="262" y="155"/>
                  </a:cubicBezTo>
                  <a:cubicBezTo>
                    <a:pt x="268" y="155"/>
                    <a:pt x="287" y="146"/>
                    <a:pt x="272" y="14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7" name="Google Shape;177;p13"/>
            <p:cNvSpPr/>
            <p:nvPr/>
          </p:nvSpPr>
          <p:spPr>
            <a:xfrm>
              <a:off x="10079848" y="2897982"/>
              <a:ext cx="650713" cy="1060420"/>
            </a:xfrm>
            <a:custGeom>
              <a:rect b="b" l="l" r="r" t="t"/>
              <a:pathLst>
                <a:path extrusionOk="0" h="549" w="338">
                  <a:moveTo>
                    <a:pt x="320" y="525"/>
                  </a:moveTo>
                  <a:cubicBezTo>
                    <a:pt x="225" y="489"/>
                    <a:pt x="156" y="407"/>
                    <a:pt x="109" y="321"/>
                  </a:cubicBezTo>
                  <a:cubicBezTo>
                    <a:pt x="59" y="229"/>
                    <a:pt x="31" y="120"/>
                    <a:pt x="39" y="15"/>
                  </a:cubicBezTo>
                  <a:cubicBezTo>
                    <a:pt x="40" y="0"/>
                    <a:pt x="9" y="5"/>
                    <a:pt x="8" y="18"/>
                  </a:cubicBezTo>
                  <a:cubicBezTo>
                    <a:pt x="0" y="126"/>
                    <a:pt x="28" y="234"/>
                    <a:pt x="78" y="329"/>
                  </a:cubicBezTo>
                  <a:cubicBezTo>
                    <a:pt x="126" y="422"/>
                    <a:pt x="202" y="506"/>
                    <a:pt x="301" y="545"/>
                  </a:cubicBezTo>
                  <a:cubicBezTo>
                    <a:pt x="314" y="549"/>
                    <a:pt x="338" y="532"/>
                    <a:pt x="320" y="52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8" name="Google Shape;178;p13"/>
            <p:cNvSpPr/>
            <p:nvPr/>
          </p:nvSpPr>
          <p:spPr>
            <a:xfrm>
              <a:off x="9647457" y="2788821"/>
              <a:ext cx="418214" cy="1121379"/>
            </a:xfrm>
            <a:custGeom>
              <a:rect b="b" l="l" r="r" t="t"/>
              <a:pathLst>
                <a:path extrusionOk="0" h="581" w="217">
                  <a:moveTo>
                    <a:pt x="145" y="11"/>
                  </a:moveTo>
                  <a:cubicBezTo>
                    <a:pt x="61" y="84"/>
                    <a:pt x="0" y="179"/>
                    <a:pt x="14" y="294"/>
                  </a:cubicBezTo>
                  <a:cubicBezTo>
                    <a:pt x="28" y="403"/>
                    <a:pt x="104" y="496"/>
                    <a:pt x="178" y="571"/>
                  </a:cubicBezTo>
                  <a:cubicBezTo>
                    <a:pt x="188" y="581"/>
                    <a:pt x="217" y="568"/>
                    <a:pt x="206" y="557"/>
                  </a:cubicBezTo>
                  <a:cubicBezTo>
                    <a:pt x="135" y="486"/>
                    <a:pt x="68" y="402"/>
                    <a:pt x="48" y="301"/>
                  </a:cubicBezTo>
                  <a:cubicBezTo>
                    <a:pt x="26" y="192"/>
                    <a:pt x="86" y="95"/>
                    <a:pt x="165" y="25"/>
                  </a:cubicBezTo>
                  <a:cubicBezTo>
                    <a:pt x="181" y="11"/>
                    <a:pt x="156" y="0"/>
                    <a:pt x="145"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79" name="Google Shape;179;p13"/>
            <p:cNvSpPr/>
            <p:nvPr/>
          </p:nvSpPr>
          <p:spPr>
            <a:xfrm>
              <a:off x="9935245" y="3869089"/>
              <a:ext cx="195639" cy="231081"/>
            </a:xfrm>
            <a:custGeom>
              <a:rect b="b" l="l" r="r" t="t"/>
              <a:pathLst>
                <a:path extrusionOk="0" h="120" w="102">
                  <a:moveTo>
                    <a:pt x="30" y="14"/>
                  </a:moveTo>
                  <a:cubicBezTo>
                    <a:pt x="95" y="35"/>
                    <a:pt x="38" y="92"/>
                    <a:pt x="5" y="113"/>
                  </a:cubicBezTo>
                  <a:cubicBezTo>
                    <a:pt x="0" y="116"/>
                    <a:pt x="1" y="120"/>
                    <a:pt x="7" y="120"/>
                  </a:cubicBezTo>
                  <a:cubicBezTo>
                    <a:pt x="14" y="120"/>
                    <a:pt x="22" y="118"/>
                    <a:pt x="29" y="114"/>
                  </a:cubicBezTo>
                  <a:cubicBezTo>
                    <a:pt x="51" y="100"/>
                    <a:pt x="73" y="81"/>
                    <a:pt x="87" y="57"/>
                  </a:cubicBezTo>
                  <a:cubicBezTo>
                    <a:pt x="102" y="29"/>
                    <a:pt x="82" y="11"/>
                    <a:pt x="56" y="2"/>
                  </a:cubicBezTo>
                  <a:cubicBezTo>
                    <a:pt x="49" y="0"/>
                    <a:pt x="21" y="12"/>
                    <a:pt x="30" y="1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80" name="Google Shape;180;p13"/>
            <p:cNvSpPr/>
            <p:nvPr/>
          </p:nvSpPr>
          <p:spPr>
            <a:xfrm>
              <a:off x="10455531" y="3897443"/>
              <a:ext cx="260852" cy="272193"/>
            </a:xfrm>
            <a:custGeom>
              <a:rect b="b" l="l" r="r" t="t"/>
              <a:pathLst>
                <a:path extrusionOk="0" h="141" w="135">
                  <a:moveTo>
                    <a:pt x="103" y="19"/>
                  </a:moveTo>
                  <a:cubicBezTo>
                    <a:pt x="103" y="69"/>
                    <a:pt x="60" y="97"/>
                    <a:pt x="19" y="117"/>
                  </a:cubicBezTo>
                  <a:cubicBezTo>
                    <a:pt x="0" y="126"/>
                    <a:pt x="17" y="141"/>
                    <a:pt x="33" y="133"/>
                  </a:cubicBezTo>
                  <a:cubicBezTo>
                    <a:pt x="80" y="111"/>
                    <a:pt x="135" y="75"/>
                    <a:pt x="134" y="16"/>
                  </a:cubicBezTo>
                  <a:cubicBezTo>
                    <a:pt x="134" y="0"/>
                    <a:pt x="102" y="6"/>
                    <a:pt x="103"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81" name="Google Shape;181;p13"/>
            <p:cNvSpPr/>
            <p:nvPr/>
          </p:nvSpPr>
          <p:spPr>
            <a:xfrm>
              <a:off x="9485842" y="1644758"/>
              <a:ext cx="741444" cy="734355"/>
            </a:xfrm>
            <a:custGeom>
              <a:rect b="b" l="l" r="r" t="t"/>
              <a:pathLst>
                <a:path extrusionOk="0" h="381" w="385">
                  <a:moveTo>
                    <a:pt x="8" y="11"/>
                  </a:moveTo>
                  <a:cubicBezTo>
                    <a:pt x="0" y="68"/>
                    <a:pt x="11" y="128"/>
                    <a:pt x="30" y="182"/>
                  </a:cubicBezTo>
                  <a:cubicBezTo>
                    <a:pt x="51" y="240"/>
                    <a:pt x="87" y="299"/>
                    <a:pt x="143" y="329"/>
                  </a:cubicBezTo>
                  <a:cubicBezTo>
                    <a:pt x="236" y="381"/>
                    <a:pt x="312" y="271"/>
                    <a:pt x="375" y="221"/>
                  </a:cubicBezTo>
                  <a:cubicBezTo>
                    <a:pt x="385" y="213"/>
                    <a:pt x="362" y="215"/>
                    <a:pt x="357" y="219"/>
                  </a:cubicBezTo>
                  <a:cubicBezTo>
                    <a:pt x="325" y="243"/>
                    <a:pt x="299" y="274"/>
                    <a:pt x="268" y="299"/>
                  </a:cubicBezTo>
                  <a:cubicBezTo>
                    <a:pt x="251" y="313"/>
                    <a:pt x="232" y="325"/>
                    <a:pt x="210" y="329"/>
                  </a:cubicBezTo>
                  <a:cubicBezTo>
                    <a:pt x="184" y="333"/>
                    <a:pt x="159" y="319"/>
                    <a:pt x="139" y="304"/>
                  </a:cubicBezTo>
                  <a:cubicBezTo>
                    <a:pt x="95" y="270"/>
                    <a:pt x="68" y="217"/>
                    <a:pt x="50" y="164"/>
                  </a:cubicBezTo>
                  <a:cubicBezTo>
                    <a:pt x="33" y="115"/>
                    <a:pt x="24" y="60"/>
                    <a:pt x="31" y="7"/>
                  </a:cubicBezTo>
                  <a:cubicBezTo>
                    <a:pt x="32" y="0"/>
                    <a:pt x="9" y="4"/>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82" name="Google Shape;182;p13"/>
            <p:cNvSpPr/>
            <p:nvPr/>
          </p:nvSpPr>
          <p:spPr>
            <a:xfrm>
              <a:off x="9253343" y="1597975"/>
              <a:ext cx="412543" cy="250928"/>
            </a:xfrm>
            <a:custGeom>
              <a:rect b="b" l="l" r="r" t="t"/>
              <a:pathLst>
                <a:path extrusionOk="0" h="130" w="214">
                  <a:moveTo>
                    <a:pt x="156" y="31"/>
                  </a:moveTo>
                  <a:cubicBezTo>
                    <a:pt x="214" y="130"/>
                    <a:pt x="0" y="11"/>
                    <a:pt x="111" y="0"/>
                  </a:cubicBezTo>
                  <a:cubicBezTo>
                    <a:pt x="114" y="13"/>
                    <a:pt x="126" y="21"/>
                    <a:pt x="129" y="28"/>
                  </a:cubicBezTo>
                  <a:cubicBezTo>
                    <a:pt x="133" y="22"/>
                    <a:pt x="143" y="18"/>
                    <a:pt x="148" y="11"/>
                  </a:cubicBezTo>
                  <a:cubicBezTo>
                    <a:pt x="153" y="14"/>
                    <a:pt x="157" y="23"/>
                    <a:pt x="163"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83" name="Google Shape;183;p13"/>
            <p:cNvSpPr/>
            <p:nvPr/>
          </p:nvSpPr>
          <p:spPr>
            <a:xfrm>
              <a:off x="9369593" y="1582380"/>
              <a:ext cx="235334" cy="171539"/>
            </a:xfrm>
            <a:custGeom>
              <a:rect b="b" l="l" r="r" t="t"/>
              <a:pathLst>
                <a:path extrusionOk="0" h="89" w="122">
                  <a:moveTo>
                    <a:pt x="82" y="43"/>
                  </a:moveTo>
                  <a:cubicBezTo>
                    <a:pt x="86" y="50"/>
                    <a:pt x="91" y="58"/>
                    <a:pt x="92" y="67"/>
                  </a:cubicBezTo>
                  <a:cubicBezTo>
                    <a:pt x="92" y="70"/>
                    <a:pt x="92" y="72"/>
                    <a:pt x="91" y="74"/>
                  </a:cubicBezTo>
                  <a:cubicBezTo>
                    <a:pt x="91" y="74"/>
                    <a:pt x="91" y="74"/>
                    <a:pt x="91" y="74"/>
                  </a:cubicBezTo>
                  <a:cubicBezTo>
                    <a:pt x="92" y="73"/>
                    <a:pt x="96" y="71"/>
                    <a:pt x="96" y="71"/>
                  </a:cubicBezTo>
                  <a:cubicBezTo>
                    <a:pt x="97" y="71"/>
                    <a:pt x="101" y="71"/>
                    <a:pt x="98" y="71"/>
                  </a:cubicBezTo>
                  <a:cubicBezTo>
                    <a:pt x="96" y="71"/>
                    <a:pt x="97" y="71"/>
                    <a:pt x="98" y="71"/>
                  </a:cubicBezTo>
                  <a:cubicBezTo>
                    <a:pt x="97" y="71"/>
                    <a:pt x="96" y="71"/>
                    <a:pt x="95" y="71"/>
                  </a:cubicBezTo>
                  <a:cubicBezTo>
                    <a:pt x="91" y="70"/>
                    <a:pt x="91" y="70"/>
                    <a:pt x="87" y="68"/>
                  </a:cubicBezTo>
                  <a:cubicBezTo>
                    <a:pt x="79" y="66"/>
                    <a:pt x="72" y="62"/>
                    <a:pt x="65" y="58"/>
                  </a:cubicBezTo>
                  <a:cubicBezTo>
                    <a:pt x="53" y="52"/>
                    <a:pt x="39" y="42"/>
                    <a:pt x="34" y="29"/>
                  </a:cubicBezTo>
                  <a:cubicBezTo>
                    <a:pt x="32" y="24"/>
                    <a:pt x="32" y="21"/>
                    <a:pt x="35" y="18"/>
                  </a:cubicBezTo>
                  <a:cubicBezTo>
                    <a:pt x="34" y="19"/>
                    <a:pt x="35" y="18"/>
                    <a:pt x="35" y="18"/>
                  </a:cubicBezTo>
                  <a:cubicBezTo>
                    <a:pt x="35" y="18"/>
                    <a:pt x="37" y="17"/>
                    <a:pt x="35" y="17"/>
                  </a:cubicBezTo>
                  <a:cubicBezTo>
                    <a:pt x="41" y="16"/>
                    <a:pt x="42" y="15"/>
                    <a:pt x="49" y="15"/>
                  </a:cubicBezTo>
                  <a:cubicBezTo>
                    <a:pt x="45" y="14"/>
                    <a:pt x="41" y="13"/>
                    <a:pt x="37" y="12"/>
                  </a:cubicBezTo>
                  <a:cubicBezTo>
                    <a:pt x="40" y="23"/>
                    <a:pt x="50" y="30"/>
                    <a:pt x="55" y="40"/>
                  </a:cubicBezTo>
                  <a:cubicBezTo>
                    <a:pt x="58" y="49"/>
                    <a:pt x="78" y="41"/>
                    <a:pt x="82" y="36"/>
                  </a:cubicBezTo>
                  <a:cubicBezTo>
                    <a:pt x="87" y="30"/>
                    <a:pt x="96" y="26"/>
                    <a:pt x="101" y="19"/>
                  </a:cubicBezTo>
                  <a:cubicBezTo>
                    <a:pt x="92" y="21"/>
                    <a:pt x="84" y="22"/>
                    <a:pt x="75" y="24"/>
                  </a:cubicBezTo>
                  <a:cubicBezTo>
                    <a:pt x="81" y="28"/>
                    <a:pt x="83" y="35"/>
                    <a:pt x="89" y="39"/>
                  </a:cubicBezTo>
                  <a:cubicBezTo>
                    <a:pt x="95" y="43"/>
                    <a:pt x="102" y="41"/>
                    <a:pt x="108" y="39"/>
                  </a:cubicBezTo>
                  <a:cubicBezTo>
                    <a:pt x="110" y="38"/>
                    <a:pt x="121" y="32"/>
                    <a:pt x="116" y="29"/>
                  </a:cubicBezTo>
                  <a:cubicBezTo>
                    <a:pt x="110" y="25"/>
                    <a:pt x="107" y="18"/>
                    <a:pt x="101" y="14"/>
                  </a:cubicBezTo>
                  <a:cubicBezTo>
                    <a:pt x="94" y="9"/>
                    <a:pt x="80" y="13"/>
                    <a:pt x="75" y="19"/>
                  </a:cubicBezTo>
                  <a:cubicBezTo>
                    <a:pt x="69" y="26"/>
                    <a:pt x="61" y="30"/>
                    <a:pt x="56" y="37"/>
                  </a:cubicBezTo>
                  <a:cubicBezTo>
                    <a:pt x="65" y="35"/>
                    <a:pt x="74" y="34"/>
                    <a:pt x="83" y="33"/>
                  </a:cubicBezTo>
                  <a:cubicBezTo>
                    <a:pt x="79" y="22"/>
                    <a:pt x="69" y="15"/>
                    <a:pt x="65" y="4"/>
                  </a:cubicBezTo>
                  <a:cubicBezTo>
                    <a:pt x="64" y="0"/>
                    <a:pt x="56" y="0"/>
                    <a:pt x="53" y="1"/>
                  </a:cubicBezTo>
                  <a:cubicBezTo>
                    <a:pt x="37" y="3"/>
                    <a:pt x="0" y="10"/>
                    <a:pt x="4" y="33"/>
                  </a:cubicBezTo>
                  <a:cubicBezTo>
                    <a:pt x="7" y="50"/>
                    <a:pt x="28" y="63"/>
                    <a:pt x="42" y="71"/>
                  </a:cubicBezTo>
                  <a:cubicBezTo>
                    <a:pt x="59" y="81"/>
                    <a:pt x="80" y="89"/>
                    <a:pt x="100" y="84"/>
                  </a:cubicBezTo>
                  <a:cubicBezTo>
                    <a:pt x="109" y="81"/>
                    <a:pt x="119" y="76"/>
                    <a:pt x="120" y="66"/>
                  </a:cubicBezTo>
                  <a:cubicBezTo>
                    <a:pt x="122" y="55"/>
                    <a:pt x="116" y="44"/>
                    <a:pt x="110" y="35"/>
                  </a:cubicBezTo>
                  <a:cubicBezTo>
                    <a:pt x="105" y="26"/>
                    <a:pt x="78" y="36"/>
                    <a:pt x="82" y="4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新聞連結：http://news.ltn.com.tw/news/life/breakingnews/2533628&#10;大部分人小時候可能都有這樣的經驗：用空白筆記本或是在書本角落畫上連續的動作，藉此製作翻頁動畫來自得其樂。在國外就有一名熱愛七龍珠的網友Etoilec 1，自製了全彩手繪手翻書，武打特效都繪製得相當細緻，完全不輸用電腦製作出來的效果。同時他還自行配上各種生動音效，增加動畫臨場感。這些超用心且精美的動畫，讓網友大呼精彩，也敲碗他多做一點。&#10;&#10;credit:Etoilec 1&#10;https://www.youtube.com/channel/UCKpvVIrdj_gBxOKmDkZ3-cw" id="188" name="Google Shape;188;p14" title="不要問為什麼跪著看！ 網友一人自製全彩七龍珠翻頁動畫">
            <a:hlinkClick r:id="rId3"/>
          </p:cNvPr>
          <p:cNvPicPr preferRelativeResize="0"/>
          <p:nvPr/>
        </p:nvPicPr>
        <p:blipFill>
          <a:blip r:embed="rId4">
            <a:alphaModFix/>
          </a:blip>
          <a:stretch>
            <a:fillRect/>
          </a:stretch>
        </p:blipFill>
        <p:spPr>
          <a:xfrm>
            <a:off x="2662600" y="2006100"/>
            <a:ext cx="6866800" cy="3862575"/>
          </a:xfrm>
          <a:prstGeom prst="rect">
            <a:avLst/>
          </a:prstGeom>
          <a:noFill/>
          <a:ln>
            <a:noFill/>
          </a:ln>
        </p:spPr>
      </p:pic>
      <p:sp>
        <p:nvSpPr>
          <p:cNvPr id="189" name="Google Shape;189;p14"/>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主題思考</a:t>
            </a:r>
            <a:endParaRPr sz="3600">
              <a:solidFill>
                <a:schemeClr val="dk1"/>
              </a:solidFill>
              <a:latin typeface="Yusei Magic"/>
              <a:ea typeface="Yusei Magic"/>
              <a:cs typeface="Yusei Magic"/>
              <a:sym typeface="Yusei Magic"/>
            </a:endParaRPr>
          </a:p>
        </p:txBody>
      </p:sp>
      <p:grpSp>
        <p:nvGrpSpPr>
          <p:cNvPr id="190" name="Google Shape;190;p14"/>
          <p:cNvGrpSpPr/>
          <p:nvPr/>
        </p:nvGrpSpPr>
        <p:grpSpPr>
          <a:xfrm flipH="1">
            <a:off x="1158818" y="4294835"/>
            <a:ext cx="1913866" cy="2430717"/>
            <a:chOff x="8139051" y="774306"/>
            <a:chExt cx="2648216" cy="3395330"/>
          </a:xfrm>
        </p:grpSpPr>
        <p:sp>
          <p:nvSpPr>
            <p:cNvPr id="191" name="Google Shape;191;p14"/>
            <p:cNvSpPr/>
            <p:nvPr/>
          </p:nvSpPr>
          <p:spPr>
            <a:xfrm>
              <a:off x="10125213" y="1433525"/>
              <a:ext cx="662054" cy="575576"/>
            </a:xfrm>
            <a:custGeom>
              <a:rect b="b" l="l" r="r" t="t"/>
              <a:pathLst>
                <a:path extrusionOk="0" h="298" w="343">
                  <a:moveTo>
                    <a:pt x="0" y="207"/>
                  </a:moveTo>
                  <a:cubicBezTo>
                    <a:pt x="141" y="298"/>
                    <a:pt x="343" y="138"/>
                    <a:pt x="167" y="28"/>
                  </a:cubicBezTo>
                  <a:cubicBezTo>
                    <a:pt x="122" y="0"/>
                    <a:pt x="66" y="11"/>
                    <a:pt x="23" y="3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2" name="Google Shape;192;p14"/>
            <p:cNvSpPr/>
            <p:nvPr/>
          </p:nvSpPr>
          <p:spPr>
            <a:xfrm>
              <a:off x="10096860" y="1420766"/>
              <a:ext cx="531628" cy="513198"/>
            </a:xfrm>
            <a:custGeom>
              <a:rect b="b" l="l" r="r" t="t"/>
              <a:pathLst>
                <a:path extrusionOk="0" h="266" w="276">
                  <a:moveTo>
                    <a:pt x="4" y="218"/>
                  </a:moveTo>
                  <a:cubicBezTo>
                    <a:pt x="80" y="266"/>
                    <a:pt x="211" y="253"/>
                    <a:pt x="254" y="164"/>
                  </a:cubicBezTo>
                  <a:cubicBezTo>
                    <a:pt x="276" y="119"/>
                    <a:pt x="248" y="73"/>
                    <a:pt x="212" y="45"/>
                  </a:cubicBezTo>
                  <a:cubicBezTo>
                    <a:pt x="157" y="0"/>
                    <a:pt x="86" y="9"/>
                    <a:pt x="29" y="45"/>
                  </a:cubicBezTo>
                  <a:cubicBezTo>
                    <a:pt x="19" y="52"/>
                    <a:pt x="43" y="50"/>
                    <a:pt x="47" y="47"/>
                  </a:cubicBezTo>
                  <a:cubicBezTo>
                    <a:pt x="76" y="28"/>
                    <a:pt x="109" y="19"/>
                    <a:pt x="143" y="27"/>
                  </a:cubicBezTo>
                  <a:cubicBezTo>
                    <a:pt x="169" y="33"/>
                    <a:pt x="192" y="52"/>
                    <a:pt x="210" y="71"/>
                  </a:cubicBezTo>
                  <a:cubicBezTo>
                    <a:pt x="235" y="96"/>
                    <a:pt x="246" y="131"/>
                    <a:pt x="232" y="165"/>
                  </a:cubicBezTo>
                  <a:cubicBezTo>
                    <a:pt x="201" y="246"/>
                    <a:pt x="90" y="250"/>
                    <a:pt x="26" y="210"/>
                  </a:cubicBezTo>
                  <a:cubicBezTo>
                    <a:pt x="20" y="206"/>
                    <a:pt x="0" y="215"/>
                    <a:pt x="4" y="2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3" name="Google Shape;193;p14"/>
            <p:cNvSpPr/>
            <p:nvPr/>
          </p:nvSpPr>
          <p:spPr>
            <a:xfrm>
              <a:off x="9694240" y="1334287"/>
              <a:ext cx="123338" cy="83643"/>
            </a:xfrm>
            <a:custGeom>
              <a:rect b="b" l="l" r="r" t="t"/>
              <a:pathLst>
                <a:path extrusionOk="0" h="44" w="64">
                  <a:moveTo>
                    <a:pt x="64" y="41"/>
                  </a:moveTo>
                  <a:cubicBezTo>
                    <a:pt x="64" y="41"/>
                    <a:pt x="64" y="40"/>
                    <a:pt x="64" y="39"/>
                  </a:cubicBezTo>
                  <a:cubicBezTo>
                    <a:pt x="64" y="38"/>
                    <a:pt x="64" y="38"/>
                    <a:pt x="64" y="37"/>
                  </a:cubicBezTo>
                  <a:cubicBezTo>
                    <a:pt x="63" y="36"/>
                    <a:pt x="63" y="36"/>
                    <a:pt x="63" y="36"/>
                  </a:cubicBezTo>
                  <a:cubicBezTo>
                    <a:pt x="62" y="35"/>
                    <a:pt x="62" y="35"/>
                    <a:pt x="61" y="34"/>
                  </a:cubicBezTo>
                  <a:cubicBezTo>
                    <a:pt x="58" y="32"/>
                    <a:pt x="54" y="29"/>
                    <a:pt x="48" y="26"/>
                  </a:cubicBezTo>
                  <a:cubicBezTo>
                    <a:pt x="32" y="15"/>
                    <a:pt x="6" y="1"/>
                    <a:pt x="6" y="1"/>
                  </a:cubicBezTo>
                  <a:cubicBezTo>
                    <a:pt x="4" y="0"/>
                    <a:pt x="2" y="0"/>
                    <a:pt x="1" y="2"/>
                  </a:cubicBezTo>
                  <a:cubicBezTo>
                    <a:pt x="0" y="4"/>
                    <a:pt x="0" y="7"/>
                    <a:pt x="2" y="8"/>
                  </a:cubicBezTo>
                  <a:cubicBezTo>
                    <a:pt x="2" y="8"/>
                    <a:pt x="6" y="10"/>
                    <a:pt x="11" y="13"/>
                  </a:cubicBezTo>
                  <a:cubicBezTo>
                    <a:pt x="19" y="17"/>
                    <a:pt x="31" y="24"/>
                    <a:pt x="40" y="30"/>
                  </a:cubicBezTo>
                  <a:cubicBezTo>
                    <a:pt x="45" y="33"/>
                    <a:pt x="50" y="36"/>
                    <a:pt x="53" y="38"/>
                  </a:cubicBezTo>
                  <a:cubicBezTo>
                    <a:pt x="54" y="39"/>
                    <a:pt x="56" y="40"/>
                    <a:pt x="56" y="41"/>
                  </a:cubicBezTo>
                  <a:cubicBezTo>
                    <a:pt x="57" y="41"/>
                    <a:pt x="57" y="41"/>
                    <a:pt x="57" y="41"/>
                  </a:cubicBezTo>
                  <a:cubicBezTo>
                    <a:pt x="58" y="40"/>
                    <a:pt x="58" y="40"/>
                    <a:pt x="58" y="40"/>
                  </a:cubicBezTo>
                  <a:cubicBezTo>
                    <a:pt x="57" y="41"/>
                    <a:pt x="57" y="41"/>
                    <a:pt x="57" y="41"/>
                  </a:cubicBezTo>
                  <a:cubicBezTo>
                    <a:pt x="57" y="41"/>
                    <a:pt x="57" y="41"/>
                    <a:pt x="57" y="41"/>
                  </a:cubicBezTo>
                  <a:cubicBezTo>
                    <a:pt x="58" y="40"/>
                    <a:pt x="58" y="40"/>
                    <a:pt x="58" y="40"/>
                  </a:cubicBezTo>
                  <a:cubicBezTo>
                    <a:pt x="57" y="41"/>
                    <a:pt x="57" y="41"/>
                    <a:pt x="57" y="41"/>
                  </a:cubicBezTo>
                  <a:cubicBezTo>
                    <a:pt x="60" y="39"/>
                    <a:pt x="60" y="39"/>
                    <a:pt x="60" y="39"/>
                  </a:cubicBezTo>
                  <a:cubicBezTo>
                    <a:pt x="56" y="39"/>
                    <a:pt x="56" y="39"/>
                    <a:pt x="56" y="39"/>
                  </a:cubicBezTo>
                  <a:cubicBezTo>
                    <a:pt x="56" y="40"/>
                    <a:pt x="57" y="41"/>
                    <a:pt x="57" y="41"/>
                  </a:cubicBezTo>
                  <a:cubicBezTo>
                    <a:pt x="60" y="39"/>
                    <a:pt x="60" y="39"/>
                    <a:pt x="60" y="39"/>
                  </a:cubicBezTo>
                  <a:cubicBezTo>
                    <a:pt x="56" y="39"/>
                    <a:pt x="56" y="39"/>
                    <a:pt x="56" y="39"/>
                  </a:cubicBezTo>
                  <a:cubicBezTo>
                    <a:pt x="60" y="39"/>
                    <a:pt x="60" y="39"/>
                    <a:pt x="60" y="39"/>
                  </a:cubicBezTo>
                  <a:cubicBezTo>
                    <a:pt x="57" y="37"/>
                    <a:pt x="57" y="37"/>
                    <a:pt x="57" y="37"/>
                  </a:cubicBezTo>
                  <a:cubicBezTo>
                    <a:pt x="56" y="38"/>
                    <a:pt x="56" y="39"/>
                    <a:pt x="56" y="39"/>
                  </a:cubicBezTo>
                  <a:cubicBezTo>
                    <a:pt x="60" y="39"/>
                    <a:pt x="60" y="39"/>
                    <a:pt x="60" y="39"/>
                  </a:cubicBezTo>
                  <a:cubicBezTo>
                    <a:pt x="57" y="37"/>
                    <a:pt x="57" y="37"/>
                    <a:pt x="57" y="37"/>
                  </a:cubicBezTo>
                  <a:cubicBezTo>
                    <a:pt x="56" y="39"/>
                    <a:pt x="56" y="41"/>
                    <a:pt x="58" y="43"/>
                  </a:cubicBezTo>
                  <a:cubicBezTo>
                    <a:pt x="60" y="44"/>
                    <a:pt x="62" y="43"/>
                    <a:pt x="64" y="4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4" name="Google Shape;194;p14"/>
            <p:cNvSpPr/>
            <p:nvPr/>
          </p:nvSpPr>
          <p:spPr>
            <a:xfrm>
              <a:off x="8486381" y="952933"/>
              <a:ext cx="1756499" cy="718761"/>
            </a:xfrm>
            <a:custGeom>
              <a:rect b="b" l="l" r="r" t="t"/>
              <a:pathLst>
                <a:path extrusionOk="0" h="372" w="911">
                  <a:moveTo>
                    <a:pt x="12" y="316"/>
                  </a:moveTo>
                  <a:cubicBezTo>
                    <a:pt x="6" y="312"/>
                    <a:pt x="6" y="312"/>
                    <a:pt x="6" y="312"/>
                  </a:cubicBezTo>
                  <a:cubicBezTo>
                    <a:pt x="4" y="316"/>
                    <a:pt x="4" y="316"/>
                    <a:pt x="4" y="316"/>
                  </a:cubicBezTo>
                  <a:cubicBezTo>
                    <a:pt x="4" y="320"/>
                    <a:pt x="4" y="320"/>
                    <a:pt x="4" y="320"/>
                  </a:cubicBezTo>
                  <a:cubicBezTo>
                    <a:pt x="26" y="321"/>
                    <a:pt x="26" y="321"/>
                    <a:pt x="26" y="321"/>
                  </a:cubicBezTo>
                  <a:cubicBezTo>
                    <a:pt x="28" y="321"/>
                    <a:pt x="30" y="320"/>
                    <a:pt x="30" y="318"/>
                  </a:cubicBezTo>
                  <a:cubicBezTo>
                    <a:pt x="31" y="317"/>
                    <a:pt x="30" y="315"/>
                    <a:pt x="29" y="314"/>
                  </a:cubicBezTo>
                  <a:cubicBezTo>
                    <a:pt x="12" y="303"/>
                    <a:pt x="12" y="303"/>
                    <a:pt x="12" y="303"/>
                  </a:cubicBezTo>
                  <a:cubicBezTo>
                    <a:pt x="10" y="307"/>
                    <a:pt x="10" y="307"/>
                    <a:pt x="10" y="307"/>
                  </a:cubicBezTo>
                  <a:cubicBezTo>
                    <a:pt x="9" y="310"/>
                    <a:pt x="9" y="310"/>
                    <a:pt x="9" y="310"/>
                  </a:cubicBezTo>
                  <a:cubicBezTo>
                    <a:pt x="9" y="310"/>
                    <a:pt x="18" y="313"/>
                    <a:pt x="28" y="316"/>
                  </a:cubicBezTo>
                  <a:cubicBezTo>
                    <a:pt x="32" y="317"/>
                    <a:pt x="37" y="318"/>
                    <a:pt x="41" y="319"/>
                  </a:cubicBezTo>
                  <a:cubicBezTo>
                    <a:pt x="43" y="320"/>
                    <a:pt x="45" y="320"/>
                    <a:pt x="46" y="321"/>
                  </a:cubicBezTo>
                  <a:cubicBezTo>
                    <a:pt x="47" y="321"/>
                    <a:pt x="47" y="321"/>
                    <a:pt x="48" y="321"/>
                  </a:cubicBezTo>
                  <a:cubicBezTo>
                    <a:pt x="49" y="321"/>
                    <a:pt x="49" y="321"/>
                    <a:pt x="49" y="321"/>
                  </a:cubicBezTo>
                  <a:cubicBezTo>
                    <a:pt x="49" y="321"/>
                    <a:pt x="49" y="321"/>
                    <a:pt x="49" y="321"/>
                  </a:cubicBezTo>
                  <a:cubicBezTo>
                    <a:pt x="50" y="321"/>
                    <a:pt x="50" y="321"/>
                    <a:pt x="50" y="321"/>
                  </a:cubicBezTo>
                  <a:cubicBezTo>
                    <a:pt x="51" y="321"/>
                    <a:pt x="51" y="321"/>
                    <a:pt x="51" y="321"/>
                  </a:cubicBezTo>
                  <a:cubicBezTo>
                    <a:pt x="52" y="321"/>
                    <a:pt x="52" y="320"/>
                    <a:pt x="53" y="319"/>
                  </a:cubicBezTo>
                  <a:cubicBezTo>
                    <a:pt x="53" y="319"/>
                    <a:pt x="53" y="319"/>
                    <a:pt x="53" y="319"/>
                  </a:cubicBezTo>
                  <a:cubicBezTo>
                    <a:pt x="53" y="319"/>
                    <a:pt x="54" y="318"/>
                    <a:pt x="54" y="317"/>
                  </a:cubicBezTo>
                  <a:cubicBezTo>
                    <a:pt x="54" y="316"/>
                    <a:pt x="53" y="316"/>
                    <a:pt x="53" y="316"/>
                  </a:cubicBezTo>
                  <a:cubicBezTo>
                    <a:pt x="53" y="315"/>
                    <a:pt x="53" y="315"/>
                    <a:pt x="53" y="315"/>
                  </a:cubicBezTo>
                  <a:cubicBezTo>
                    <a:pt x="52" y="314"/>
                    <a:pt x="52" y="314"/>
                    <a:pt x="52" y="314"/>
                  </a:cubicBezTo>
                  <a:cubicBezTo>
                    <a:pt x="51" y="313"/>
                    <a:pt x="50" y="313"/>
                    <a:pt x="49" y="312"/>
                  </a:cubicBezTo>
                  <a:cubicBezTo>
                    <a:pt x="46" y="310"/>
                    <a:pt x="39" y="305"/>
                    <a:pt x="33" y="302"/>
                  </a:cubicBezTo>
                  <a:cubicBezTo>
                    <a:pt x="27" y="298"/>
                    <a:pt x="22" y="295"/>
                    <a:pt x="22" y="295"/>
                  </a:cubicBezTo>
                  <a:cubicBezTo>
                    <a:pt x="20" y="298"/>
                    <a:pt x="20" y="298"/>
                    <a:pt x="20" y="298"/>
                  </a:cubicBezTo>
                  <a:cubicBezTo>
                    <a:pt x="18" y="302"/>
                    <a:pt x="18" y="302"/>
                    <a:pt x="18" y="302"/>
                  </a:cubicBezTo>
                  <a:cubicBezTo>
                    <a:pt x="76" y="323"/>
                    <a:pt x="76" y="323"/>
                    <a:pt x="76" y="323"/>
                  </a:cubicBezTo>
                  <a:cubicBezTo>
                    <a:pt x="78" y="323"/>
                    <a:pt x="80" y="322"/>
                    <a:pt x="81" y="320"/>
                  </a:cubicBezTo>
                  <a:cubicBezTo>
                    <a:pt x="82" y="319"/>
                    <a:pt x="81" y="316"/>
                    <a:pt x="79" y="315"/>
                  </a:cubicBezTo>
                  <a:cubicBezTo>
                    <a:pt x="79" y="315"/>
                    <a:pt x="76" y="313"/>
                    <a:pt x="71" y="310"/>
                  </a:cubicBezTo>
                  <a:cubicBezTo>
                    <a:pt x="64" y="306"/>
                    <a:pt x="52" y="299"/>
                    <a:pt x="43" y="293"/>
                  </a:cubicBezTo>
                  <a:cubicBezTo>
                    <a:pt x="39" y="290"/>
                    <a:pt x="34" y="288"/>
                    <a:pt x="31" y="286"/>
                  </a:cubicBezTo>
                  <a:cubicBezTo>
                    <a:pt x="30" y="285"/>
                    <a:pt x="29" y="284"/>
                    <a:pt x="28" y="283"/>
                  </a:cubicBezTo>
                  <a:cubicBezTo>
                    <a:pt x="27" y="283"/>
                    <a:pt x="27" y="283"/>
                    <a:pt x="27" y="283"/>
                  </a:cubicBezTo>
                  <a:cubicBezTo>
                    <a:pt x="27" y="283"/>
                    <a:pt x="27" y="283"/>
                    <a:pt x="27" y="283"/>
                  </a:cubicBezTo>
                  <a:cubicBezTo>
                    <a:pt x="25" y="285"/>
                    <a:pt x="25" y="285"/>
                    <a:pt x="25" y="285"/>
                  </a:cubicBezTo>
                  <a:cubicBezTo>
                    <a:pt x="27" y="283"/>
                    <a:pt x="27" y="283"/>
                    <a:pt x="27" y="283"/>
                  </a:cubicBezTo>
                  <a:cubicBezTo>
                    <a:pt x="27" y="283"/>
                    <a:pt x="27" y="283"/>
                    <a:pt x="27" y="283"/>
                  </a:cubicBezTo>
                  <a:cubicBezTo>
                    <a:pt x="25" y="285"/>
                    <a:pt x="25" y="285"/>
                    <a:pt x="25" y="285"/>
                  </a:cubicBezTo>
                  <a:cubicBezTo>
                    <a:pt x="27" y="283"/>
                    <a:pt x="27" y="283"/>
                    <a:pt x="27" y="283"/>
                  </a:cubicBezTo>
                  <a:cubicBezTo>
                    <a:pt x="24" y="286"/>
                    <a:pt x="24" y="286"/>
                    <a:pt x="24" y="286"/>
                  </a:cubicBezTo>
                  <a:cubicBezTo>
                    <a:pt x="28" y="284"/>
                    <a:pt x="28" y="284"/>
                    <a:pt x="28" y="284"/>
                  </a:cubicBezTo>
                  <a:cubicBezTo>
                    <a:pt x="27" y="283"/>
                    <a:pt x="27" y="283"/>
                    <a:pt x="27" y="283"/>
                  </a:cubicBezTo>
                  <a:cubicBezTo>
                    <a:pt x="24" y="286"/>
                    <a:pt x="24" y="286"/>
                    <a:pt x="24" y="286"/>
                  </a:cubicBezTo>
                  <a:cubicBezTo>
                    <a:pt x="28" y="284"/>
                    <a:pt x="28" y="284"/>
                    <a:pt x="28" y="284"/>
                  </a:cubicBezTo>
                  <a:cubicBezTo>
                    <a:pt x="24" y="286"/>
                    <a:pt x="24" y="286"/>
                    <a:pt x="24" y="286"/>
                  </a:cubicBezTo>
                  <a:cubicBezTo>
                    <a:pt x="28" y="286"/>
                    <a:pt x="28" y="286"/>
                    <a:pt x="28" y="286"/>
                  </a:cubicBezTo>
                  <a:cubicBezTo>
                    <a:pt x="28" y="284"/>
                    <a:pt x="28" y="284"/>
                    <a:pt x="28" y="284"/>
                  </a:cubicBezTo>
                  <a:cubicBezTo>
                    <a:pt x="24" y="286"/>
                    <a:pt x="24" y="286"/>
                    <a:pt x="24" y="286"/>
                  </a:cubicBezTo>
                  <a:cubicBezTo>
                    <a:pt x="28" y="286"/>
                    <a:pt x="28" y="286"/>
                    <a:pt x="28" y="286"/>
                  </a:cubicBezTo>
                  <a:cubicBezTo>
                    <a:pt x="24" y="286"/>
                    <a:pt x="24" y="286"/>
                    <a:pt x="24" y="286"/>
                  </a:cubicBezTo>
                  <a:cubicBezTo>
                    <a:pt x="23" y="289"/>
                    <a:pt x="23" y="289"/>
                    <a:pt x="23" y="289"/>
                  </a:cubicBezTo>
                  <a:cubicBezTo>
                    <a:pt x="23" y="289"/>
                    <a:pt x="43" y="298"/>
                    <a:pt x="65" y="307"/>
                  </a:cubicBezTo>
                  <a:cubicBezTo>
                    <a:pt x="76" y="312"/>
                    <a:pt x="86" y="316"/>
                    <a:pt x="95" y="319"/>
                  </a:cubicBezTo>
                  <a:cubicBezTo>
                    <a:pt x="99" y="321"/>
                    <a:pt x="103" y="322"/>
                    <a:pt x="106" y="323"/>
                  </a:cubicBezTo>
                  <a:cubicBezTo>
                    <a:pt x="107" y="324"/>
                    <a:pt x="109" y="324"/>
                    <a:pt x="110" y="325"/>
                  </a:cubicBezTo>
                  <a:cubicBezTo>
                    <a:pt x="110" y="325"/>
                    <a:pt x="111" y="325"/>
                    <a:pt x="111" y="325"/>
                  </a:cubicBezTo>
                  <a:cubicBezTo>
                    <a:pt x="112" y="325"/>
                    <a:pt x="112" y="325"/>
                    <a:pt x="113" y="325"/>
                  </a:cubicBezTo>
                  <a:cubicBezTo>
                    <a:pt x="113" y="325"/>
                    <a:pt x="113" y="325"/>
                    <a:pt x="114" y="325"/>
                  </a:cubicBezTo>
                  <a:cubicBezTo>
                    <a:pt x="114" y="325"/>
                    <a:pt x="115" y="325"/>
                    <a:pt x="115" y="324"/>
                  </a:cubicBezTo>
                  <a:cubicBezTo>
                    <a:pt x="116" y="324"/>
                    <a:pt x="116" y="324"/>
                    <a:pt x="116" y="323"/>
                  </a:cubicBezTo>
                  <a:cubicBezTo>
                    <a:pt x="117" y="322"/>
                    <a:pt x="117" y="321"/>
                    <a:pt x="117" y="320"/>
                  </a:cubicBezTo>
                  <a:cubicBezTo>
                    <a:pt x="117" y="319"/>
                    <a:pt x="116" y="318"/>
                    <a:pt x="115" y="318"/>
                  </a:cubicBezTo>
                  <a:cubicBezTo>
                    <a:pt x="35" y="267"/>
                    <a:pt x="35" y="267"/>
                    <a:pt x="35" y="267"/>
                  </a:cubicBezTo>
                  <a:cubicBezTo>
                    <a:pt x="32" y="271"/>
                    <a:pt x="32" y="271"/>
                    <a:pt x="32" y="271"/>
                  </a:cubicBezTo>
                  <a:cubicBezTo>
                    <a:pt x="36" y="273"/>
                    <a:pt x="36" y="273"/>
                    <a:pt x="36" y="273"/>
                  </a:cubicBezTo>
                  <a:cubicBezTo>
                    <a:pt x="32" y="271"/>
                    <a:pt x="32" y="271"/>
                    <a:pt x="32" y="271"/>
                  </a:cubicBezTo>
                  <a:cubicBezTo>
                    <a:pt x="35" y="274"/>
                    <a:pt x="35" y="274"/>
                    <a:pt x="35" y="274"/>
                  </a:cubicBezTo>
                  <a:cubicBezTo>
                    <a:pt x="35" y="274"/>
                    <a:pt x="35" y="273"/>
                    <a:pt x="36" y="273"/>
                  </a:cubicBezTo>
                  <a:cubicBezTo>
                    <a:pt x="32" y="271"/>
                    <a:pt x="32" y="271"/>
                    <a:pt x="32" y="271"/>
                  </a:cubicBezTo>
                  <a:cubicBezTo>
                    <a:pt x="35" y="274"/>
                    <a:pt x="35" y="274"/>
                    <a:pt x="35" y="274"/>
                  </a:cubicBezTo>
                  <a:cubicBezTo>
                    <a:pt x="32" y="271"/>
                    <a:pt x="32" y="271"/>
                    <a:pt x="32" y="271"/>
                  </a:cubicBezTo>
                  <a:cubicBezTo>
                    <a:pt x="33" y="275"/>
                    <a:pt x="33" y="275"/>
                    <a:pt x="33" y="275"/>
                  </a:cubicBezTo>
                  <a:cubicBezTo>
                    <a:pt x="34" y="274"/>
                    <a:pt x="34" y="274"/>
                    <a:pt x="35" y="274"/>
                  </a:cubicBezTo>
                  <a:cubicBezTo>
                    <a:pt x="32" y="271"/>
                    <a:pt x="32" y="271"/>
                    <a:pt x="32" y="271"/>
                  </a:cubicBezTo>
                  <a:cubicBezTo>
                    <a:pt x="33" y="275"/>
                    <a:pt x="33" y="275"/>
                    <a:pt x="33" y="275"/>
                  </a:cubicBezTo>
                  <a:cubicBezTo>
                    <a:pt x="32" y="271"/>
                    <a:pt x="32" y="271"/>
                    <a:pt x="32" y="271"/>
                  </a:cubicBezTo>
                  <a:cubicBezTo>
                    <a:pt x="32" y="275"/>
                    <a:pt x="32" y="275"/>
                    <a:pt x="32" y="275"/>
                  </a:cubicBezTo>
                  <a:cubicBezTo>
                    <a:pt x="33" y="275"/>
                    <a:pt x="33" y="275"/>
                    <a:pt x="33" y="275"/>
                  </a:cubicBezTo>
                  <a:cubicBezTo>
                    <a:pt x="32" y="271"/>
                    <a:pt x="32" y="271"/>
                    <a:pt x="32" y="271"/>
                  </a:cubicBezTo>
                  <a:cubicBezTo>
                    <a:pt x="32" y="275"/>
                    <a:pt x="32" y="275"/>
                    <a:pt x="32" y="275"/>
                  </a:cubicBezTo>
                  <a:cubicBezTo>
                    <a:pt x="32" y="271"/>
                    <a:pt x="32" y="271"/>
                    <a:pt x="32" y="271"/>
                  </a:cubicBezTo>
                  <a:cubicBezTo>
                    <a:pt x="32" y="275"/>
                    <a:pt x="32" y="275"/>
                    <a:pt x="32" y="275"/>
                  </a:cubicBezTo>
                  <a:cubicBezTo>
                    <a:pt x="32" y="275"/>
                    <a:pt x="32" y="275"/>
                    <a:pt x="32" y="275"/>
                  </a:cubicBezTo>
                  <a:cubicBezTo>
                    <a:pt x="32" y="271"/>
                    <a:pt x="32" y="271"/>
                    <a:pt x="32" y="271"/>
                  </a:cubicBezTo>
                  <a:cubicBezTo>
                    <a:pt x="32" y="275"/>
                    <a:pt x="32" y="275"/>
                    <a:pt x="32" y="275"/>
                  </a:cubicBezTo>
                  <a:cubicBezTo>
                    <a:pt x="32" y="274"/>
                    <a:pt x="32" y="274"/>
                    <a:pt x="32" y="274"/>
                  </a:cubicBezTo>
                  <a:cubicBezTo>
                    <a:pt x="32" y="275"/>
                    <a:pt x="32" y="275"/>
                    <a:pt x="32" y="275"/>
                  </a:cubicBezTo>
                  <a:cubicBezTo>
                    <a:pt x="32" y="275"/>
                    <a:pt x="32" y="275"/>
                    <a:pt x="32" y="275"/>
                  </a:cubicBezTo>
                  <a:cubicBezTo>
                    <a:pt x="32" y="274"/>
                    <a:pt x="32" y="274"/>
                    <a:pt x="32" y="274"/>
                  </a:cubicBezTo>
                  <a:cubicBezTo>
                    <a:pt x="32" y="275"/>
                    <a:pt x="32" y="275"/>
                    <a:pt x="32" y="275"/>
                  </a:cubicBezTo>
                  <a:cubicBezTo>
                    <a:pt x="32" y="275"/>
                    <a:pt x="33" y="275"/>
                    <a:pt x="34" y="275"/>
                  </a:cubicBezTo>
                  <a:cubicBezTo>
                    <a:pt x="38" y="277"/>
                    <a:pt x="47" y="281"/>
                    <a:pt x="58" y="286"/>
                  </a:cubicBezTo>
                  <a:cubicBezTo>
                    <a:pt x="75" y="294"/>
                    <a:pt x="97" y="304"/>
                    <a:pt x="114" y="312"/>
                  </a:cubicBezTo>
                  <a:cubicBezTo>
                    <a:pt x="123" y="316"/>
                    <a:pt x="131" y="320"/>
                    <a:pt x="137" y="322"/>
                  </a:cubicBezTo>
                  <a:cubicBezTo>
                    <a:pt x="140" y="323"/>
                    <a:pt x="142" y="324"/>
                    <a:pt x="144" y="325"/>
                  </a:cubicBezTo>
                  <a:cubicBezTo>
                    <a:pt x="145" y="326"/>
                    <a:pt x="145" y="326"/>
                    <a:pt x="146" y="326"/>
                  </a:cubicBezTo>
                  <a:cubicBezTo>
                    <a:pt x="147" y="326"/>
                    <a:pt x="147" y="326"/>
                    <a:pt x="147" y="326"/>
                  </a:cubicBezTo>
                  <a:cubicBezTo>
                    <a:pt x="147" y="326"/>
                    <a:pt x="147" y="326"/>
                    <a:pt x="147" y="326"/>
                  </a:cubicBezTo>
                  <a:cubicBezTo>
                    <a:pt x="148" y="327"/>
                    <a:pt x="148" y="327"/>
                    <a:pt x="148" y="327"/>
                  </a:cubicBezTo>
                  <a:cubicBezTo>
                    <a:pt x="149" y="327"/>
                    <a:pt x="149" y="327"/>
                    <a:pt x="150" y="326"/>
                  </a:cubicBezTo>
                  <a:cubicBezTo>
                    <a:pt x="150" y="326"/>
                    <a:pt x="151" y="326"/>
                    <a:pt x="152" y="325"/>
                  </a:cubicBezTo>
                  <a:cubicBezTo>
                    <a:pt x="152" y="325"/>
                    <a:pt x="152" y="325"/>
                    <a:pt x="152" y="325"/>
                  </a:cubicBezTo>
                  <a:cubicBezTo>
                    <a:pt x="152" y="324"/>
                    <a:pt x="152" y="323"/>
                    <a:pt x="152" y="323"/>
                  </a:cubicBezTo>
                  <a:cubicBezTo>
                    <a:pt x="152" y="321"/>
                    <a:pt x="152" y="321"/>
                    <a:pt x="152" y="320"/>
                  </a:cubicBezTo>
                  <a:cubicBezTo>
                    <a:pt x="151" y="319"/>
                    <a:pt x="151" y="319"/>
                    <a:pt x="151" y="319"/>
                  </a:cubicBezTo>
                  <a:cubicBezTo>
                    <a:pt x="150" y="318"/>
                    <a:pt x="149" y="317"/>
                    <a:pt x="148" y="316"/>
                  </a:cubicBezTo>
                  <a:cubicBezTo>
                    <a:pt x="143" y="313"/>
                    <a:pt x="135" y="308"/>
                    <a:pt x="125" y="301"/>
                  </a:cubicBezTo>
                  <a:cubicBezTo>
                    <a:pt x="94" y="282"/>
                    <a:pt x="48" y="255"/>
                    <a:pt x="48" y="255"/>
                  </a:cubicBezTo>
                  <a:cubicBezTo>
                    <a:pt x="46" y="259"/>
                    <a:pt x="46" y="259"/>
                    <a:pt x="46" y="259"/>
                  </a:cubicBezTo>
                  <a:cubicBezTo>
                    <a:pt x="44" y="262"/>
                    <a:pt x="44" y="262"/>
                    <a:pt x="44" y="262"/>
                  </a:cubicBezTo>
                  <a:cubicBezTo>
                    <a:pt x="175" y="325"/>
                    <a:pt x="175" y="325"/>
                    <a:pt x="175" y="325"/>
                  </a:cubicBezTo>
                  <a:cubicBezTo>
                    <a:pt x="177" y="326"/>
                    <a:pt x="179" y="325"/>
                    <a:pt x="180" y="323"/>
                  </a:cubicBezTo>
                  <a:cubicBezTo>
                    <a:pt x="181" y="321"/>
                    <a:pt x="181" y="319"/>
                    <a:pt x="179" y="318"/>
                  </a:cubicBezTo>
                  <a:cubicBezTo>
                    <a:pt x="179" y="318"/>
                    <a:pt x="177" y="316"/>
                    <a:pt x="173" y="314"/>
                  </a:cubicBezTo>
                  <a:cubicBezTo>
                    <a:pt x="161" y="307"/>
                    <a:pt x="131" y="290"/>
                    <a:pt x="104" y="273"/>
                  </a:cubicBezTo>
                  <a:cubicBezTo>
                    <a:pt x="91" y="265"/>
                    <a:pt x="78" y="257"/>
                    <a:pt x="68" y="251"/>
                  </a:cubicBezTo>
                  <a:cubicBezTo>
                    <a:pt x="64" y="248"/>
                    <a:pt x="60" y="245"/>
                    <a:pt x="57" y="243"/>
                  </a:cubicBezTo>
                  <a:cubicBezTo>
                    <a:pt x="56" y="242"/>
                    <a:pt x="55" y="241"/>
                    <a:pt x="55" y="241"/>
                  </a:cubicBezTo>
                  <a:cubicBezTo>
                    <a:pt x="54" y="241"/>
                    <a:pt x="54" y="241"/>
                    <a:pt x="54" y="241"/>
                  </a:cubicBezTo>
                  <a:cubicBezTo>
                    <a:pt x="54" y="240"/>
                    <a:pt x="54" y="240"/>
                    <a:pt x="54" y="240"/>
                  </a:cubicBezTo>
                  <a:cubicBezTo>
                    <a:pt x="53" y="242"/>
                    <a:pt x="53" y="242"/>
                    <a:pt x="53" y="242"/>
                  </a:cubicBezTo>
                  <a:cubicBezTo>
                    <a:pt x="54" y="241"/>
                    <a:pt x="54" y="241"/>
                    <a:pt x="54" y="241"/>
                  </a:cubicBezTo>
                  <a:cubicBezTo>
                    <a:pt x="54" y="240"/>
                    <a:pt x="54" y="240"/>
                    <a:pt x="54" y="240"/>
                  </a:cubicBezTo>
                  <a:cubicBezTo>
                    <a:pt x="53" y="242"/>
                    <a:pt x="53" y="242"/>
                    <a:pt x="53" y="242"/>
                  </a:cubicBezTo>
                  <a:cubicBezTo>
                    <a:pt x="54" y="241"/>
                    <a:pt x="54" y="241"/>
                    <a:pt x="54" y="241"/>
                  </a:cubicBezTo>
                  <a:cubicBezTo>
                    <a:pt x="51" y="242"/>
                    <a:pt x="51" y="242"/>
                    <a:pt x="51" y="242"/>
                  </a:cubicBezTo>
                  <a:cubicBezTo>
                    <a:pt x="55" y="242"/>
                    <a:pt x="55" y="242"/>
                    <a:pt x="55" y="242"/>
                  </a:cubicBezTo>
                  <a:cubicBezTo>
                    <a:pt x="55" y="241"/>
                    <a:pt x="55" y="241"/>
                    <a:pt x="54" y="241"/>
                  </a:cubicBezTo>
                  <a:cubicBezTo>
                    <a:pt x="51" y="242"/>
                    <a:pt x="51" y="242"/>
                    <a:pt x="51" y="242"/>
                  </a:cubicBezTo>
                  <a:cubicBezTo>
                    <a:pt x="55" y="242"/>
                    <a:pt x="55" y="242"/>
                    <a:pt x="55" y="242"/>
                  </a:cubicBezTo>
                  <a:cubicBezTo>
                    <a:pt x="51" y="242"/>
                    <a:pt x="51" y="242"/>
                    <a:pt x="51" y="242"/>
                  </a:cubicBezTo>
                  <a:cubicBezTo>
                    <a:pt x="54" y="244"/>
                    <a:pt x="54" y="244"/>
                    <a:pt x="54" y="244"/>
                  </a:cubicBezTo>
                  <a:cubicBezTo>
                    <a:pt x="55" y="244"/>
                    <a:pt x="55" y="243"/>
                    <a:pt x="55" y="242"/>
                  </a:cubicBezTo>
                  <a:cubicBezTo>
                    <a:pt x="51" y="242"/>
                    <a:pt x="51" y="242"/>
                    <a:pt x="51" y="242"/>
                  </a:cubicBezTo>
                  <a:cubicBezTo>
                    <a:pt x="54" y="244"/>
                    <a:pt x="54" y="244"/>
                    <a:pt x="54" y="244"/>
                  </a:cubicBezTo>
                  <a:cubicBezTo>
                    <a:pt x="51" y="242"/>
                    <a:pt x="51" y="242"/>
                    <a:pt x="51" y="242"/>
                  </a:cubicBezTo>
                  <a:cubicBezTo>
                    <a:pt x="49" y="246"/>
                    <a:pt x="49" y="246"/>
                    <a:pt x="49" y="246"/>
                  </a:cubicBezTo>
                  <a:cubicBezTo>
                    <a:pt x="49" y="246"/>
                    <a:pt x="87" y="267"/>
                    <a:pt x="126" y="287"/>
                  </a:cubicBezTo>
                  <a:cubicBezTo>
                    <a:pt x="145" y="298"/>
                    <a:pt x="165" y="308"/>
                    <a:pt x="180" y="316"/>
                  </a:cubicBezTo>
                  <a:cubicBezTo>
                    <a:pt x="188" y="320"/>
                    <a:pt x="194" y="323"/>
                    <a:pt x="199" y="325"/>
                  </a:cubicBezTo>
                  <a:cubicBezTo>
                    <a:pt x="202" y="326"/>
                    <a:pt x="204" y="327"/>
                    <a:pt x="205" y="328"/>
                  </a:cubicBezTo>
                  <a:cubicBezTo>
                    <a:pt x="206" y="328"/>
                    <a:pt x="207" y="328"/>
                    <a:pt x="208" y="329"/>
                  </a:cubicBezTo>
                  <a:cubicBezTo>
                    <a:pt x="208" y="329"/>
                    <a:pt x="209" y="329"/>
                    <a:pt x="210" y="329"/>
                  </a:cubicBezTo>
                  <a:cubicBezTo>
                    <a:pt x="210" y="329"/>
                    <a:pt x="211" y="329"/>
                    <a:pt x="211" y="329"/>
                  </a:cubicBezTo>
                  <a:cubicBezTo>
                    <a:pt x="212" y="329"/>
                    <a:pt x="213" y="328"/>
                    <a:pt x="214" y="327"/>
                  </a:cubicBezTo>
                  <a:cubicBezTo>
                    <a:pt x="214" y="326"/>
                    <a:pt x="214" y="326"/>
                    <a:pt x="214" y="325"/>
                  </a:cubicBezTo>
                  <a:cubicBezTo>
                    <a:pt x="214" y="324"/>
                    <a:pt x="214" y="323"/>
                    <a:pt x="214" y="323"/>
                  </a:cubicBezTo>
                  <a:cubicBezTo>
                    <a:pt x="213" y="322"/>
                    <a:pt x="213" y="322"/>
                    <a:pt x="213" y="322"/>
                  </a:cubicBezTo>
                  <a:cubicBezTo>
                    <a:pt x="213" y="322"/>
                    <a:pt x="213" y="322"/>
                    <a:pt x="213" y="322"/>
                  </a:cubicBezTo>
                  <a:cubicBezTo>
                    <a:pt x="212" y="321"/>
                    <a:pt x="212" y="321"/>
                    <a:pt x="212" y="321"/>
                  </a:cubicBezTo>
                  <a:cubicBezTo>
                    <a:pt x="212" y="321"/>
                    <a:pt x="211" y="321"/>
                    <a:pt x="209" y="320"/>
                  </a:cubicBezTo>
                  <a:cubicBezTo>
                    <a:pt x="199" y="313"/>
                    <a:pt x="162" y="291"/>
                    <a:pt x="127" y="270"/>
                  </a:cubicBezTo>
                  <a:cubicBezTo>
                    <a:pt x="110" y="259"/>
                    <a:pt x="93" y="249"/>
                    <a:pt x="81" y="241"/>
                  </a:cubicBezTo>
                  <a:cubicBezTo>
                    <a:pt x="75" y="238"/>
                    <a:pt x="70" y="234"/>
                    <a:pt x="67" y="232"/>
                  </a:cubicBezTo>
                  <a:cubicBezTo>
                    <a:pt x="65" y="231"/>
                    <a:pt x="64" y="230"/>
                    <a:pt x="63" y="229"/>
                  </a:cubicBezTo>
                  <a:cubicBezTo>
                    <a:pt x="62" y="229"/>
                    <a:pt x="62" y="228"/>
                    <a:pt x="62" y="228"/>
                  </a:cubicBezTo>
                  <a:cubicBezTo>
                    <a:pt x="62" y="229"/>
                    <a:pt x="62" y="229"/>
                    <a:pt x="62" y="229"/>
                  </a:cubicBezTo>
                  <a:cubicBezTo>
                    <a:pt x="62" y="228"/>
                    <a:pt x="62" y="228"/>
                    <a:pt x="62" y="228"/>
                  </a:cubicBezTo>
                  <a:cubicBezTo>
                    <a:pt x="62" y="228"/>
                    <a:pt x="62" y="228"/>
                    <a:pt x="62" y="228"/>
                  </a:cubicBezTo>
                  <a:cubicBezTo>
                    <a:pt x="62" y="229"/>
                    <a:pt x="62" y="229"/>
                    <a:pt x="62" y="229"/>
                  </a:cubicBezTo>
                  <a:cubicBezTo>
                    <a:pt x="62" y="228"/>
                    <a:pt x="62" y="228"/>
                    <a:pt x="62" y="228"/>
                  </a:cubicBezTo>
                  <a:cubicBezTo>
                    <a:pt x="60" y="230"/>
                    <a:pt x="60" y="230"/>
                    <a:pt x="60" y="230"/>
                  </a:cubicBezTo>
                  <a:cubicBezTo>
                    <a:pt x="62" y="229"/>
                    <a:pt x="62" y="229"/>
                    <a:pt x="62" y="229"/>
                  </a:cubicBezTo>
                  <a:cubicBezTo>
                    <a:pt x="62" y="228"/>
                    <a:pt x="62" y="228"/>
                    <a:pt x="62" y="228"/>
                  </a:cubicBezTo>
                  <a:cubicBezTo>
                    <a:pt x="60" y="230"/>
                    <a:pt x="60" y="230"/>
                    <a:pt x="60" y="230"/>
                  </a:cubicBezTo>
                  <a:cubicBezTo>
                    <a:pt x="62" y="229"/>
                    <a:pt x="62" y="229"/>
                    <a:pt x="62" y="229"/>
                  </a:cubicBezTo>
                  <a:cubicBezTo>
                    <a:pt x="59" y="230"/>
                    <a:pt x="59" y="230"/>
                    <a:pt x="59" y="230"/>
                  </a:cubicBezTo>
                  <a:cubicBezTo>
                    <a:pt x="63" y="230"/>
                    <a:pt x="63" y="230"/>
                    <a:pt x="63" y="230"/>
                  </a:cubicBezTo>
                  <a:cubicBezTo>
                    <a:pt x="63" y="229"/>
                    <a:pt x="63" y="229"/>
                    <a:pt x="62" y="229"/>
                  </a:cubicBezTo>
                  <a:cubicBezTo>
                    <a:pt x="59" y="230"/>
                    <a:pt x="59" y="230"/>
                    <a:pt x="59" y="230"/>
                  </a:cubicBezTo>
                  <a:cubicBezTo>
                    <a:pt x="63" y="230"/>
                    <a:pt x="63" y="230"/>
                    <a:pt x="63" y="230"/>
                  </a:cubicBezTo>
                  <a:cubicBezTo>
                    <a:pt x="59" y="230"/>
                    <a:pt x="59" y="230"/>
                    <a:pt x="59" y="230"/>
                  </a:cubicBezTo>
                  <a:cubicBezTo>
                    <a:pt x="62" y="233"/>
                    <a:pt x="62" y="233"/>
                    <a:pt x="62" y="233"/>
                  </a:cubicBezTo>
                  <a:cubicBezTo>
                    <a:pt x="63" y="232"/>
                    <a:pt x="63" y="231"/>
                    <a:pt x="63" y="230"/>
                  </a:cubicBezTo>
                  <a:cubicBezTo>
                    <a:pt x="59" y="230"/>
                    <a:pt x="59" y="230"/>
                    <a:pt x="59" y="230"/>
                  </a:cubicBezTo>
                  <a:cubicBezTo>
                    <a:pt x="62" y="233"/>
                    <a:pt x="62" y="233"/>
                    <a:pt x="62" y="233"/>
                  </a:cubicBezTo>
                  <a:cubicBezTo>
                    <a:pt x="59" y="230"/>
                    <a:pt x="59" y="230"/>
                    <a:pt x="59" y="230"/>
                  </a:cubicBezTo>
                  <a:cubicBezTo>
                    <a:pt x="59" y="234"/>
                    <a:pt x="59" y="234"/>
                    <a:pt x="59" y="234"/>
                  </a:cubicBezTo>
                  <a:cubicBezTo>
                    <a:pt x="59" y="230"/>
                    <a:pt x="59" y="230"/>
                    <a:pt x="59" y="230"/>
                  </a:cubicBezTo>
                  <a:cubicBezTo>
                    <a:pt x="58" y="234"/>
                    <a:pt x="58" y="234"/>
                    <a:pt x="58" y="234"/>
                  </a:cubicBezTo>
                  <a:cubicBezTo>
                    <a:pt x="58" y="234"/>
                    <a:pt x="58" y="234"/>
                    <a:pt x="59" y="234"/>
                  </a:cubicBezTo>
                  <a:cubicBezTo>
                    <a:pt x="59" y="230"/>
                    <a:pt x="59" y="230"/>
                    <a:pt x="59" y="230"/>
                  </a:cubicBezTo>
                  <a:cubicBezTo>
                    <a:pt x="58" y="234"/>
                    <a:pt x="58" y="234"/>
                    <a:pt x="58" y="234"/>
                  </a:cubicBezTo>
                  <a:cubicBezTo>
                    <a:pt x="59" y="230"/>
                    <a:pt x="59" y="230"/>
                    <a:pt x="59" y="230"/>
                  </a:cubicBezTo>
                  <a:cubicBezTo>
                    <a:pt x="57" y="234"/>
                    <a:pt x="57" y="234"/>
                    <a:pt x="57" y="234"/>
                  </a:cubicBezTo>
                  <a:cubicBezTo>
                    <a:pt x="58" y="234"/>
                    <a:pt x="58" y="234"/>
                    <a:pt x="58" y="234"/>
                  </a:cubicBezTo>
                  <a:cubicBezTo>
                    <a:pt x="59" y="230"/>
                    <a:pt x="59" y="230"/>
                    <a:pt x="59" y="230"/>
                  </a:cubicBezTo>
                  <a:cubicBezTo>
                    <a:pt x="57" y="234"/>
                    <a:pt x="57" y="234"/>
                    <a:pt x="57" y="234"/>
                  </a:cubicBezTo>
                  <a:cubicBezTo>
                    <a:pt x="58" y="231"/>
                    <a:pt x="58" y="231"/>
                    <a:pt x="58" y="231"/>
                  </a:cubicBezTo>
                  <a:cubicBezTo>
                    <a:pt x="57" y="234"/>
                    <a:pt x="57" y="234"/>
                    <a:pt x="57" y="234"/>
                  </a:cubicBezTo>
                  <a:cubicBezTo>
                    <a:pt x="57" y="234"/>
                    <a:pt x="57" y="234"/>
                    <a:pt x="57" y="234"/>
                  </a:cubicBezTo>
                  <a:cubicBezTo>
                    <a:pt x="58" y="231"/>
                    <a:pt x="58" y="231"/>
                    <a:pt x="58" y="231"/>
                  </a:cubicBezTo>
                  <a:cubicBezTo>
                    <a:pt x="57" y="234"/>
                    <a:pt x="57" y="234"/>
                    <a:pt x="57" y="234"/>
                  </a:cubicBezTo>
                  <a:cubicBezTo>
                    <a:pt x="57" y="234"/>
                    <a:pt x="58" y="235"/>
                    <a:pt x="60" y="235"/>
                  </a:cubicBezTo>
                  <a:cubicBezTo>
                    <a:pt x="71" y="241"/>
                    <a:pt x="114" y="264"/>
                    <a:pt x="155" y="286"/>
                  </a:cubicBezTo>
                  <a:cubicBezTo>
                    <a:pt x="176" y="296"/>
                    <a:pt x="196" y="307"/>
                    <a:pt x="211" y="315"/>
                  </a:cubicBezTo>
                  <a:cubicBezTo>
                    <a:pt x="219" y="318"/>
                    <a:pt x="226" y="322"/>
                    <a:pt x="230" y="324"/>
                  </a:cubicBezTo>
                  <a:cubicBezTo>
                    <a:pt x="233" y="325"/>
                    <a:pt x="235" y="326"/>
                    <a:pt x="236" y="326"/>
                  </a:cubicBezTo>
                  <a:cubicBezTo>
                    <a:pt x="237" y="327"/>
                    <a:pt x="238" y="327"/>
                    <a:pt x="238" y="327"/>
                  </a:cubicBezTo>
                  <a:cubicBezTo>
                    <a:pt x="239" y="328"/>
                    <a:pt x="239" y="328"/>
                    <a:pt x="239" y="328"/>
                  </a:cubicBezTo>
                  <a:cubicBezTo>
                    <a:pt x="239" y="328"/>
                    <a:pt x="240" y="328"/>
                    <a:pt x="240" y="328"/>
                  </a:cubicBezTo>
                  <a:cubicBezTo>
                    <a:pt x="241" y="328"/>
                    <a:pt x="241" y="328"/>
                    <a:pt x="242" y="327"/>
                  </a:cubicBezTo>
                  <a:cubicBezTo>
                    <a:pt x="242" y="327"/>
                    <a:pt x="243" y="327"/>
                    <a:pt x="244" y="326"/>
                  </a:cubicBezTo>
                  <a:cubicBezTo>
                    <a:pt x="244" y="326"/>
                    <a:pt x="244" y="326"/>
                    <a:pt x="244" y="326"/>
                  </a:cubicBezTo>
                  <a:cubicBezTo>
                    <a:pt x="244" y="325"/>
                    <a:pt x="245" y="324"/>
                    <a:pt x="245" y="323"/>
                  </a:cubicBezTo>
                  <a:cubicBezTo>
                    <a:pt x="245" y="322"/>
                    <a:pt x="244" y="322"/>
                    <a:pt x="244" y="321"/>
                  </a:cubicBezTo>
                  <a:cubicBezTo>
                    <a:pt x="244" y="320"/>
                    <a:pt x="243" y="320"/>
                    <a:pt x="242" y="319"/>
                  </a:cubicBezTo>
                  <a:cubicBezTo>
                    <a:pt x="241" y="318"/>
                    <a:pt x="240" y="317"/>
                    <a:pt x="238" y="315"/>
                  </a:cubicBezTo>
                  <a:cubicBezTo>
                    <a:pt x="230" y="309"/>
                    <a:pt x="216" y="301"/>
                    <a:pt x="199" y="290"/>
                  </a:cubicBezTo>
                  <a:cubicBezTo>
                    <a:pt x="174" y="275"/>
                    <a:pt x="142" y="256"/>
                    <a:pt x="116" y="241"/>
                  </a:cubicBezTo>
                  <a:cubicBezTo>
                    <a:pt x="103" y="233"/>
                    <a:pt x="92" y="227"/>
                    <a:pt x="84" y="222"/>
                  </a:cubicBezTo>
                  <a:cubicBezTo>
                    <a:pt x="80" y="219"/>
                    <a:pt x="77" y="217"/>
                    <a:pt x="75" y="216"/>
                  </a:cubicBezTo>
                  <a:cubicBezTo>
                    <a:pt x="74" y="215"/>
                    <a:pt x="73" y="215"/>
                    <a:pt x="73" y="214"/>
                  </a:cubicBezTo>
                  <a:cubicBezTo>
                    <a:pt x="72" y="214"/>
                    <a:pt x="72" y="214"/>
                    <a:pt x="72" y="214"/>
                  </a:cubicBezTo>
                  <a:cubicBezTo>
                    <a:pt x="72" y="214"/>
                    <a:pt x="72" y="214"/>
                    <a:pt x="72" y="214"/>
                  </a:cubicBezTo>
                  <a:cubicBezTo>
                    <a:pt x="71" y="216"/>
                    <a:pt x="71" y="216"/>
                    <a:pt x="71" y="216"/>
                  </a:cubicBezTo>
                  <a:cubicBezTo>
                    <a:pt x="73" y="214"/>
                    <a:pt x="73" y="214"/>
                    <a:pt x="73" y="214"/>
                  </a:cubicBezTo>
                  <a:cubicBezTo>
                    <a:pt x="72" y="214"/>
                    <a:pt x="72" y="214"/>
                    <a:pt x="72" y="214"/>
                  </a:cubicBezTo>
                  <a:cubicBezTo>
                    <a:pt x="71" y="216"/>
                    <a:pt x="71" y="216"/>
                    <a:pt x="71" y="216"/>
                  </a:cubicBezTo>
                  <a:cubicBezTo>
                    <a:pt x="73" y="214"/>
                    <a:pt x="73" y="214"/>
                    <a:pt x="73" y="214"/>
                  </a:cubicBezTo>
                  <a:cubicBezTo>
                    <a:pt x="70" y="216"/>
                    <a:pt x="70" y="216"/>
                    <a:pt x="70" y="216"/>
                  </a:cubicBezTo>
                  <a:cubicBezTo>
                    <a:pt x="73" y="215"/>
                    <a:pt x="73" y="215"/>
                    <a:pt x="73" y="215"/>
                  </a:cubicBezTo>
                  <a:cubicBezTo>
                    <a:pt x="73" y="214"/>
                    <a:pt x="73" y="214"/>
                    <a:pt x="73" y="214"/>
                  </a:cubicBezTo>
                  <a:cubicBezTo>
                    <a:pt x="70" y="216"/>
                    <a:pt x="70" y="216"/>
                    <a:pt x="70" y="216"/>
                  </a:cubicBezTo>
                  <a:cubicBezTo>
                    <a:pt x="73" y="215"/>
                    <a:pt x="73" y="215"/>
                    <a:pt x="73" y="215"/>
                  </a:cubicBezTo>
                  <a:cubicBezTo>
                    <a:pt x="69" y="217"/>
                    <a:pt x="69" y="217"/>
                    <a:pt x="69" y="217"/>
                  </a:cubicBezTo>
                  <a:cubicBezTo>
                    <a:pt x="73" y="217"/>
                    <a:pt x="73" y="217"/>
                    <a:pt x="73" y="217"/>
                  </a:cubicBezTo>
                  <a:cubicBezTo>
                    <a:pt x="73" y="216"/>
                    <a:pt x="73" y="215"/>
                    <a:pt x="73" y="215"/>
                  </a:cubicBezTo>
                  <a:cubicBezTo>
                    <a:pt x="69" y="217"/>
                    <a:pt x="69" y="217"/>
                    <a:pt x="69" y="217"/>
                  </a:cubicBezTo>
                  <a:cubicBezTo>
                    <a:pt x="73" y="217"/>
                    <a:pt x="73" y="217"/>
                    <a:pt x="73" y="217"/>
                  </a:cubicBezTo>
                  <a:cubicBezTo>
                    <a:pt x="69" y="217"/>
                    <a:pt x="69" y="217"/>
                    <a:pt x="69" y="217"/>
                  </a:cubicBezTo>
                  <a:cubicBezTo>
                    <a:pt x="73" y="219"/>
                    <a:pt x="73" y="219"/>
                    <a:pt x="73" y="219"/>
                  </a:cubicBezTo>
                  <a:cubicBezTo>
                    <a:pt x="73" y="218"/>
                    <a:pt x="73" y="217"/>
                    <a:pt x="73" y="217"/>
                  </a:cubicBezTo>
                  <a:cubicBezTo>
                    <a:pt x="69" y="217"/>
                    <a:pt x="69" y="217"/>
                    <a:pt x="69" y="217"/>
                  </a:cubicBezTo>
                  <a:cubicBezTo>
                    <a:pt x="73" y="219"/>
                    <a:pt x="73" y="219"/>
                    <a:pt x="73" y="219"/>
                  </a:cubicBezTo>
                  <a:cubicBezTo>
                    <a:pt x="73" y="219"/>
                    <a:pt x="73" y="219"/>
                    <a:pt x="73" y="219"/>
                  </a:cubicBezTo>
                  <a:cubicBezTo>
                    <a:pt x="70" y="217"/>
                    <a:pt x="70" y="217"/>
                    <a:pt x="70" y="217"/>
                  </a:cubicBezTo>
                  <a:cubicBezTo>
                    <a:pt x="71" y="220"/>
                    <a:pt x="71" y="220"/>
                    <a:pt x="71" y="220"/>
                  </a:cubicBezTo>
                  <a:cubicBezTo>
                    <a:pt x="71" y="220"/>
                    <a:pt x="72" y="220"/>
                    <a:pt x="73" y="219"/>
                  </a:cubicBezTo>
                  <a:cubicBezTo>
                    <a:pt x="70" y="217"/>
                    <a:pt x="70" y="217"/>
                    <a:pt x="70" y="217"/>
                  </a:cubicBezTo>
                  <a:cubicBezTo>
                    <a:pt x="71" y="220"/>
                    <a:pt x="71" y="220"/>
                    <a:pt x="71" y="220"/>
                  </a:cubicBezTo>
                  <a:cubicBezTo>
                    <a:pt x="70" y="217"/>
                    <a:pt x="70" y="217"/>
                    <a:pt x="70" y="217"/>
                  </a:cubicBezTo>
                  <a:cubicBezTo>
                    <a:pt x="70" y="220"/>
                    <a:pt x="70" y="220"/>
                    <a:pt x="70" y="220"/>
                  </a:cubicBezTo>
                  <a:cubicBezTo>
                    <a:pt x="70" y="220"/>
                    <a:pt x="70" y="220"/>
                    <a:pt x="71" y="220"/>
                  </a:cubicBezTo>
                  <a:cubicBezTo>
                    <a:pt x="70" y="217"/>
                    <a:pt x="70" y="217"/>
                    <a:pt x="70" y="217"/>
                  </a:cubicBezTo>
                  <a:cubicBezTo>
                    <a:pt x="70" y="220"/>
                    <a:pt x="70" y="220"/>
                    <a:pt x="70" y="220"/>
                  </a:cubicBezTo>
                  <a:cubicBezTo>
                    <a:pt x="70" y="219"/>
                    <a:pt x="70" y="219"/>
                    <a:pt x="70" y="219"/>
                  </a:cubicBezTo>
                  <a:cubicBezTo>
                    <a:pt x="70" y="220"/>
                    <a:pt x="70" y="220"/>
                    <a:pt x="70" y="220"/>
                  </a:cubicBezTo>
                  <a:cubicBezTo>
                    <a:pt x="70" y="220"/>
                    <a:pt x="70" y="220"/>
                    <a:pt x="70" y="220"/>
                  </a:cubicBezTo>
                  <a:cubicBezTo>
                    <a:pt x="70" y="219"/>
                    <a:pt x="70" y="219"/>
                    <a:pt x="70" y="219"/>
                  </a:cubicBezTo>
                  <a:cubicBezTo>
                    <a:pt x="70" y="220"/>
                    <a:pt x="70" y="220"/>
                    <a:pt x="70" y="220"/>
                  </a:cubicBezTo>
                  <a:cubicBezTo>
                    <a:pt x="70" y="220"/>
                    <a:pt x="70" y="220"/>
                    <a:pt x="70" y="220"/>
                  </a:cubicBezTo>
                  <a:cubicBezTo>
                    <a:pt x="70" y="220"/>
                    <a:pt x="72" y="221"/>
                    <a:pt x="74" y="222"/>
                  </a:cubicBezTo>
                  <a:cubicBezTo>
                    <a:pt x="82" y="225"/>
                    <a:pt x="98" y="234"/>
                    <a:pt x="118" y="245"/>
                  </a:cubicBezTo>
                  <a:cubicBezTo>
                    <a:pt x="147" y="261"/>
                    <a:pt x="185" y="282"/>
                    <a:pt x="216" y="300"/>
                  </a:cubicBezTo>
                  <a:cubicBezTo>
                    <a:pt x="232" y="308"/>
                    <a:pt x="245" y="316"/>
                    <a:pt x="256" y="321"/>
                  </a:cubicBezTo>
                  <a:cubicBezTo>
                    <a:pt x="261" y="324"/>
                    <a:pt x="266" y="326"/>
                    <a:pt x="269" y="328"/>
                  </a:cubicBezTo>
                  <a:cubicBezTo>
                    <a:pt x="271" y="329"/>
                    <a:pt x="272" y="329"/>
                    <a:pt x="273" y="330"/>
                  </a:cubicBezTo>
                  <a:cubicBezTo>
                    <a:pt x="274" y="330"/>
                    <a:pt x="274" y="330"/>
                    <a:pt x="275" y="330"/>
                  </a:cubicBezTo>
                  <a:cubicBezTo>
                    <a:pt x="275" y="331"/>
                    <a:pt x="276" y="331"/>
                    <a:pt x="277" y="331"/>
                  </a:cubicBezTo>
                  <a:cubicBezTo>
                    <a:pt x="277" y="331"/>
                    <a:pt x="278" y="331"/>
                    <a:pt x="278" y="330"/>
                  </a:cubicBezTo>
                  <a:cubicBezTo>
                    <a:pt x="279" y="330"/>
                    <a:pt x="280" y="330"/>
                    <a:pt x="281" y="329"/>
                  </a:cubicBezTo>
                  <a:cubicBezTo>
                    <a:pt x="281" y="328"/>
                    <a:pt x="281" y="327"/>
                    <a:pt x="281" y="326"/>
                  </a:cubicBezTo>
                  <a:cubicBezTo>
                    <a:pt x="281" y="325"/>
                    <a:pt x="280" y="324"/>
                    <a:pt x="279" y="323"/>
                  </a:cubicBezTo>
                  <a:cubicBezTo>
                    <a:pt x="74" y="195"/>
                    <a:pt x="74" y="195"/>
                    <a:pt x="74" y="195"/>
                  </a:cubicBezTo>
                  <a:cubicBezTo>
                    <a:pt x="72" y="198"/>
                    <a:pt x="72" y="198"/>
                    <a:pt x="72" y="198"/>
                  </a:cubicBezTo>
                  <a:cubicBezTo>
                    <a:pt x="75" y="200"/>
                    <a:pt x="75" y="200"/>
                    <a:pt x="75" y="200"/>
                  </a:cubicBezTo>
                  <a:cubicBezTo>
                    <a:pt x="72" y="198"/>
                    <a:pt x="72" y="198"/>
                    <a:pt x="72" y="198"/>
                  </a:cubicBezTo>
                  <a:cubicBezTo>
                    <a:pt x="73" y="202"/>
                    <a:pt x="73" y="202"/>
                    <a:pt x="73" y="202"/>
                  </a:cubicBezTo>
                  <a:cubicBezTo>
                    <a:pt x="74" y="202"/>
                    <a:pt x="75" y="201"/>
                    <a:pt x="75" y="200"/>
                  </a:cubicBezTo>
                  <a:cubicBezTo>
                    <a:pt x="72" y="198"/>
                    <a:pt x="72" y="198"/>
                    <a:pt x="72" y="198"/>
                  </a:cubicBezTo>
                  <a:cubicBezTo>
                    <a:pt x="73" y="202"/>
                    <a:pt x="73" y="202"/>
                    <a:pt x="73" y="202"/>
                  </a:cubicBezTo>
                  <a:cubicBezTo>
                    <a:pt x="72" y="198"/>
                    <a:pt x="72" y="198"/>
                    <a:pt x="72" y="198"/>
                  </a:cubicBezTo>
                  <a:cubicBezTo>
                    <a:pt x="72" y="202"/>
                    <a:pt x="72" y="202"/>
                    <a:pt x="72" y="202"/>
                  </a:cubicBezTo>
                  <a:cubicBezTo>
                    <a:pt x="72" y="202"/>
                    <a:pt x="72" y="202"/>
                    <a:pt x="73" y="202"/>
                  </a:cubicBezTo>
                  <a:cubicBezTo>
                    <a:pt x="72" y="198"/>
                    <a:pt x="72" y="198"/>
                    <a:pt x="72" y="198"/>
                  </a:cubicBezTo>
                  <a:cubicBezTo>
                    <a:pt x="72" y="202"/>
                    <a:pt x="72" y="202"/>
                    <a:pt x="72" y="202"/>
                  </a:cubicBezTo>
                  <a:cubicBezTo>
                    <a:pt x="72" y="199"/>
                    <a:pt x="72" y="199"/>
                    <a:pt x="72" y="199"/>
                  </a:cubicBezTo>
                  <a:cubicBezTo>
                    <a:pt x="71" y="202"/>
                    <a:pt x="71" y="202"/>
                    <a:pt x="71" y="202"/>
                  </a:cubicBezTo>
                  <a:cubicBezTo>
                    <a:pt x="71" y="202"/>
                    <a:pt x="71" y="202"/>
                    <a:pt x="72" y="202"/>
                  </a:cubicBezTo>
                  <a:cubicBezTo>
                    <a:pt x="72" y="199"/>
                    <a:pt x="72" y="199"/>
                    <a:pt x="72" y="199"/>
                  </a:cubicBezTo>
                  <a:cubicBezTo>
                    <a:pt x="71" y="202"/>
                    <a:pt x="71" y="202"/>
                    <a:pt x="71" y="202"/>
                  </a:cubicBezTo>
                  <a:cubicBezTo>
                    <a:pt x="71" y="201"/>
                    <a:pt x="71" y="201"/>
                    <a:pt x="71" y="201"/>
                  </a:cubicBezTo>
                  <a:cubicBezTo>
                    <a:pt x="71" y="202"/>
                    <a:pt x="71" y="202"/>
                    <a:pt x="71" y="202"/>
                  </a:cubicBezTo>
                  <a:cubicBezTo>
                    <a:pt x="71" y="202"/>
                    <a:pt x="71" y="202"/>
                    <a:pt x="71" y="202"/>
                  </a:cubicBezTo>
                  <a:cubicBezTo>
                    <a:pt x="71" y="201"/>
                    <a:pt x="71" y="201"/>
                    <a:pt x="71" y="201"/>
                  </a:cubicBezTo>
                  <a:cubicBezTo>
                    <a:pt x="71" y="202"/>
                    <a:pt x="71" y="202"/>
                    <a:pt x="71" y="202"/>
                  </a:cubicBezTo>
                  <a:cubicBezTo>
                    <a:pt x="71" y="202"/>
                    <a:pt x="71" y="202"/>
                    <a:pt x="72" y="203"/>
                  </a:cubicBezTo>
                  <a:cubicBezTo>
                    <a:pt x="75" y="204"/>
                    <a:pt x="80" y="207"/>
                    <a:pt x="88" y="211"/>
                  </a:cubicBezTo>
                  <a:cubicBezTo>
                    <a:pt x="114" y="226"/>
                    <a:pt x="166" y="256"/>
                    <a:pt x="213" y="283"/>
                  </a:cubicBezTo>
                  <a:cubicBezTo>
                    <a:pt x="236" y="296"/>
                    <a:pt x="258" y="309"/>
                    <a:pt x="275" y="318"/>
                  </a:cubicBezTo>
                  <a:cubicBezTo>
                    <a:pt x="283" y="322"/>
                    <a:pt x="290" y="326"/>
                    <a:pt x="296" y="328"/>
                  </a:cubicBezTo>
                  <a:cubicBezTo>
                    <a:pt x="299" y="330"/>
                    <a:pt x="301" y="331"/>
                    <a:pt x="303" y="331"/>
                  </a:cubicBezTo>
                  <a:cubicBezTo>
                    <a:pt x="304" y="332"/>
                    <a:pt x="305" y="332"/>
                    <a:pt x="306" y="332"/>
                  </a:cubicBezTo>
                  <a:cubicBezTo>
                    <a:pt x="306" y="333"/>
                    <a:pt x="307" y="333"/>
                    <a:pt x="308" y="333"/>
                  </a:cubicBezTo>
                  <a:cubicBezTo>
                    <a:pt x="309" y="333"/>
                    <a:pt x="309" y="333"/>
                    <a:pt x="310" y="332"/>
                  </a:cubicBezTo>
                  <a:cubicBezTo>
                    <a:pt x="310" y="332"/>
                    <a:pt x="311" y="332"/>
                    <a:pt x="312" y="331"/>
                  </a:cubicBezTo>
                  <a:cubicBezTo>
                    <a:pt x="313" y="330"/>
                    <a:pt x="313" y="329"/>
                    <a:pt x="313" y="328"/>
                  </a:cubicBezTo>
                  <a:cubicBezTo>
                    <a:pt x="312" y="327"/>
                    <a:pt x="312" y="326"/>
                    <a:pt x="311" y="325"/>
                  </a:cubicBezTo>
                  <a:cubicBezTo>
                    <a:pt x="236" y="279"/>
                    <a:pt x="236" y="279"/>
                    <a:pt x="236" y="279"/>
                  </a:cubicBezTo>
                  <a:cubicBezTo>
                    <a:pt x="326" y="330"/>
                    <a:pt x="326" y="330"/>
                    <a:pt x="326" y="330"/>
                  </a:cubicBezTo>
                  <a:cubicBezTo>
                    <a:pt x="328" y="331"/>
                    <a:pt x="331" y="330"/>
                    <a:pt x="332" y="328"/>
                  </a:cubicBezTo>
                  <a:cubicBezTo>
                    <a:pt x="333" y="326"/>
                    <a:pt x="332" y="324"/>
                    <a:pt x="331" y="323"/>
                  </a:cubicBezTo>
                  <a:cubicBezTo>
                    <a:pt x="82" y="168"/>
                    <a:pt x="82" y="168"/>
                    <a:pt x="82" y="168"/>
                  </a:cubicBezTo>
                  <a:cubicBezTo>
                    <a:pt x="80" y="171"/>
                    <a:pt x="80" y="171"/>
                    <a:pt x="80" y="171"/>
                  </a:cubicBezTo>
                  <a:cubicBezTo>
                    <a:pt x="84" y="173"/>
                    <a:pt x="84" y="173"/>
                    <a:pt x="84" y="173"/>
                  </a:cubicBezTo>
                  <a:cubicBezTo>
                    <a:pt x="80" y="171"/>
                    <a:pt x="80" y="171"/>
                    <a:pt x="80" y="171"/>
                  </a:cubicBezTo>
                  <a:cubicBezTo>
                    <a:pt x="82" y="175"/>
                    <a:pt x="82" y="175"/>
                    <a:pt x="82" y="175"/>
                  </a:cubicBezTo>
                  <a:cubicBezTo>
                    <a:pt x="82" y="174"/>
                    <a:pt x="83" y="174"/>
                    <a:pt x="84" y="173"/>
                  </a:cubicBezTo>
                  <a:cubicBezTo>
                    <a:pt x="80" y="171"/>
                    <a:pt x="80" y="171"/>
                    <a:pt x="80" y="171"/>
                  </a:cubicBezTo>
                  <a:cubicBezTo>
                    <a:pt x="82" y="175"/>
                    <a:pt x="82" y="175"/>
                    <a:pt x="82" y="175"/>
                  </a:cubicBezTo>
                  <a:cubicBezTo>
                    <a:pt x="81" y="172"/>
                    <a:pt x="81" y="172"/>
                    <a:pt x="81" y="172"/>
                  </a:cubicBezTo>
                  <a:cubicBezTo>
                    <a:pt x="81" y="175"/>
                    <a:pt x="81" y="175"/>
                    <a:pt x="81" y="175"/>
                  </a:cubicBezTo>
                  <a:cubicBezTo>
                    <a:pt x="81" y="175"/>
                    <a:pt x="81" y="175"/>
                    <a:pt x="82" y="175"/>
                  </a:cubicBezTo>
                  <a:cubicBezTo>
                    <a:pt x="81" y="172"/>
                    <a:pt x="81" y="172"/>
                    <a:pt x="81" y="172"/>
                  </a:cubicBezTo>
                  <a:cubicBezTo>
                    <a:pt x="81" y="175"/>
                    <a:pt x="81" y="175"/>
                    <a:pt x="81" y="175"/>
                  </a:cubicBezTo>
                  <a:cubicBezTo>
                    <a:pt x="81" y="174"/>
                    <a:pt x="81" y="174"/>
                    <a:pt x="81" y="174"/>
                  </a:cubicBezTo>
                  <a:cubicBezTo>
                    <a:pt x="81" y="175"/>
                    <a:pt x="81" y="175"/>
                    <a:pt x="81" y="175"/>
                  </a:cubicBezTo>
                  <a:cubicBezTo>
                    <a:pt x="81" y="175"/>
                    <a:pt x="81" y="175"/>
                    <a:pt x="81" y="175"/>
                  </a:cubicBezTo>
                  <a:cubicBezTo>
                    <a:pt x="81" y="174"/>
                    <a:pt x="81" y="174"/>
                    <a:pt x="81" y="174"/>
                  </a:cubicBezTo>
                  <a:cubicBezTo>
                    <a:pt x="81" y="175"/>
                    <a:pt x="81" y="175"/>
                    <a:pt x="81" y="175"/>
                  </a:cubicBezTo>
                  <a:cubicBezTo>
                    <a:pt x="81" y="175"/>
                    <a:pt x="81" y="175"/>
                    <a:pt x="82" y="175"/>
                  </a:cubicBezTo>
                  <a:cubicBezTo>
                    <a:pt x="85" y="176"/>
                    <a:pt x="93" y="180"/>
                    <a:pt x="102" y="185"/>
                  </a:cubicBezTo>
                  <a:cubicBezTo>
                    <a:pt x="135" y="203"/>
                    <a:pt x="197" y="240"/>
                    <a:pt x="253" y="272"/>
                  </a:cubicBezTo>
                  <a:cubicBezTo>
                    <a:pt x="281" y="289"/>
                    <a:pt x="307" y="304"/>
                    <a:pt x="327" y="315"/>
                  </a:cubicBezTo>
                  <a:cubicBezTo>
                    <a:pt x="337" y="320"/>
                    <a:pt x="345" y="325"/>
                    <a:pt x="352" y="328"/>
                  </a:cubicBezTo>
                  <a:cubicBezTo>
                    <a:pt x="355" y="330"/>
                    <a:pt x="358" y="331"/>
                    <a:pt x="360" y="332"/>
                  </a:cubicBezTo>
                  <a:cubicBezTo>
                    <a:pt x="361" y="332"/>
                    <a:pt x="362" y="333"/>
                    <a:pt x="363" y="333"/>
                  </a:cubicBezTo>
                  <a:cubicBezTo>
                    <a:pt x="364" y="333"/>
                    <a:pt x="365" y="333"/>
                    <a:pt x="366" y="333"/>
                  </a:cubicBezTo>
                  <a:cubicBezTo>
                    <a:pt x="366" y="333"/>
                    <a:pt x="367" y="333"/>
                    <a:pt x="368" y="333"/>
                  </a:cubicBezTo>
                  <a:cubicBezTo>
                    <a:pt x="368" y="333"/>
                    <a:pt x="369" y="332"/>
                    <a:pt x="370" y="331"/>
                  </a:cubicBezTo>
                  <a:cubicBezTo>
                    <a:pt x="370" y="330"/>
                    <a:pt x="371" y="329"/>
                    <a:pt x="370" y="328"/>
                  </a:cubicBezTo>
                  <a:cubicBezTo>
                    <a:pt x="370" y="327"/>
                    <a:pt x="369" y="326"/>
                    <a:pt x="369" y="326"/>
                  </a:cubicBezTo>
                  <a:cubicBezTo>
                    <a:pt x="82" y="147"/>
                    <a:pt x="82" y="147"/>
                    <a:pt x="82" y="147"/>
                  </a:cubicBezTo>
                  <a:cubicBezTo>
                    <a:pt x="80" y="150"/>
                    <a:pt x="80" y="150"/>
                    <a:pt x="80" y="150"/>
                  </a:cubicBezTo>
                  <a:cubicBezTo>
                    <a:pt x="84" y="152"/>
                    <a:pt x="84" y="152"/>
                    <a:pt x="84" y="152"/>
                  </a:cubicBezTo>
                  <a:cubicBezTo>
                    <a:pt x="80" y="150"/>
                    <a:pt x="80" y="150"/>
                    <a:pt x="80" y="150"/>
                  </a:cubicBezTo>
                  <a:cubicBezTo>
                    <a:pt x="82" y="154"/>
                    <a:pt x="82" y="154"/>
                    <a:pt x="82" y="154"/>
                  </a:cubicBezTo>
                  <a:cubicBezTo>
                    <a:pt x="82" y="154"/>
                    <a:pt x="83" y="153"/>
                    <a:pt x="84" y="152"/>
                  </a:cubicBezTo>
                  <a:cubicBezTo>
                    <a:pt x="80" y="150"/>
                    <a:pt x="80" y="150"/>
                    <a:pt x="80" y="150"/>
                  </a:cubicBezTo>
                  <a:cubicBezTo>
                    <a:pt x="82" y="154"/>
                    <a:pt x="82" y="154"/>
                    <a:pt x="82" y="154"/>
                  </a:cubicBezTo>
                  <a:cubicBezTo>
                    <a:pt x="80" y="150"/>
                    <a:pt x="80" y="150"/>
                    <a:pt x="80" y="150"/>
                  </a:cubicBezTo>
                  <a:cubicBezTo>
                    <a:pt x="80" y="154"/>
                    <a:pt x="80" y="154"/>
                    <a:pt x="80" y="154"/>
                  </a:cubicBezTo>
                  <a:cubicBezTo>
                    <a:pt x="81" y="154"/>
                    <a:pt x="81" y="154"/>
                    <a:pt x="82" y="154"/>
                  </a:cubicBezTo>
                  <a:cubicBezTo>
                    <a:pt x="80" y="150"/>
                    <a:pt x="80" y="150"/>
                    <a:pt x="80" y="150"/>
                  </a:cubicBezTo>
                  <a:cubicBezTo>
                    <a:pt x="80" y="154"/>
                    <a:pt x="80" y="154"/>
                    <a:pt x="80" y="154"/>
                  </a:cubicBezTo>
                  <a:cubicBezTo>
                    <a:pt x="80" y="151"/>
                    <a:pt x="80" y="151"/>
                    <a:pt x="80" y="151"/>
                  </a:cubicBezTo>
                  <a:cubicBezTo>
                    <a:pt x="79" y="154"/>
                    <a:pt x="79" y="154"/>
                    <a:pt x="79" y="154"/>
                  </a:cubicBezTo>
                  <a:cubicBezTo>
                    <a:pt x="80" y="154"/>
                    <a:pt x="80" y="154"/>
                    <a:pt x="80" y="154"/>
                  </a:cubicBezTo>
                  <a:cubicBezTo>
                    <a:pt x="80" y="151"/>
                    <a:pt x="80" y="151"/>
                    <a:pt x="80" y="151"/>
                  </a:cubicBezTo>
                  <a:cubicBezTo>
                    <a:pt x="79" y="154"/>
                    <a:pt x="79" y="154"/>
                    <a:pt x="79" y="154"/>
                  </a:cubicBezTo>
                  <a:cubicBezTo>
                    <a:pt x="80" y="153"/>
                    <a:pt x="80" y="153"/>
                    <a:pt x="80" y="153"/>
                  </a:cubicBezTo>
                  <a:cubicBezTo>
                    <a:pt x="79" y="154"/>
                    <a:pt x="79" y="154"/>
                    <a:pt x="79" y="154"/>
                  </a:cubicBezTo>
                  <a:cubicBezTo>
                    <a:pt x="79" y="154"/>
                    <a:pt x="79" y="154"/>
                    <a:pt x="79" y="154"/>
                  </a:cubicBezTo>
                  <a:cubicBezTo>
                    <a:pt x="80" y="153"/>
                    <a:pt x="80" y="153"/>
                    <a:pt x="80" y="153"/>
                  </a:cubicBezTo>
                  <a:cubicBezTo>
                    <a:pt x="79" y="154"/>
                    <a:pt x="79" y="154"/>
                    <a:pt x="79" y="154"/>
                  </a:cubicBezTo>
                  <a:cubicBezTo>
                    <a:pt x="79" y="154"/>
                    <a:pt x="79" y="154"/>
                    <a:pt x="79" y="154"/>
                  </a:cubicBezTo>
                  <a:cubicBezTo>
                    <a:pt x="80" y="155"/>
                    <a:pt x="82" y="156"/>
                    <a:pt x="85" y="157"/>
                  </a:cubicBezTo>
                  <a:cubicBezTo>
                    <a:pt x="97" y="163"/>
                    <a:pt x="121" y="178"/>
                    <a:pt x="152" y="196"/>
                  </a:cubicBezTo>
                  <a:cubicBezTo>
                    <a:pt x="199" y="223"/>
                    <a:pt x="259" y="259"/>
                    <a:pt x="310" y="288"/>
                  </a:cubicBezTo>
                  <a:cubicBezTo>
                    <a:pt x="335" y="302"/>
                    <a:pt x="357" y="315"/>
                    <a:pt x="374" y="324"/>
                  </a:cubicBezTo>
                  <a:cubicBezTo>
                    <a:pt x="383" y="328"/>
                    <a:pt x="390" y="332"/>
                    <a:pt x="395" y="335"/>
                  </a:cubicBezTo>
                  <a:cubicBezTo>
                    <a:pt x="398" y="336"/>
                    <a:pt x="400" y="337"/>
                    <a:pt x="402" y="338"/>
                  </a:cubicBezTo>
                  <a:cubicBezTo>
                    <a:pt x="403" y="338"/>
                    <a:pt x="404" y="338"/>
                    <a:pt x="404" y="338"/>
                  </a:cubicBezTo>
                  <a:cubicBezTo>
                    <a:pt x="405" y="339"/>
                    <a:pt x="406" y="339"/>
                    <a:pt x="407" y="339"/>
                  </a:cubicBezTo>
                  <a:cubicBezTo>
                    <a:pt x="407" y="339"/>
                    <a:pt x="408" y="339"/>
                    <a:pt x="409" y="339"/>
                  </a:cubicBezTo>
                  <a:cubicBezTo>
                    <a:pt x="409" y="338"/>
                    <a:pt x="410" y="338"/>
                    <a:pt x="411" y="337"/>
                  </a:cubicBezTo>
                  <a:cubicBezTo>
                    <a:pt x="411" y="337"/>
                    <a:pt x="411" y="337"/>
                    <a:pt x="411" y="337"/>
                  </a:cubicBezTo>
                  <a:cubicBezTo>
                    <a:pt x="411" y="336"/>
                    <a:pt x="412" y="335"/>
                    <a:pt x="412" y="334"/>
                  </a:cubicBezTo>
                  <a:cubicBezTo>
                    <a:pt x="411" y="333"/>
                    <a:pt x="411" y="332"/>
                    <a:pt x="411" y="332"/>
                  </a:cubicBezTo>
                  <a:cubicBezTo>
                    <a:pt x="410" y="330"/>
                    <a:pt x="409" y="330"/>
                    <a:pt x="408" y="328"/>
                  </a:cubicBezTo>
                  <a:cubicBezTo>
                    <a:pt x="406" y="326"/>
                    <a:pt x="404" y="324"/>
                    <a:pt x="400" y="321"/>
                  </a:cubicBezTo>
                  <a:cubicBezTo>
                    <a:pt x="386" y="311"/>
                    <a:pt x="359" y="293"/>
                    <a:pt x="327" y="273"/>
                  </a:cubicBezTo>
                  <a:cubicBezTo>
                    <a:pt x="231" y="214"/>
                    <a:pt x="86" y="129"/>
                    <a:pt x="86" y="129"/>
                  </a:cubicBezTo>
                  <a:cubicBezTo>
                    <a:pt x="85" y="128"/>
                    <a:pt x="84" y="128"/>
                    <a:pt x="83" y="128"/>
                  </a:cubicBezTo>
                  <a:cubicBezTo>
                    <a:pt x="82" y="129"/>
                    <a:pt x="81" y="129"/>
                    <a:pt x="80" y="130"/>
                  </a:cubicBezTo>
                  <a:cubicBezTo>
                    <a:pt x="80" y="131"/>
                    <a:pt x="80" y="132"/>
                    <a:pt x="80" y="133"/>
                  </a:cubicBezTo>
                  <a:cubicBezTo>
                    <a:pt x="80" y="134"/>
                    <a:pt x="81" y="135"/>
                    <a:pt x="82" y="136"/>
                  </a:cubicBezTo>
                  <a:cubicBezTo>
                    <a:pt x="440" y="343"/>
                    <a:pt x="440" y="343"/>
                    <a:pt x="440" y="343"/>
                  </a:cubicBezTo>
                  <a:cubicBezTo>
                    <a:pt x="442" y="344"/>
                    <a:pt x="444" y="343"/>
                    <a:pt x="445" y="341"/>
                  </a:cubicBezTo>
                  <a:cubicBezTo>
                    <a:pt x="446" y="341"/>
                    <a:pt x="446" y="340"/>
                    <a:pt x="446" y="339"/>
                  </a:cubicBezTo>
                  <a:cubicBezTo>
                    <a:pt x="446" y="338"/>
                    <a:pt x="446" y="338"/>
                    <a:pt x="445" y="338"/>
                  </a:cubicBezTo>
                  <a:cubicBezTo>
                    <a:pt x="445" y="337"/>
                    <a:pt x="445" y="337"/>
                    <a:pt x="445" y="336"/>
                  </a:cubicBezTo>
                  <a:cubicBezTo>
                    <a:pt x="444" y="336"/>
                    <a:pt x="444" y="336"/>
                    <a:pt x="443" y="335"/>
                  </a:cubicBezTo>
                  <a:cubicBezTo>
                    <a:pt x="442" y="334"/>
                    <a:pt x="440" y="333"/>
                    <a:pt x="436" y="330"/>
                  </a:cubicBezTo>
                  <a:cubicBezTo>
                    <a:pt x="423" y="322"/>
                    <a:pt x="394" y="305"/>
                    <a:pt x="358" y="283"/>
                  </a:cubicBezTo>
                  <a:cubicBezTo>
                    <a:pt x="305" y="251"/>
                    <a:pt x="236" y="210"/>
                    <a:pt x="180" y="175"/>
                  </a:cubicBezTo>
                  <a:cubicBezTo>
                    <a:pt x="152" y="158"/>
                    <a:pt x="128" y="143"/>
                    <a:pt x="111" y="132"/>
                  </a:cubicBezTo>
                  <a:cubicBezTo>
                    <a:pt x="102" y="126"/>
                    <a:pt x="95" y="121"/>
                    <a:pt x="90" y="118"/>
                  </a:cubicBezTo>
                  <a:cubicBezTo>
                    <a:pt x="88" y="116"/>
                    <a:pt x="86" y="114"/>
                    <a:pt x="85" y="113"/>
                  </a:cubicBezTo>
                  <a:cubicBezTo>
                    <a:pt x="84" y="113"/>
                    <a:pt x="84" y="112"/>
                    <a:pt x="84" y="112"/>
                  </a:cubicBezTo>
                  <a:cubicBezTo>
                    <a:pt x="84" y="112"/>
                    <a:pt x="84" y="112"/>
                    <a:pt x="84" y="112"/>
                  </a:cubicBezTo>
                  <a:cubicBezTo>
                    <a:pt x="82" y="114"/>
                    <a:pt x="82" y="114"/>
                    <a:pt x="82" y="114"/>
                  </a:cubicBezTo>
                  <a:cubicBezTo>
                    <a:pt x="84" y="114"/>
                    <a:pt x="84" y="114"/>
                    <a:pt x="84" y="114"/>
                  </a:cubicBezTo>
                  <a:cubicBezTo>
                    <a:pt x="84" y="113"/>
                    <a:pt x="84" y="112"/>
                    <a:pt x="84" y="112"/>
                  </a:cubicBezTo>
                  <a:cubicBezTo>
                    <a:pt x="82" y="114"/>
                    <a:pt x="82" y="114"/>
                    <a:pt x="82" y="114"/>
                  </a:cubicBezTo>
                  <a:cubicBezTo>
                    <a:pt x="84" y="114"/>
                    <a:pt x="84" y="114"/>
                    <a:pt x="84" y="114"/>
                  </a:cubicBezTo>
                  <a:cubicBezTo>
                    <a:pt x="81" y="114"/>
                    <a:pt x="81" y="114"/>
                    <a:pt x="81" y="114"/>
                  </a:cubicBezTo>
                  <a:cubicBezTo>
                    <a:pt x="84" y="116"/>
                    <a:pt x="84" y="116"/>
                    <a:pt x="84" y="116"/>
                  </a:cubicBezTo>
                  <a:cubicBezTo>
                    <a:pt x="84" y="115"/>
                    <a:pt x="84" y="114"/>
                    <a:pt x="84" y="114"/>
                  </a:cubicBezTo>
                  <a:cubicBezTo>
                    <a:pt x="81" y="114"/>
                    <a:pt x="81" y="114"/>
                    <a:pt x="81" y="114"/>
                  </a:cubicBezTo>
                  <a:cubicBezTo>
                    <a:pt x="84" y="116"/>
                    <a:pt x="84" y="116"/>
                    <a:pt x="84" y="116"/>
                  </a:cubicBezTo>
                  <a:cubicBezTo>
                    <a:pt x="80" y="114"/>
                    <a:pt x="80" y="114"/>
                    <a:pt x="80" y="114"/>
                  </a:cubicBezTo>
                  <a:cubicBezTo>
                    <a:pt x="78" y="117"/>
                    <a:pt x="78" y="117"/>
                    <a:pt x="78" y="117"/>
                  </a:cubicBezTo>
                  <a:cubicBezTo>
                    <a:pt x="477" y="346"/>
                    <a:pt x="477" y="346"/>
                    <a:pt x="477" y="346"/>
                  </a:cubicBezTo>
                  <a:cubicBezTo>
                    <a:pt x="479" y="347"/>
                    <a:pt x="481" y="346"/>
                    <a:pt x="482" y="344"/>
                  </a:cubicBezTo>
                  <a:cubicBezTo>
                    <a:pt x="483" y="344"/>
                    <a:pt x="483" y="343"/>
                    <a:pt x="483" y="342"/>
                  </a:cubicBezTo>
                  <a:cubicBezTo>
                    <a:pt x="483" y="341"/>
                    <a:pt x="482" y="340"/>
                    <a:pt x="482" y="340"/>
                  </a:cubicBezTo>
                  <a:cubicBezTo>
                    <a:pt x="482" y="339"/>
                    <a:pt x="481" y="339"/>
                    <a:pt x="481" y="339"/>
                  </a:cubicBezTo>
                  <a:cubicBezTo>
                    <a:pt x="480" y="338"/>
                    <a:pt x="479" y="337"/>
                    <a:pt x="478" y="336"/>
                  </a:cubicBezTo>
                  <a:cubicBezTo>
                    <a:pt x="473" y="332"/>
                    <a:pt x="463" y="326"/>
                    <a:pt x="450" y="317"/>
                  </a:cubicBezTo>
                  <a:cubicBezTo>
                    <a:pt x="356" y="257"/>
                    <a:pt x="85" y="91"/>
                    <a:pt x="85" y="91"/>
                  </a:cubicBezTo>
                  <a:cubicBezTo>
                    <a:pt x="83" y="95"/>
                    <a:pt x="83" y="95"/>
                    <a:pt x="83" y="95"/>
                  </a:cubicBezTo>
                  <a:cubicBezTo>
                    <a:pt x="83" y="99"/>
                    <a:pt x="83" y="99"/>
                    <a:pt x="83" y="99"/>
                  </a:cubicBezTo>
                  <a:cubicBezTo>
                    <a:pt x="83" y="95"/>
                    <a:pt x="83" y="95"/>
                    <a:pt x="83" y="95"/>
                  </a:cubicBezTo>
                  <a:cubicBezTo>
                    <a:pt x="81" y="99"/>
                    <a:pt x="81" y="99"/>
                    <a:pt x="81" y="99"/>
                  </a:cubicBezTo>
                  <a:cubicBezTo>
                    <a:pt x="82" y="99"/>
                    <a:pt x="82" y="99"/>
                    <a:pt x="83" y="99"/>
                  </a:cubicBezTo>
                  <a:cubicBezTo>
                    <a:pt x="83" y="95"/>
                    <a:pt x="83" y="95"/>
                    <a:pt x="83" y="95"/>
                  </a:cubicBezTo>
                  <a:cubicBezTo>
                    <a:pt x="81" y="99"/>
                    <a:pt x="81" y="99"/>
                    <a:pt x="81" y="99"/>
                  </a:cubicBezTo>
                  <a:cubicBezTo>
                    <a:pt x="82" y="95"/>
                    <a:pt x="82" y="95"/>
                    <a:pt x="82" y="95"/>
                  </a:cubicBezTo>
                  <a:cubicBezTo>
                    <a:pt x="81" y="98"/>
                    <a:pt x="81" y="98"/>
                    <a:pt x="81" y="98"/>
                  </a:cubicBezTo>
                  <a:cubicBezTo>
                    <a:pt x="81" y="99"/>
                    <a:pt x="81" y="99"/>
                    <a:pt x="81" y="99"/>
                  </a:cubicBezTo>
                  <a:cubicBezTo>
                    <a:pt x="82" y="95"/>
                    <a:pt x="82" y="95"/>
                    <a:pt x="82" y="95"/>
                  </a:cubicBezTo>
                  <a:cubicBezTo>
                    <a:pt x="81" y="98"/>
                    <a:pt x="81" y="98"/>
                    <a:pt x="81" y="98"/>
                  </a:cubicBezTo>
                  <a:cubicBezTo>
                    <a:pt x="81" y="97"/>
                    <a:pt x="81" y="97"/>
                    <a:pt x="81" y="97"/>
                  </a:cubicBezTo>
                  <a:cubicBezTo>
                    <a:pt x="81" y="98"/>
                    <a:pt x="81" y="98"/>
                    <a:pt x="81" y="98"/>
                  </a:cubicBezTo>
                  <a:cubicBezTo>
                    <a:pt x="81" y="98"/>
                    <a:pt x="81" y="98"/>
                    <a:pt x="81" y="98"/>
                  </a:cubicBezTo>
                  <a:cubicBezTo>
                    <a:pt x="81" y="97"/>
                    <a:pt x="81" y="97"/>
                    <a:pt x="81" y="97"/>
                  </a:cubicBezTo>
                  <a:cubicBezTo>
                    <a:pt x="81" y="98"/>
                    <a:pt x="81" y="98"/>
                    <a:pt x="81" y="98"/>
                  </a:cubicBezTo>
                  <a:cubicBezTo>
                    <a:pt x="81" y="99"/>
                    <a:pt x="82" y="99"/>
                    <a:pt x="83" y="100"/>
                  </a:cubicBezTo>
                  <a:cubicBezTo>
                    <a:pt x="99" y="109"/>
                    <a:pt x="207" y="172"/>
                    <a:pt x="310" y="232"/>
                  </a:cubicBezTo>
                  <a:cubicBezTo>
                    <a:pt x="361" y="262"/>
                    <a:pt x="412" y="292"/>
                    <a:pt x="449" y="314"/>
                  </a:cubicBezTo>
                  <a:cubicBezTo>
                    <a:pt x="487" y="336"/>
                    <a:pt x="511" y="350"/>
                    <a:pt x="511" y="350"/>
                  </a:cubicBezTo>
                  <a:cubicBezTo>
                    <a:pt x="513" y="351"/>
                    <a:pt x="516" y="351"/>
                    <a:pt x="517" y="349"/>
                  </a:cubicBezTo>
                  <a:cubicBezTo>
                    <a:pt x="517" y="348"/>
                    <a:pt x="518" y="347"/>
                    <a:pt x="518" y="347"/>
                  </a:cubicBezTo>
                  <a:cubicBezTo>
                    <a:pt x="517" y="346"/>
                    <a:pt x="517" y="345"/>
                    <a:pt x="517" y="345"/>
                  </a:cubicBezTo>
                  <a:cubicBezTo>
                    <a:pt x="517" y="344"/>
                    <a:pt x="517" y="344"/>
                    <a:pt x="516" y="344"/>
                  </a:cubicBezTo>
                  <a:cubicBezTo>
                    <a:pt x="516" y="343"/>
                    <a:pt x="516" y="343"/>
                    <a:pt x="515" y="343"/>
                  </a:cubicBezTo>
                  <a:cubicBezTo>
                    <a:pt x="513" y="341"/>
                    <a:pt x="511" y="339"/>
                    <a:pt x="506" y="337"/>
                  </a:cubicBezTo>
                  <a:cubicBezTo>
                    <a:pt x="490" y="326"/>
                    <a:pt x="456" y="306"/>
                    <a:pt x="414" y="280"/>
                  </a:cubicBezTo>
                  <a:cubicBezTo>
                    <a:pt x="350" y="242"/>
                    <a:pt x="268" y="193"/>
                    <a:pt x="202" y="152"/>
                  </a:cubicBezTo>
                  <a:cubicBezTo>
                    <a:pt x="169" y="132"/>
                    <a:pt x="140" y="114"/>
                    <a:pt x="119" y="100"/>
                  </a:cubicBezTo>
                  <a:cubicBezTo>
                    <a:pt x="109" y="93"/>
                    <a:pt x="101" y="88"/>
                    <a:pt x="95" y="83"/>
                  </a:cubicBezTo>
                  <a:cubicBezTo>
                    <a:pt x="92" y="81"/>
                    <a:pt x="90" y="80"/>
                    <a:pt x="89" y="78"/>
                  </a:cubicBezTo>
                  <a:cubicBezTo>
                    <a:pt x="88" y="78"/>
                    <a:pt x="88" y="77"/>
                    <a:pt x="88" y="77"/>
                  </a:cubicBezTo>
                  <a:cubicBezTo>
                    <a:pt x="88" y="77"/>
                    <a:pt x="88" y="77"/>
                    <a:pt x="88" y="77"/>
                  </a:cubicBezTo>
                  <a:cubicBezTo>
                    <a:pt x="86" y="78"/>
                    <a:pt x="86" y="78"/>
                    <a:pt x="86" y="78"/>
                  </a:cubicBezTo>
                  <a:cubicBezTo>
                    <a:pt x="88" y="77"/>
                    <a:pt x="88" y="77"/>
                    <a:pt x="88" y="77"/>
                  </a:cubicBezTo>
                  <a:cubicBezTo>
                    <a:pt x="88" y="77"/>
                    <a:pt x="88" y="77"/>
                    <a:pt x="88" y="77"/>
                  </a:cubicBezTo>
                  <a:cubicBezTo>
                    <a:pt x="86" y="78"/>
                    <a:pt x="86" y="78"/>
                    <a:pt x="86" y="78"/>
                  </a:cubicBezTo>
                  <a:cubicBezTo>
                    <a:pt x="88" y="77"/>
                    <a:pt x="88" y="77"/>
                    <a:pt x="88" y="77"/>
                  </a:cubicBezTo>
                  <a:cubicBezTo>
                    <a:pt x="85" y="79"/>
                    <a:pt x="85" y="79"/>
                    <a:pt x="85" y="79"/>
                  </a:cubicBezTo>
                  <a:cubicBezTo>
                    <a:pt x="88" y="79"/>
                    <a:pt x="88" y="79"/>
                    <a:pt x="88" y="79"/>
                  </a:cubicBezTo>
                  <a:cubicBezTo>
                    <a:pt x="88" y="78"/>
                    <a:pt x="88" y="78"/>
                    <a:pt x="88" y="77"/>
                  </a:cubicBezTo>
                  <a:cubicBezTo>
                    <a:pt x="85" y="79"/>
                    <a:pt x="85" y="79"/>
                    <a:pt x="85" y="79"/>
                  </a:cubicBezTo>
                  <a:cubicBezTo>
                    <a:pt x="88" y="79"/>
                    <a:pt x="88" y="79"/>
                    <a:pt x="88" y="79"/>
                  </a:cubicBezTo>
                  <a:cubicBezTo>
                    <a:pt x="84" y="79"/>
                    <a:pt x="84" y="79"/>
                    <a:pt x="84" y="79"/>
                  </a:cubicBezTo>
                  <a:cubicBezTo>
                    <a:pt x="87" y="80"/>
                    <a:pt x="87" y="80"/>
                    <a:pt x="87" y="80"/>
                  </a:cubicBezTo>
                  <a:cubicBezTo>
                    <a:pt x="88" y="80"/>
                    <a:pt x="88" y="79"/>
                    <a:pt x="88" y="79"/>
                  </a:cubicBezTo>
                  <a:cubicBezTo>
                    <a:pt x="84" y="79"/>
                    <a:pt x="84" y="79"/>
                    <a:pt x="84" y="79"/>
                  </a:cubicBezTo>
                  <a:cubicBezTo>
                    <a:pt x="87" y="80"/>
                    <a:pt x="87" y="80"/>
                    <a:pt x="87" y="80"/>
                  </a:cubicBezTo>
                  <a:cubicBezTo>
                    <a:pt x="87" y="80"/>
                    <a:pt x="87" y="80"/>
                    <a:pt x="87" y="80"/>
                  </a:cubicBezTo>
                  <a:cubicBezTo>
                    <a:pt x="84" y="79"/>
                    <a:pt x="84" y="79"/>
                    <a:pt x="84" y="79"/>
                  </a:cubicBezTo>
                  <a:cubicBezTo>
                    <a:pt x="86" y="82"/>
                    <a:pt x="86" y="82"/>
                    <a:pt x="86" y="82"/>
                  </a:cubicBezTo>
                  <a:cubicBezTo>
                    <a:pt x="86" y="82"/>
                    <a:pt x="87" y="81"/>
                    <a:pt x="87" y="80"/>
                  </a:cubicBezTo>
                  <a:cubicBezTo>
                    <a:pt x="84" y="79"/>
                    <a:pt x="84" y="79"/>
                    <a:pt x="84" y="79"/>
                  </a:cubicBezTo>
                  <a:cubicBezTo>
                    <a:pt x="86" y="82"/>
                    <a:pt x="86" y="82"/>
                    <a:pt x="86" y="82"/>
                  </a:cubicBezTo>
                  <a:cubicBezTo>
                    <a:pt x="85" y="79"/>
                    <a:pt x="85" y="79"/>
                    <a:pt x="85" y="79"/>
                  </a:cubicBezTo>
                  <a:cubicBezTo>
                    <a:pt x="85" y="82"/>
                    <a:pt x="85" y="82"/>
                    <a:pt x="85" y="82"/>
                  </a:cubicBezTo>
                  <a:cubicBezTo>
                    <a:pt x="85" y="82"/>
                    <a:pt x="85" y="82"/>
                    <a:pt x="86" y="82"/>
                  </a:cubicBezTo>
                  <a:cubicBezTo>
                    <a:pt x="85" y="79"/>
                    <a:pt x="85" y="79"/>
                    <a:pt x="85" y="79"/>
                  </a:cubicBezTo>
                  <a:cubicBezTo>
                    <a:pt x="85" y="82"/>
                    <a:pt x="85" y="82"/>
                    <a:pt x="85" y="82"/>
                  </a:cubicBezTo>
                  <a:cubicBezTo>
                    <a:pt x="85" y="81"/>
                    <a:pt x="85" y="81"/>
                    <a:pt x="85" y="81"/>
                  </a:cubicBezTo>
                  <a:cubicBezTo>
                    <a:pt x="85" y="82"/>
                    <a:pt x="85" y="82"/>
                    <a:pt x="85" y="82"/>
                  </a:cubicBezTo>
                  <a:cubicBezTo>
                    <a:pt x="85" y="82"/>
                    <a:pt x="85" y="82"/>
                    <a:pt x="85" y="82"/>
                  </a:cubicBezTo>
                  <a:cubicBezTo>
                    <a:pt x="85" y="81"/>
                    <a:pt x="85" y="81"/>
                    <a:pt x="85" y="81"/>
                  </a:cubicBezTo>
                  <a:cubicBezTo>
                    <a:pt x="85" y="82"/>
                    <a:pt x="85" y="82"/>
                    <a:pt x="85" y="82"/>
                  </a:cubicBezTo>
                  <a:cubicBezTo>
                    <a:pt x="85" y="82"/>
                    <a:pt x="85" y="82"/>
                    <a:pt x="85" y="82"/>
                  </a:cubicBezTo>
                  <a:cubicBezTo>
                    <a:pt x="87" y="83"/>
                    <a:pt x="91" y="84"/>
                    <a:pt x="95" y="87"/>
                  </a:cubicBezTo>
                  <a:cubicBezTo>
                    <a:pt x="113" y="96"/>
                    <a:pt x="149" y="117"/>
                    <a:pt x="192" y="144"/>
                  </a:cubicBezTo>
                  <a:cubicBezTo>
                    <a:pt x="258" y="184"/>
                    <a:pt x="341" y="237"/>
                    <a:pt x="410" y="280"/>
                  </a:cubicBezTo>
                  <a:cubicBezTo>
                    <a:pt x="444" y="301"/>
                    <a:pt x="475" y="320"/>
                    <a:pt x="498" y="333"/>
                  </a:cubicBezTo>
                  <a:cubicBezTo>
                    <a:pt x="510" y="340"/>
                    <a:pt x="520" y="345"/>
                    <a:pt x="528" y="349"/>
                  </a:cubicBezTo>
                  <a:cubicBezTo>
                    <a:pt x="531" y="351"/>
                    <a:pt x="534" y="353"/>
                    <a:pt x="537" y="354"/>
                  </a:cubicBezTo>
                  <a:cubicBezTo>
                    <a:pt x="538" y="354"/>
                    <a:pt x="540" y="354"/>
                    <a:pt x="541" y="355"/>
                  </a:cubicBezTo>
                  <a:cubicBezTo>
                    <a:pt x="542" y="355"/>
                    <a:pt x="543" y="355"/>
                    <a:pt x="544" y="355"/>
                  </a:cubicBezTo>
                  <a:cubicBezTo>
                    <a:pt x="544" y="355"/>
                    <a:pt x="545" y="355"/>
                    <a:pt x="546" y="355"/>
                  </a:cubicBezTo>
                  <a:cubicBezTo>
                    <a:pt x="547" y="355"/>
                    <a:pt x="548" y="354"/>
                    <a:pt x="548" y="353"/>
                  </a:cubicBezTo>
                  <a:cubicBezTo>
                    <a:pt x="548" y="353"/>
                    <a:pt x="548" y="353"/>
                    <a:pt x="548" y="353"/>
                  </a:cubicBezTo>
                  <a:cubicBezTo>
                    <a:pt x="549" y="352"/>
                    <a:pt x="549" y="351"/>
                    <a:pt x="549" y="351"/>
                  </a:cubicBezTo>
                  <a:cubicBezTo>
                    <a:pt x="549" y="350"/>
                    <a:pt x="549" y="350"/>
                    <a:pt x="549" y="349"/>
                  </a:cubicBezTo>
                  <a:cubicBezTo>
                    <a:pt x="548" y="349"/>
                    <a:pt x="548" y="348"/>
                    <a:pt x="548" y="348"/>
                  </a:cubicBezTo>
                  <a:cubicBezTo>
                    <a:pt x="547" y="348"/>
                    <a:pt x="547" y="348"/>
                    <a:pt x="547" y="348"/>
                  </a:cubicBezTo>
                  <a:cubicBezTo>
                    <a:pt x="547" y="347"/>
                    <a:pt x="546" y="346"/>
                    <a:pt x="544" y="346"/>
                  </a:cubicBezTo>
                  <a:cubicBezTo>
                    <a:pt x="540" y="343"/>
                    <a:pt x="529" y="336"/>
                    <a:pt x="514" y="327"/>
                  </a:cubicBezTo>
                  <a:cubicBezTo>
                    <a:pt x="461" y="296"/>
                    <a:pt x="354" y="233"/>
                    <a:pt x="260" y="176"/>
                  </a:cubicBezTo>
                  <a:cubicBezTo>
                    <a:pt x="214" y="148"/>
                    <a:pt x="170" y="121"/>
                    <a:pt x="138" y="100"/>
                  </a:cubicBezTo>
                  <a:cubicBezTo>
                    <a:pt x="122" y="89"/>
                    <a:pt x="109" y="80"/>
                    <a:pt x="100" y="74"/>
                  </a:cubicBezTo>
                  <a:cubicBezTo>
                    <a:pt x="96" y="70"/>
                    <a:pt x="93" y="68"/>
                    <a:pt x="90" y="65"/>
                  </a:cubicBezTo>
                  <a:cubicBezTo>
                    <a:pt x="89" y="64"/>
                    <a:pt x="88" y="64"/>
                    <a:pt x="88" y="63"/>
                  </a:cubicBezTo>
                  <a:cubicBezTo>
                    <a:pt x="88" y="63"/>
                    <a:pt x="88" y="63"/>
                    <a:pt x="88" y="63"/>
                  </a:cubicBezTo>
                  <a:cubicBezTo>
                    <a:pt x="86" y="63"/>
                    <a:pt x="86" y="63"/>
                    <a:pt x="86" y="63"/>
                  </a:cubicBezTo>
                  <a:cubicBezTo>
                    <a:pt x="88" y="63"/>
                    <a:pt x="88" y="63"/>
                    <a:pt x="88" y="63"/>
                  </a:cubicBezTo>
                  <a:cubicBezTo>
                    <a:pt x="88" y="63"/>
                    <a:pt x="88" y="63"/>
                    <a:pt x="88" y="63"/>
                  </a:cubicBezTo>
                  <a:cubicBezTo>
                    <a:pt x="86" y="63"/>
                    <a:pt x="86" y="63"/>
                    <a:pt x="86" y="63"/>
                  </a:cubicBezTo>
                  <a:cubicBezTo>
                    <a:pt x="88" y="63"/>
                    <a:pt x="88" y="63"/>
                    <a:pt x="88" y="63"/>
                  </a:cubicBezTo>
                  <a:cubicBezTo>
                    <a:pt x="85" y="63"/>
                    <a:pt x="85" y="63"/>
                    <a:pt x="85" y="63"/>
                  </a:cubicBezTo>
                  <a:cubicBezTo>
                    <a:pt x="87" y="65"/>
                    <a:pt x="87" y="65"/>
                    <a:pt x="87" y="65"/>
                  </a:cubicBezTo>
                  <a:cubicBezTo>
                    <a:pt x="88" y="65"/>
                    <a:pt x="88" y="64"/>
                    <a:pt x="88" y="63"/>
                  </a:cubicBezTo>
                  <a:cubicBezTo>
                    <a:pt x="85" y="63"/>
                    <a:pt x="85" y="63"/>
                    <a:pt x="85" y="63"/>
                  </a:cubicBezTo>
                  <a:cubicBezTo>
                    <a:pt x="87" y="65"/>
                    <a:pt x="87" y="65"/>
                    <a:pt x="87" y="65"/>
                  </a:cubicBezTo>
                  <a:cubicBezTo>
                    <a:pt x="84" y="63"/>
                    <a:pt x="84" y="63"/>
                    <a:pt x="84" y="63"/>
                  </a:cubicBezTo>
                  <a:cubicBezTo>
                    <a:pt x="82" y="66"/>
                    <a:pt x="82" y="66"/>
                    <a:pt x="82" y="66"/>
                  </a:cubicBezTo>
                  <a:cubicBezTo>
                    <a:pt x="564" y="355"/>
                    <a:pt x="564" y="355"/>
                    <a:pt x="564" y="355"/>
                  </a:cubicBezTo>
                  <a:cubicBezTo>
                    <a:pt x="566" y="356"/>
                    <a:pt x="569" y="356"/>
                    <a:pt x="570" y="354"/>
                  </a:cubicBezTo>
                  <a:cubicBezTo>
                    <a:pt x="571" y="352"/>
                    <a:pt x="570" y="349"/>
                    <a:pt x="568" y="348"/>
                  </a:cubicBezTo>
                  <a:cubicBezTo>
                    <a:pt x="380" y="230"/>
                    <a:pt x="380" y="230"/>
                    <a:pt x="380" y="230"/>
                  </a:cubicBezTo>
                  <a:cubicBezTo>
                    <a:pt x="598" y="360"/>
                    <a:pt x="598" y="360"/>
                    <a:pt x="598" y="360"/>
                  </a:cubicBezTo>
                  <a:cubicBezTo>
                    <a:pt x="599" y="361"/>
                    <a:pt x="602" y="360"/>
                    <a:pt x="603" y="358"/>
                  </a:cubicBezTo>
                  <a:cubicBezTo>
                    <a:pt x="604" y="357"/>
                    <a:pt x="604" y="357"/>
                    <a:pt x="604" y="356"/>
                  </a:cubicBezTo>
                  <a:cubicBezTo>
                    <a:pt x="604" y="354"/>
                    <a:pt x="603" y="353"/>
                    <a:pt x="603" y="353"/>
                  </a:cubicBezTo>
                  <a:cubicBezTo>
                    <a:pt x="602" y="351"/>
                    <a:pt x="601" y="350"/>
                    <a:pt x="599" y="349"/>
                  </a:cubicBezTo>
                  <a:cubicBezTo>
                    <a:pt x="596" y="346"/>
                    <a:pt x="592" y="343"/>
                    <a:pt x="586" y="338"/>
                  </a:cubicBezTo>
                  <a:cubicBezTo>
                    <a:pt x="564" y="322"/>
                    <a:pt x="522" y="295"/>
                    <a:pt x="470" y="263"/>
                  </a:cubicBezTo>
                  <a:cubicBezTo>
                    <a:pt x="317" y="168"/>
                    <a:pt x="85" y="30"/>
                    <a:pt x="85" y="30"/>
                  </a:cubicBezTo>
                  <a:cubicBezTo>
                    <a:pt x="82" y="33"/>
                    <a:pt x="82" y="33"/>
                    <a:pt x="82" y="33"/>
                  </a:cubicBezTo>
                  <a:cubicBezTo>
                    <a:pt x="86" y="35"/>
                    <a:pt x="86" y="35"/>
                    <a:pt x="86" y="35"/>
                  </a:cubicBezTo>
                  <a:cubicBezTo>
                    <a:pt x="83" y="33"/>
                    <a:pt x="83" y="33"/>
                    <a:pt x="83" y="33"/>
                  </a:cubicBezTo>
                  <a:cubicBezTo>
                    <a:pt x="84" y="37"/>
                    <a:pt x="84" y="37"/>
                    <a:pt x="84" y="37"/>
                  </a:cubicBezTo>
                  <a:cubicBezTo>
                    <a:pt x="85" y="36"/>
                    <a:pt x="85" y="36"/>
                    <a:pt x="86" y="35"/>
                  </a:cubicBezTo>
                  <a:cubicBezTo>
                    <a:pt x="83" y="33"/>
                    <a:pt x="83" y="33"/>
                    <a:pt x="83" y="33"/>
                  </a:cubicBezTo>
                  <a:cubicBezTo>
                    <a:pt x="84" y="37"/>
                    <a:pt x="84" y="37"/>
                    <a:pt x="84" y="37"/>
                  </a:cubicBezTo>
                  <a:cubicBezTo>
                    <a:pt x="83" y="34"/>
                    <a:pt x="83" y="34"/>
                    <a:pt x="83" y="34"/>
                  </a:cubicBezTo>
                  <a:cubicBezTo>
                    <a:pt x="83" y="37"/>
                    <a:pt x="83" y="37"/>
                    <a:pt x="83" y="37"/>
                  </a:cubicBezTo>
                  <a:cubicBezTo>
                    <a:pt x="83" y="37"/>
                    <a:pt x="84" y="37"/>
                    <a:pt x="84" y="37"/>
                  </a:cubicBezTo>
                  <a:cubicBezTo>
                    <a:pt x="83" y="34"/>
                    <a:pt x="83" y="34"/>
                    <a:pt x="83" y="34"/>
                  </a:cubicBezTo>
                  <a:cubicBezTo>
                    <a:pt x="83" y="37"/>
                    <a:pt x="83" y="37"/>
                    <a:pt x="83" y="37"/>
                  </a:cubicBezTo>
                  <a:cubicBezTo>
                    <a:pt x="83" y="35"/>
                    <a:pt x="83" y="35"/>
                    <a:pt x="83" y="35"/>
                  </a:cubicBezTo>
                  <a:cubicBezTo>
                    <a:pt x="83" y="37"/>
                    <a:pt x="83" y="37"/>
                    <a:pt x="83" y="37"/>
                  </a:cubicBezTo>
                  <a:cubicBezTo>
                    <a:pt x="83" y="37"/>
                    <a:pt x="83" y="37"/>
                    <a:pt x="83" y="37"/>
                  </a:cubicBezTo>
                  <a:cubicBezTo>
                    <a:pt x="83" y="35"/>
                    <a:pt x="83" y="35"/>
                    <a:pt x="83" y="35"/>
                  </a:cubicBezTo>
                  <a:cubicBezTo>
                    <a:pt x="83" y="37"/>
                    <a:pt x="83" y="37"/>
                    <a:pt x="83" y="37"/>
                  </a:cubicBezTo>
                  <a:cubicBezTo>
                    <a:pt x="83" y="37"/>
                    <a:pt x="83" y="37"/>
                    <a:pt x="83" y="37"/>
                  </a:cubicBezTo>
                  <a:cubicBezTo>
                    <a:pt x="83" y="37"/>
                    <a:pt x="84" y="37"/>
                    <a:pt x="86" y="38"/>
                  </a:cubicBezTo>
                  <a:cubicBezTo>
                    <a:pt x="92" y="41"/>
                    <a:pt x="106" y="48"/>
                    <a:pt x="124" y="58"/>
                  </a:cubicBezTo>
                  <a:cubicBezTo>
                    <a:pt x="187" y="95"/>
                    <a:pt x="308" y="172"/>
                    <a:pt x="417" y="239"/>
                  </a:cubicBezTo>
                  <a:cubicBezTo>
                    <a:pt x="471" y="273"/>
                    <a:pt x="521" y="305"/>
                    <a:pt x="560" y="328"/>
                  </a:cubicBezTo>
                  <a:cubicBezTo>
                    <a:pt x="579" y="339"/>
                    <a:pt x="595" y="348"/>
                    <a:pt x="607" y="355"/>
                  </a:cubicBezTo>
                  <a:cubicBezTo>
                    <a:pt x="612" y="358"/>
                    <a:pt x="617" y="361"/>
                    <a:pt x="621" y="363"/>
                  </a:cubicBezTo>
                  <a:cubicBezTo>
                    <a:pt x="623" y="364"/>
                    <a:pt x="625" y="364"/>
                    <a:pt x="626" y="365"/>
                  </a:cubicBezTo>
                  <a:cubicBezTo>
                    <a:pt x="627" y="365"/>
                    <a:pt x="627" y="365"/>
                    <a:pt x="628" y="365"/>
                  </a:cubicBezTo>
                  <a:cubicBezTo>
                    <a:pt x="629" y="366"/>
                    <a:pt x="629" y="366"/>
                    <a:pt x="630" y="366"/>
                  </a:cubicBezTo>
                  <a:cubicBezTo>
                    <a:pt x="630" y="366"/>
                    <a:pt x="631" y="366"/>
                    <a:pt x="632" y="365"/>
                  </a:cubicBezTo>
                  <a:cubicBezTo>
                    <a:pt x="632" y="365"/>
                    <a:pt x="633" y="365"/>
                    <a:pt x="634" y="364"/>
                  </a:cubicBezTo>
                  <a:cubicBezTo>
                    <a:pt x="634" y="364"/>
                    <a:pt x="634" y="364"/>
                    <a:pt x="634" y="364"/>
                  </a:cubicBezTo>
                  <a:cubicBezTo>
                    <a:pt x="634" y="363"/>
                    <a:pt x="635" y="362"/>
                    <a:pt x="635" y="361"/>
                  </a:cubicBezTo>
                  <a:cubicBezTo>
                    <a:pt x="635" y="360"/>
                    <a:pt x="634" y="360"/>
                    <a:pt x="634" y="359"/>
                  </a:cubicBezTo>
                  <a:cubicBezTo>
                    <a:pt x="634" y="358"/>
                    <a:pt x="633" y="358"/>
                    <a:pt x="633" y="357"/>
                  </a:cubicBezTo>
                  <a:cubicBezTo>
                    <a:pt x="632" y="356"/>
                    <a:pt x="630" y="355"/>
                    <a:pt x="628" y="354"/>
                  </a:cubicBezTo>
                  <a:cubicBezTo>
                    <a:pt x="622" y="348"/>
                    <a:pt x="608" y="339"/>
                    <a:pt x="590" y="327"/>
                  </a:cubicBezTo>
                  <a:cubicBezTo>
                    <a:pt x="460" y="242"/>
                    <a:pt x="83" y="15"/>
                    <a:pt x="83" y="15"/>
                  </a:cubicBezTo>
                  <a:cubicBezTo>
                    <a:pt x="81" y="18"/>
                    <a:pt x="81" y="18"/>
                    <a:pt x="81" y="18"/>
                  </a:cubicBezTo>
                  <a:cubicBezTo>
                    <a:pt x="84" y="20"/>
                    <a:pt x="84" y="20"/>
                    <a:pt x="84" y="20"/>
                  </a:cubicBezTo>
                  <a:cubicBezTo>
                    <a:pt x="81" y="18"/>
                    <a:pt x="81" y="18"/>
                    <a:pt x="81" y="18"/>
                  </a:cubicBezTo>
                  <a:cubicBezTo>
                    <a:pt x="83" y="22"/>
                    <a:pt x="83" y="22"/>
                    <a:pt x="83" y="22"/>
                  </a:cubicBezTo>
                  <a:cubicBezTo>
                    <a:pt x="83" y="21"/>
                    <a:pt x="84" y="21"/>
                    <a:pt x="84" y="20"/>
                  </a:cubicBezTo>
                  <a:cubicBezTo>
                    <a:pt x="81" y="18"/>
                    <a:pt x="81" y="18"/>
                    <a:pt x="81" y="18"/>
                  </a:cubicBezTo>
                  <a:cubicBezTo>
                    <a:pt x="83" y="22"/>
                    <a:pt x="83" y="22"/>
                    <a:pt x="83" y="22"/>
                  </a:cubicBezTo>
                  <a:cubicBezTo>
                    <a:pt x="82" y="19"/>
                    <a:pt x="82" y="19"/>
                    <a:pt x="82" y="19"/>
                  </a:cubicBezTo>
                  <a:cubicBezTo>
                    <a:pt x="82" y="22"/>
                    <a:pt x="82" y="22"/>
                    <a:pt x="82" y="22"/>
                  </a:cubicBezTo>
                  <a:cubicBezTo>
                    <a:pt x="82" y="22"/>
                    <a:pt x="82" y="22"/>
                    <a:pt x="83" y="22"/>
                  </a:cubicBezTo>
                  <a:cubicBezTo>
                    <a:pt x="82" y="19"/>
                    <a:pt x="82" y="19"/>
                    <a:pt x="82" y="19"/>
                  </a:cubicBezTo>
                  <a:cubicBezTo>
                    <a:pt x="82" y="22"/>
                    <a:pt x="82" y="22"/>
                    <a:pt x="82" y="22"/>
                  </a:cubicBezTo>
                  <a:cubicBezTo>
                    <a:pt x="82" y="21"/>
                    <a:pt x="82" y="21"/>
                    <a:pt x="82" y="21"/>
                  </a:cubicBezTo>
                  <a:cubicBezTo>
                    <a:pt x="82" y="22"/>
                    <a:pt x="82" y="22"/>
                    <a:pt x="82" y="22"/>
                  </a:cubicBezTo>
                  <a:cubicBezTo>
                    <a:pt x="82" y="22"/>
                    <a:pt x="82" y="22"/>
                    <a:pt x="82" y="22"/>
                  </a:cubicBezTo>
                  <a:cubicBezTo>
                    <a:pt x="82" y="21"/>
                    <a:pt x="82" y="21"/>
                    <a:pt x="82" y="21"/>
                  </a:cubicBezTo>
                  <a:cubicBezTo>
                    <a:pt x="82" y="22"/>
                    <a:pt x="82" y="22"/>
                    <a:pt x="82" y="22"/>
                  </a:cubicBezTo>
                  <a:cubicBezTo>
                    <a:pt x="82" y="22"/>
                    <a:pt x="83" y="22"/>
                    <a:pt x="85" y="23"/>
                  </a:cubicBezTo>
                  <a:cubicBezTo>
                    <a:pt x="88" y="24"/>
                    <a:pt x="93" y="26"/>
                    <a:pt x="100" y="30"/>
                  </a:cubicBezTo>
                  <a:cubicBezTo>
                    <a:pt x="124" y="43"/>
                    <a:pt x="170" y="71"/>
                    <a:pt x="224" y="105"/>
                  </a:cubicBezTo>
                  <a:cubicBezTo>
                    <a:pt x="305" y="156"/>
                    <a:pt x="407" y="221"/>
                    <a:pt x="491" y="273"/>
                  </a:cubicBezTo>
                  <a:cubicBezTo>
                    <a:pt x="533" y="300"/>
                    <a:pt x="570" y="323"/>
                    <a:pt x="599" y="339"/>
                  </a:cubicBezTo>
                  <a:cubicBezTo>
                    <a:pt x="613" y="347"/>
                    <a:pt x="625" y="354"/>
                    <a:pt x="634" y="359"/>
                  </a:cubicBezTo>
                  <a:cubicBezTo>
                    <a:pt x="638" y="361"/>
                    <a:pt x="642" y="363"/>
                    <a:pt x="645" y="364"/>
                  </a:cubicBezTo>
                  <a:cubicBezTo>
                    <a:pt x="647" y="365"/>
                    <a:pt x="648" y="365"/>
                    <a:pt x="650" y="365"/>
                  </a:cubicBezTo>
                  <a:cubicBezTo>
                    <a:pt x="651" y="366"/>
                    <a:pt x="652" y="366"/>
                    <a:pt x="653" y="366"/>
                  </a:cubicBezTo>
                  <a:cubicBezTo>
                    <a:pt x="654" y="366"/>
                    <a:pt x="655" y="366"/>
                    <a:pt x="656" y="366"/>
                  </a:cubicBezTo>
                  <a:cubicBezTo>
                    <a:pt x="656" y="365"/>
                    <a:pt x="657" y="365"/>
                    <a:pt x="658" y="364"/>
                  </a:cubicBezTo>
                  <a:cubicBezTo>
                    <a:pt x="659" y="363"/>
                    <a:pt x="659" y="362"/>
                    <a:pt x="659" y="361"/>
                  </a:cubicBezTo>
                  <a:cubicBezTo>
                    <a:pt x="658" y="360"/>
                    <a:pt x="658" y="359"/>
                    <a:pt x="657" y="358"/>
                  </a:cubicBezTo>
                  <a:cubicBezTo>
                    <a:pt x="85" y="1"/>
                    <a:pt x="85" y="1"/>
                    <a:pt x="85" y="1"/>
                  </a:cubicBezTo>
                  <a:cubicBezTo>
                    <a:pt x="83" y="4"/>
                    <a:pt x="83" y="4"/>
                    <a:pt x="83" y="4"/>
                  </a:cubicBezTo>
                  <a:cubicBezTo>
                    <a:pt x="86" y="6"/>
                    <a:pt x="86" y="6"/>
                    <a:pt x="86" y="6"/>
                  </a:cubicBezTo>
                  <a:cubicBezTo>
                    <a:pt x="84" y="5"/>
                    <a:pt x="84" y="5"/>
                    <a:pt x="84" y="5"/>
                  </a:cubicBezTo>
                  <a:cubicBezTo>
                    <a:pt x="85" y="8"/>
                    <a:pt x="85" y="8"/>
                    <a:pt x="85" y="8"/>
                  </a:cubicBezTo>
                  <a:cubicBezTo>
                    <a:pt x="85" y="7"/>
                    <a:pt x="86" y="7"/>
                    <a:pt x="86" y="6"/>
                  </a:cubicBezTo>
                  <a:cubicBezTo>
                    <a:pt x="84" y="5"/>
                    <a:pt x="84" y="5"/>
                    <a:pt x="84" y="5"/>
                  </a:cubicBezTo>
                  <a:cubicBezTo>
                    <a:pt x="85" y="8"/>
                    <a:pt x="85" y="8"/>
                    <a:pt x="85" y="8"/>
                  </a:cubicBezTo>
                  <a:cubicBezTo>
                    <a:pt x="84" y="6"/>
                    <a:pt x="84" y="6"/>
                    <a:pt x="84" y="6"/>
                  </a:cubicBezTo>
                  <a:cubicBezTo>
                    <a:pt x="85" y="8"/>
                    <a:pt x="85" y="8"/>
                    <a:pt x="85" y="8"/>
                  </a:cubicBezTo>
                  <a:cubicBezTo>
                    <a:pt x="85" y="8"/>
                    <a:pt x="85" y="8"/>
                    <a:pt x="85" y="8"/>
                  </a:cubicBezTo>
                  <a:cubicBezTo>
                    <a:pt x="84" y="6"/>
                    <a:pt x="84" y="6"/>
                    <a:pt x="84" y="6"/>
                  </a:cubicBezTo>
                  <a:cubicBezTo>
                    <a:pt x="85" y="8"/>
                    <a:pt x="85" y="8"/>
                    <a:pt x="85" y="8"/>
                  </a:cubicBezTo>
                  <a:cubicBezTo>
                    <a:pt x="85" y="8"/>
                    <a:pt x="85" y="8"/>
                    <a:pt x="85" y="8"/>
                  </a:cubicBezTo>
                  <a:cubicBezTo>
                    <a:pt x="85" y="8"/>
                    <a:pt x="86" y="8"/>
                    <a:pt x="88" y="8"/>
                  </a:cubicBezTo>
                  <a:cubicBezTo>
                    <a:pt x="92" y="10"/>
                    <a:pt x="97" y="12"/>
                    <a:pt x="105" y="16"/>
                  </a:cubicBezTo>
                  <a:cubicBezTo>
                    <a:pt x="131" y="29"/>
                    <a:pt x="180" y="58"/>
                    <a:pt x="237" y="94"/>
                  </a:cubicBezTo>
                  <a:cubicBezTo>
                    <a:pt x="324" y="148"/>
                    <a:pt x="431" y="216"/>
                    <a:pt x="520" y="272"/>
                  </a:cubicBezTo>
                  <a:cubicBezTo>
                    <a:pt x="564" y="300"/>
                    <a:pt x="604" y="324"/>
                    <a:pt x="634" y="341"/>
                  </a:cubicBezTo>
                  <a:cubicBezTo>
                    <a:pt x="649" y="350"/>
                    <a:pt x="661" y="357"/>
                    <a:pt x="671" y="362"/>
                  </a:cubicBezTo>
                  <a:cubicBezTo>
                    <a:pt x="676" y="364"/>
                    <a:pt x="680" y="366"/>
                    <a:pt x="683" y="368"/>
                  </a:cubicBezTo>
                  <a:cubicBezTo>
                    <a:pt x="685" y="368"/>
                    <a:pt x="686" y="369"/>
                    <a:pt x="687" y="369"/>
                  </a:cubicBezTo>
                  <a:cubicBezTo>
                    <a:pt x="689" y="370"/>
                    <a:pt x="690" y="370"/>
                    <a:pt x="691" y="370"/>
                  </a:cubicBezTo>
                  <a:cubicBezTo>
                    <a:pt x="692" y="370"/>
                    <a:pt x="693" y="370"/>
                    <a:pt x="694" y="369"/>
                  </a:cubicBezTo>
                  <a:cubicBezTo>
                    <a:pt x="694" y="369"/>
                    <a:pt x="695" y="369"/>
                    <a:pt x="696" y="367"/>
                  </a:cubicBezTo>
                  <a:cubicBezTo>
                    <a:pt x="697" y="367"/>
                    <a:pt x="697" y="365"/>
                    <a:pt x="696" y="364"/>
                  </a:cubicBezTo>
                  <a:cubicBezTo>
                    <a:pt x="696" y="363"/>
                    <a:pt x="696" y="362"/>
                    <a:pt x="695" y="362"/>
                  </a:cubicBezTo>
                  <a:cubicBezTo>
                    <a:pt x="695" y="362"/>
                    <a:pt x="692" y="361"/>
                    <a:pt x="688" y="358"/>
                  </a:cubicBezTo>
                  <a:cubicBezTo>
                    <a:pt x="658" y="341"/>
                    <a:pt x="522" y="260"/>
                    <a:pt x="393" y="182"/>
                  </a:cubicBezTo>
                  <a:cubicBezTo>
                    <a:pt x="328" y="143"/>
                    <a:pt x="265" y="104"/>
                    <a:pt x="219" y="74"/>
                  </a:cubicBezTo>
                  <a:cubicBezTo>
                    <a:pt x="196" y="59"/>
                    <a:pt x="177" y="46"/>
                    <a:pt x="163" y="37"/>
                  </a:cubicBezTo>
                  <a:cubicBezTo>
                    <a:pt x="157" y="32"/>
                    <a:pt x="152" y="28"/>
                    <a:pt x="148" y="25"/>
                  </a:cubicBezTo>
                  <a:cubicBezTo>
                    <a:pt x="147" y="23"/>
                    <a:pt x="145" y="22"/>
                    <a:pt x="145" y="21"/>
                  </a:cubicBezTo>
                  <a:cubicBezTo>
                    <a:pt x="144" y="20"/>
                    <a:pt x="144" y="20"/>
                    <a:pt x="144" y="20"/>
                  </a:cubicBezTo>
                  <a:cubicBezTo>
                    <a:pt x="144" y="20"/>
                    <a:pt x="144" y="20"/>
                    <a:pt x="144" y="20"/>
                  </a:cubicBezTo>
                  <a:cubicBezTo>
                    <a:pt x="142" y="21"/>
                    <a:pt x="142" y="21"/>
                    <a:pt x="142" y="21"/>
                  </a:cubicBezTo>
                  <a:cubicBezTo>
                    <a:pt x="144" y="21"/>
                    <a:pt x="144" y="21"/>
                    <a:pt x="144" y="21"/>
                  </a:cubicBezTo>
                  <a:cubicBezTo>
                    <a:pt x="144" y="20"/>
                    <a:pt x="144" y="20"/>
                    <a:pt x="144" y="20"/>
                  </a:cubicBezTo>
                  <a:cubicBezTo>
                    <a:pt x="142" y="21"/>
                    <a:pt x="142" y="21"/>
                    <a:pt x="142" y="21"/>
                  </a:cubicBezTo>
                  <a:cubicBezTo>
                    <a:pt x="144" y="21"/>
                    <a:pt x="144" y="21"/>
                    <a:pt x="144" y="21"/>
                  </a:cubicBezTo>
                  <a:cubicBezTo>
                    <a:pt x="141" y="21"/>
                    <a:pt x="141" y="21"/>
                    <a:pt x="141" y="21"/>
                  </a:cubicBezTo>
                  <a:cubicBezTo>
                    <a:pt x="144" y="22"/>
                    <a:pt x="144" y="22"/>
                    <a:pt x="144" y="22"/>
                  </a:cubicBezTo>
                  <a:cubicBezTo>
                    <a:pt x="144" y="22"/>
                    <a:pt x="144" y="21"/>
                    <a:pt x="144" y="21"/>
                  </a:cubicBezTo>
                  <a:cubicBezTo>
                    <a:pt x="141" y="21"/>
                    <a:pt x="141" y="21"/>
                    <a:pt x="141" y="21"/>
                  </a:cubicBezTo>
                  <a:cubicBezTo>
                    <a:pt x="144" y="22"/>
                    <a:pt x="144" y="22"/>
                    <a:pt x="144" y="22"/>
                  </a:cubicBezTo>
                  <a:cubicBezTo>
                    <a:pt x="140" y="20"/>
                    <a:pt x="140" y="20"/>
                    <a:pt x="140" y="20"/>
                  </a:cubicBezTo>
                  <a:cubicBezTo>
                    <a:pt x="138" y="24"/>
                    <a:pt x="138" y="24"/>
                    <a:pt x="138" y="24"/>
                  </a:cubicBezTo>
                  <a:cubicBezTo>
                    <a:pt x="725" y="370"/>
                    <a:pt x="725" y="370"/>
                    <a:pt x="725" y="370"/>
                  </a:cubicBezTo>
                  <a:cubicBezTo>
                    <a:pt x="727" y="371"/>
                    <a:pt x="730" y="371"/>
                    <a:pt x="731" y="369"/>
                  </a:cubicBezTo>
                  <a:cubicBezTo>
                    <a:pt x="732" y="367"/>
                    <a:pt x="731" y="364"/>
                    <a:pt x="729" y="363"/>
                  </a:cubicBezTo>
                  <a:cubicBezTo>
                    <a:pt x="729" y="363"/>
                    <a:pt x="728" y="362"/>
                    <a:pt x="724" y="360"/>
                  </a:cubicBezTo>
                  <a:cubicBezTo>
                    <a:pt x="696" y="343"/>
                    <a:pt x="571" y="267"/>
                    <a:pt x="453" y="194"/>
                  </a:cubicBezTo>
                  <a:cubicBezTo>
                    <a:pt x="394" y="157"/>
                    <a:pt x="336" y="122"/>
                    <a:pt x="294" y="95"/>
                  </a:cubicBezTo>
                  <a:cubicBezTo>
                    <a:pt x="272" y="81"/>
                    <a:pt x="255" y="70"/>
                    <a:pt x="243" y="62"/>
                  </a:cubicBezTo>
                  <a:cubicBezTo>
                    <a:pt x="237" y="57"/>
                    <a:pt x="232" y="54"/>
                    <a:pt x="229" y="52"/>
                  </a:cubicBezTo>
                  <a:cubicBezTo>
                    <a:pt x="227" y="51"/>
                    <a:pt x="226" y="50"/>
                    <a:pt x="225" y="49"/>
                  </a:cubicBezTo>
                  <a:cubicBezTo>
                    <a:pt x="225" y="48"/>
                    <a:pt x="225" y="48"/>
                    <a:pt x="225" y="48"/>
                  </a:cubicBezTo>
                  <a:cubicBezTo>
                    <a:pt x="223" y="50"/>
                    <a:pt x="223" y="50"/>
                    <a:pt x="223" y="50"/>
                  </a:cubicBezTo>
                  <a:cubicBezTo>
                    <a:pt x="225" y="49"/>
                    <a:pt x="225" y="49"/>
                    <a:pt x="225" y="49"/>
                  </a:cubicBezTo>
                  <a:cubicBezTo>
                    <a:pt x="225" y="48"/>
                    <a:pt x="225" y="48"/>
                    <a:pt x="225" y="48"/>
                  </a:cubicBezTo>
                  <a:cubicBezTo>
                    <a:pt x="223" y="50"/>
                    <a:pt x="223" y="50"/>
                    <a:pt x="223" y="50"/>
                  </a:cubicBezTo>
                  <a:cubicBezTo>
                    <a:pt x="225" y="49"/>
                    <a:pt x="225" y="49"/>
                    <a:pt x="225" y="49"/>
                  </a:cubicBezTo>
                  <a:cubicBezTo>
                    <a:pt x="222" y="50"/>
                    <a:pt x="222" y="50"/>
                    <a:pt x="222" y="50"/>
                  </a:cubicBezTo>
                  <a:cubicBezTo>
                    <a:pt x="225" y="50"/>
                    <a:pt x="225" y="50"/>
                    <a:pt x="225" y="50"/>
                  </a:cubicBezTo>
                  <a:cubicBezTo>
                    <a:pt x="225" y="49"/>
                    <a:pt x="225" y="49"/>
                    <a:pt x="225" y="49"/>
                  </a:cubicBezTo>
                  <a:cubicBezTo>
                    <a:pt x="222" y="50"/>
                    <a:pt x="222" y="50"/>
                    <a:pt x="222" y="50"/>
                  </a:cubicBezTo>
                  <a:cubicBezTo>
                    <a:pt x="225" y="50"/>
                    <a:pt x="225" y="50"/>
                    <a:pt x="225" y="50"/>
                  </a:cubicBezTo>
                  <a:cubicBezTo>
                    <a:pt x="221" y="50"/>
                    <a:pt x="221" y="50"/>
                    <a:pt x="221" y="50"/>
                  </a:cubicBezTo>
                  <a:cubicBezTo>
                    <a:pt x="225" y="53"/>
                    <a:pt x="225" y="53"/>
                    <a:pt x="225" y="53"/>
                  </a:cubicBezTo>
                  <a:cubicBezTo>
                    <a:pt x="225" y="52"/>
                    <a:pt x="225" y="51"/>
                    <a:pt x="225" y="50"/>
                  </a:cubicBezTo>
                  <a:cubicBezTo>
                    <a:pt x="221" y="50"/>
                    <a:pt x="221" y="50"/>
                    <a:pt x="221" y="50"/>
                  </a:cubicBezTo>
                  <a:cubicBezTo>
                    <a:pt x="225" y="53"/>
                    <a:pt x="225" y="53"/>
                    <a:pt x="225" y="53"/>
                  </a:cubicBezTo>
                  <a:cubicBezTo>
                    <a:pt x="221" y="50"/>
                    <a:pt x="221" y="50"/>
                    <a:pt x="221" y="50"/>
                  </a:cubicBezTo>
                  <a:cubicBezTo>
                    <a:pt x="219" y="54"/>
                    <a:pt x="219" y="54"/>
                    <a:pt x="219" y="54"/>
                  </a:cubicBezTo>
                  <a:cubicBezTo>
                    <a:pt x="746" y="368"/>
                    <a:pt x="746" y="368"/>
                    <a:pt x="746" y="368"/>
                  </a:cubicBezTo>
                  <a:cubicBezTo>
                    <a:pt x="748" y="370"/>
                    <a:pt x="750" y="369"/>
                    <a:pt x="751" y="367"/>
                  </a:cubicBezTo>
                  <a:cubicBezTo>
                    <a:pt x="752" y="366"/>
                    <a:pt x="752" y="365"/>
                    <a:pt x="752" y="365"/>
                  </a:cubicBezTo>
                  <a:cubicBezTo>
                    <a:pt x="752" y="363"/>
                    <a:pt x="752" y="362"/>
                    <a:pt x="751" y="362"/>
                  </a:cubicBezTo>
                  <a:cubicBezTo>
                    <a:pt x="750" y="360"/>
                    <a:pt x="749" y="359"/>
                    <a:pt x="748" y="358"/>
                  </a:cubicBezTo>
                  <a:cubicBezTo>
                    <a:pt x="745" y="355"/>
                    <a:pt x="741" y="352"/>
                    <a:pt x="736" y="349"/>
                  </a:cubicBezTo>
                  <a:cubicBezTo>
                    <a:pt x="716" y="335"/>
                    <a:pt x="677" y="311"/>
                    <a:pt x="631" y="284"/>
                  </a:cubicBezTo>
                  <a:cubicBezTo>
                    <a:pt x="562" y="243"/>
                    <a:pt x="474" y="192"/>
                    <a:pt x="404" y="151"/>
                  </a:cubicBezTo>
                  <a:cubicBezTo>
                    <a:pt x="369" y="130"/>
                    <a:pt x="339" y="111"/>
                    <a:pt x="317" y="97"/>
                  </a:cubicBezTo>
                  <a:cubicBezTo>
                    <a:pt x="306" y="90"/>
                    <a:pt x="297" y="84"/>
                    <a:pt x="291" y="79"/>
                  </a:cubicBezTo>
                  <a:cubicBezTo>
                    <a:pt x="289" y="77"/>
                    <a:pt x="286" y="75"/>
                    <a:pt x="285" y="74"/>
                  </a:cubicBezTo>
                  <a:cubicBezTo>
                    <a:pt x="284" y="73"/>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2" y="73"/>
                    <a:pt x="282" y="73"/>
                    <a:pt x="282" y="73"/>
                  </a:cubicBezTo>
                  <a:cubicBezTo>
                    <a:pt x="284" y="73"/>
                    <a:pt x="284" y="73"/>
                    <a:pt x="284" y="73"/>
                  </a:cubicBezTo>
                  <a:cubicBezTo>
                    <a:pt x="284" y="72"/>
                    <a:pt x="284" y="72"/>
                    <a:pt x="284" y="72"/>
                  </a:cubicBezTo>
                  <a:cubicBezTo>
                    <a:pt x="282" y="73"/>
                    <a:pt x="282" y="73"/>
                    <a:pt x="282" y="73"/>
                  </a:cubicBezTo>
                  <a:cubicBezTo>
                    <a:pt x="284" y="73"/>
                    <a:pt x="284" y="73"/>
                    <a:pt x="284" y="73"/>
                  </a:cubicBezTo>
                  <a:cubicBezTo>
                    <a:pt x="281" y="73"/>
                    <a:pt x="281" y="73"/>
                    <a:pt x="281" y="73"/>
                  </a:cubicBezTo>
                  <a:cubicBezTo>
                    <a:pt x="283" y="75"/>
                    <a:pt x="283" y="75"/>
                    <a:pt x="283" y="75"/>
                  </a:cubicBezTo>
                  <a:cubicBezTo>
                    <a:pt x="284" y="74"/>
                    <a:pt x="284" y="73"/>
                    <a:pt x="284" y="73"/>
                  </a:cubicBezTo>
                  <a:cubicBezTo>
                    <a:pt x="281" y="73"/>
                    <a:pt x="281" y="73"/>
                    <a:pt x="281" y="73"/>
                  </a:cubicBezTo>
                  <a:cubicBezTo>
                    <a:pt x="283" y="75"/>
                    <a:pt x="283" y="75"/>
                    <a:pt x="283" y="75"/>
                  </a:cubicBezTo>
                  <a:cubicBezTo>
                    <a:pt x="283" y="75"/>
                    <a:pt x="283" y="75"/>
                    <a:pt x="283" y="75"/>
                  </a:cubicBezTo>
                  <a:cubicBezTo>
                    <a:pt x="281" y="73"/>
                    <a:pt x="281" y="73"/>
                    <a:pt x="281" y="73"/>
                  </a:cubicBezTo>
                  <a:cubicBezTo>
                    <a:pt x="282" y="76"/>
                    <a:pt x="282" y="76"/>
                    <a:pt x="282" y="76"/>
                  </a:cubicBezTo>
                  <a:cubicBezTo>
                    <a:pt x="282" y="76"/>
                    <a:pt x="283" y="75"/>
                    <a:pt x="283" y="75"/>
                  </a:cubicBezTo>
                  <a:cubicBezTo>
                    <a:pt x="281" y="73"/>
                    <a:pt x="281" y="73"/>
                    <a:pt x="281" y="73"/>
                  </a:cubicBezTo>
                  <a:cubicBezTo>
                    <a:pt x="282" y="76"/>
                    <a:pt x="282" y="76"/>
                    <a:pt x="282" y="76"/>
                  </a:cubicBezTo>
                  <a:cubicBezTo>
                    <a:pt x="281" y="74"/>
                    <a:pt x="281" y="74"/>
                    <a:pt x="281" y="74"/>
                  </a:cubicBezTo>
                  <a:cubicBezTo>
                    <a:pt x="282" y="76"/>
                    <a:pt x="282" y="76"/>
                    <a:pt x="282" y="76"/>
                  </a:cubicBezTo>
                  <a:cubicBezTo>
                    <a:pt x="282" y="76"/>
                    <a:pt x="282" y="76"/>
                    <a:pt x="282" y="76"/>
                  </a:cubicBezTo>
                  <a:cubicBezTo>
                    <a:pt x="281" y="74"/>
                    <a:pt x="281" y="74"/>
                    <a:pt x="281" y="74"/>
                  </a:cubicBezTo>
                  <a:cubicBezTo>
                    <a:pt x="282" y="76"/>
                    <a:pt x="282" y="76"/>
                    <a:pt x="282" y="76"/>
                  </a:cubicBezTo>
                  <a:cubicBezTo>
                    <a:pt x="281" y="75"/>
                    <a:pt x="281" y="75"/>
                    <a:pt x="281" y="75"/>
                  </a:cubicBezTo>
                  <a:cubicBezTo>
                    <a:pt x="282" y="76"/>
                    <a:pt x="282" y="76"/>
                    <a:pt x="282" y="76"/>
                  </a:cubicBezTo>
                  <a:cubicBezTo>
                    <a:pt x="282" y="76"/>
                    <a:pt x="282" y="76"/>
                    <a:pt x="282" y="76"/>
                  </a:cubicBezTo>
                  <a:cubicBezTo>
                    <a:pt x="281" y="75"/>
                    <a:pt x="281" y="75"/>
                    <a:pt x="281" y="75"/>
                  </a:cubicBezTo>
                  <a:cubicBezTo>
                    <a:pt x="282" y="76"/>
                    <a:pt x="282" y="76"/>
                    <a:pt x="282" y="76"/>
                  </a:cubicBezTo>
                  <a:cubicBezTo>
                    <a:pt x="282" y="76"/>
                    <a:pt x="282" y="76"/>
                    <a:pt x="282" y="76"/>
                  </a:cubicBezTo>
                  <a:cubicBezTo>
                    <a:pt x="282" y="76"/>
                    <a:pt x="283" y="76"/>
                    <a:pt x="285" y="76"/>
                  </a:cubicBezTo>
                  <a:cubicBezTo>
                    <a:pt x="288" y="77"/>
                    <a:pt x="293" y="80"/>
                    <a:pt x="299" y="82"/>
                  </a:cubicBezTo>
                  <a:cubicBezTo>
                    <a:pt x="321" y="93"/>
                    <a:pt x="362" y="117"/>
                    <a:pt x="409" y="146"/>
                  </a:cubicBezTo>
                  <a:cubicBezTo>
                    <a:pt x="480" y="190"/>
                    <a:pt x="568" y="246"/>
                    <a:pt x="640" y="291"/>
                  </a:cubicBezTo>
                  <a:cubicBezTo>
                    <a:pt x="675" y="314"/>
                    <a:pt x="707" y="334"/>
                    <a:pt x="730" y="348"/>
                  </a:cubicBezTo>
                  <a:cubicBezTo>
                    <a:pt x="741" y="355"/>
                    <a:pt x="751" y="361"/>
                    <a:pt x="758" y="365"/>
                  </a:cubicBezTo>
                  <a:cubicBezTo>
                    <a:pt x="761" y="367"/>
                    <a:pt x="764" y="369"/>
                    <a:pt x="766" y="370"/>
                  </a:cubicBezTo>
                  <a:cubicBezTo>
                    <a:pt x="767" y="370"/>
                    <a:pt x="768" y="371"/>
                    <a:pt x="769" y="371"/>
                  </a:cubicBezTo>
                  <a:cubicBezTo>
                    <a:pt x="769" y="371"/>
                    <a:pt x="770" y="371"/>
                    <a:pt x="770" y="371"/>
                  </a:cubicBezTo>
                  <a:cubicBezTo>
                    <a:pt x="771" y="372"/>
                    <a:pt x="771" y="372"/>
                    <a:pt x="772" y="372"/>
                  </a:cubicBezTo>
                  <a:cubicBezTo>
                    <a:pt x="772" y="372"/>
                    <a:pt x="773" y="372"/>
                    <a:pt x="773" y="371"/>
                  </a:cubicBezTo>
                  <a:cubicBezTo>
                    <a:pt x="774" y="371"/>
                    <a:pt x="775" y="371"/>
                    <a:pt x="775" y="370"/>
                  </a:cubicBezTo>
                  <a:cubicBezTo>
                    <a:pt x="775" y="370"/>
                    <a:pt x="775" y="370"/>
                    <a:pt x="775" y="370"/>
                  </a:cubicBezTo>
                  <a:cubicBezTo>
                    <a:pt x="776" y="369"/>
                    <a:pt x="776" y="368"/>
                    <a:pt x="776" y="367"/>
                  </a:cubicBezTo>
                  <a:cubicBezTo>
                    <a:pt x="776" y="366"/>
                    <a:pt x="776" y="365"/>
                    <a:pt x="775" y="364"/>
                  </a:cubicBezTo>
                  <a:cubicBezTo>
                    <a:pt x="775" y="363"/>
                    <a:pt x="773" y="362"/>
                    <a:pt x="772" y="360"/>
                  </a:cubicBezTo>
                  <a:cubicBezTo>
                    <a:pt x="770" y="358"/>
                    <a:pt x="766" y="355"/>
                    <a:pt x="760" y="351"/>
                  </a:cubicBezTo>
                  <a:cubicBezTo>
                    <a:pt x="741" y="336"/>
                    <a:pt x="705" y="313"/>
                    <a:pt x="660" y="285"/>
                  </a:cubicBezTo>
                  <a:cubicBezTo>
                    <a:pt x="527" y="202"/>
                    <a:pt x="326" y="84"/>
                    <a:pt x="326" y="84"/>
                  </a:cubicBezTo>
                  <a:cubicBezTo>
                    <a:pt x="324" y="83"/>
                    <a:pt x="321" y="83"/>
                    <a:pt x="320" y="85"/>
                  </a:cubicBezTo>
                  <a:cubicBezTo>
                    <a:pt x="319" y="87"/>
                    <a:pt x="320" y="90"/>
                    <a:pt x="321" y="91"/>
                  </a:cubicBezTo>
                  <a:cubicBezTo>
                    <a:pt x="321" y="91"/>
                    <a:pt x="432" y="160"/>
                    <a:pt x="547" y="230"/>
                  </a:cubicBezTo>
                  <a:cubicBezTo>
                    <a:pt x="605" y="265"/>
                    <a:pt x="663" y="300"/>
                    <a:pt x="710" y="326"/>
                  </a:cubicBezTo>
                  <a:cubicBezTo>
                    <a:pt x="733" y="339"/>
                    <a:pt x="753" y="350"/>
                    <a:pt x="768" y="357"/>
                  </a:cubicBezTo>
                  <a:cubicBezTo>
                    <a:pt x="776" y="361"/>
                    <a:pt x="782" y="364"/>
                    <a:pt x="787" y="366"/>
                  </a:cubicBezTo>
                  <a:cubicBezTo>
                    <a:pt x="790" y="367"/>
                    <a:pt x="792" y="368"/>
                    <a:pt x="794" y="369"/>
                  </a:cubicBezTo>
                  <a:cubicBezTo>
                    <a:pt x="796" y="369"/>
                    <a:pt x="798" y="370"/>
                    <a:pt x="800" y="370"/>
                  </a:cubicBezTo>
                  <a:cubicBezTo>
                    <a:pt x="800" y="370"/>
                    <a:pt x="801" y="370"/>
                    <a:pt x="802" y="369"/>
                  </a:cubicBezTo>
                  <a:cubicBezTo>
                    <a:pt x="803" y="369"/>
                    <a:pt x="804" y="368"/>
                    <a:pt x="805" y="367"/>
                  </a:cubicBezTo>
                  <a:cubicBezTo>
                    <a:pt x="805" y="367"/>
                    <a:pt x="805" y="367"/>
                    <a:pt x="805" y="367"/>
                  </a:cubicBezTo>
                  <a:cubicBezTo>
                    <a:pt x="805" y="366"/>
                    <a:pt x="805" y="366"/>
                    <a:pt x="805" y="365"/>
                  </a:cubicBezTo>
                  <a:cubicBezTo>
                    <a:pt x="805" y="364"/>
                    <a:pt x="805" y="364"/>
                    <a:pt x="805" y="364"/>
                  </a:cubicBezTo>
                  <a:cubicBezTo>
                    <a:pt x="805" y="363"/>
                    <a:pt x="805" y="363"/>
                    <a:pt x="804" y="363"/>
                  </a:cubicBezTo>
                  <a:cubicBezTo>
                    <a:pt x="804" y="362"/>
                    <a:pt x="804" y="362"/>
                    <a:pt x="804" y="362"/>
                  </a:cubicBezTo>
                  <a:cubicBezTo>
                    <a:pt x="803" y="361"/>
                    <a:pt x="802" y="361"/>
                    <a:pt x="801" y="360"/>
                  </a:cubicBezTo>
                  <a:cubicBezTo>
                    <a:pt x="797" y="357"/>
                    <a:pt x="788" y="352"/>
                    <a:pt x="775" y="343"/>
                  </a:cubicBezTo>
                  <a:cubicBezTo>
                    <a:pt x="685" y="286"/>
                    <a:pt x="411" y="117"/>
                    <a:pt x="411" y="117"/>
                  </a:cubicBezTo>
                  <a:cubicBezTo>
                    <a:pt x="409" y="120"/>
                    <a:pt x="409" y="120"/>
                    <a:pt x="409" y="120"/>
                  </a:cubicBezTo>
                  <a:cubicBezTo>
                    <a:pt x="413" y="122"/>
                    <a:pt x="413" y="122"/>
                    <a:pt x="413" y="122"/>
                  </a:cubicBezTo>
                  <a:cubicBezTo>
                    <a:pt x="409" y="120"/>
                    <a:pt x="409" y="120"/>
                    <a:pt x="409" y="120"/>
                  </a:cubicBezTo>
                  <a:cubicBezTo>
                    <a:pt x="410" y="124"/>
                    <a:pt x="410" y="124"/>
                    <a:pt x="410" y="124"/>
                  </a:cubicBezTo>
                  <a:cubicBezTo>
                    <a:pt x="411" y="124"/>
                    <a:pt x="412" y="123"/>
                    <a:pt x="413" y="122"/>
                  </a:cubicBezTo>
                  <a:cubicBezTo>
                    <a:pt x="409" y="120"/>
                    <a:pt x="409" y="120"/>
                    <a:pt x="409" y="120"/>
                  </a:cubicBezTo>
                  <a:cubicBezTo>
                    <a:pt x="410" y="124"/>
                    <a:pt x="410" y="124"/>
                    <a:pt x="410" y="124"/>
                  </a:cubicBezTo>
                  <a:cubicBezTo>
                    <a:pt x="409" y="120"/>
                    <a:pt x="409" y="120"/>
                    <a:pt x="409" y="120"/>
                  </a:cubicBezTo>
                  <a:cubicBezTo>
                    <a:pt x="409" y="124"/>
                    <a:pt x="409" y="124"/>
                    <a:pt x="409" y="124"/>
                  </a:cubicBezTo>
                  <a:cubicBezTo>
                    <a:pt x="409" y="124"/>
                    <a:pt x="410" y="124"/>
                    <a:pt x="410" y="124"/>
                  </a:cubicBezTo>
                  <a:cubicBezTo>
                    <a:pt x="409" y="120"/>
                    <a:pt x="409" y="120"/>
                    <a:pt x="409" y="120"/>
                  </a:cubicBezTo>
                  <a:cubicBezTo>
                    <a:pt x="409" y="124"/>
                    <a:pt x="409" y="124"/>
                    <a:pt x="409" y="124"/>
                  </a:cubicBezTo>
                  <a:cubicBezTo>
                    <a:pt x="409" y="120"/>
                    <a:pt x="409" y="120"/>
                    <a:pt x="409" y="120"/>
                  </a:cubicBezTo>
                  <a:cubicBezTo>
                    <a:pt x="408" y="124"/>
                    <a:pt x="408" y="124"/>
                    <a:pt x="408" y="124"/>
                  </a:cubicBezTo>
                  <a:cubicBezTo>
                    <a:pt x="408" y="124"/>
                    <a:pt x="408" y="124"/>
                    <a:pt x="409" y="124"/>
                  </a:cubicBezTo>
                  <a:cubicBezTo>
                    <a:pt x="409" y="120"/>
                    <a:pt x="409" y="120"/>
                    <a:pt x="409" y="120"/>
                  </a:cubicBezTo>
                  <a:cubicBezTo>
                    <a:pt x="408" y="124"/>
                    <a:pt x="408" y="124"/>
                    <a:pt x="408" y="124"/>
                  </a:cubicBezTo>
                  <a:cubicBezTo>
                    <a:pt x="409" y="122"/>
                    <a:pt x="409" y="122"/>
                    <a:pt x="409" y="122"/>
                  </a:cubicBezTo>
                  <a:cubicBezTo>
                    <a:pt x="408" y="124"/>
                    <a:pt x="408" y="124"/>
                    <a:pt x="408" y="124"/>
                  </a:cubicBezTo>
                  <a:cubicBezTo>
                    <a:pt x="408" y="124"/>
                    <a:pt x="408" y="124"/>
                    <a:pt x="408" y="124"/>
                  </a:cubicBezTo>
                  <a:cubicBezTo>
                    <a:pt x="409" y="122"/>
                    <a:pt x="409" y="122"/>
                    <a:pt x="409" y="122"/>
                  </a:cubicBezTo>
                  <a:cubicBezTo>
                    <a:pt x="408" y="124"/>
                    <a:pt x="408" y="124"/>
                    <a:pt x="408" y="124"/>
                  </a:cubicBezTo>
                  <a:cubicBezTo>
                    <a:pt x="408" y="124"/>
                    <a:pt x="409" y="124"/>
                    <a:pt x="410" y="125"/>
                  </a:cubicBezTo>
                  <a:cubicBezTo>
                    <a:pt x="419" y="130"/>
                    <a:pt x="450" y="147"/>
                    <a:pt x="491" y="171"/>
                  </a:cubicBezTo>
                  <a:cubicBezTo>
                    <a:pt x="553" y="207"/>
                    <a:pt x="638" y="256"/>
                    <a:pt x="708" y="297"/>
                  </a:cubicBezTo>
                  <a:cubicBezTo>
                    <a:pt x="743" y="317"/>
                    <a:pt x="774" y="335"/>
                    <a:pt x="796" y="348"/>
                  </a:cubicBezTo>
                  <a:cubicBezTo>
                    <a:pt x="807" y="354"/>
                    <a:pt x="816" y="360"/>
                    <a:pt x="822" y="363"/>
                  </a:cubicBezTo>
                  <a:cubicBezTo>
                    <a:pt x="828" y="367"/>
                    <a:pt x="832" y="369"/>
                    <a:pt x="832" y="369"/>
                  </a:cubicBezTo>
                  <a:cubicBezTo>
                    <a:pt x="834" y="370"/>
                    <a:pt x="836" y="369"/>
                    <a:pt x="837" y="367"/>
                  </a:cubicBezTo>
                  <a:cubicBezTo>
                    <a:pt x="838" y="365"/>
                    <a:pt x="838" y="363"/>
                    <a:pt x="836" y="362"/>
                  </a:cubicBezTo>
                  <a:cubicBezTo>
                    <a:pt x="836" y="362"/>
                    <a:pt x="830" y="359"/>
                    <a:pt x="821" y="353"/>
                  </a:cubicBezTo>
                  <a:cubicBezTo>
                    <a:pt x="787" y="333"/>
                    <a:pt x="703" y="282"/>
                    <a:pt x="628" y="236"/>
                  </a:cubicBezTo>
                  <a:cubicBezTo>
                    <a:pt x="590" y="212"/>
                    <a:pt x="554" y="190"/>
                    <a:pt x="528" y="173"/>
                  </a:cubicBezTo>
                  <a:cubicBezTo>
                    <a:pt x="515" y="165"/>
                    <a:pt x="504" y="158"/>
                    <a:pt x="497" y="153"/>
                  </a:cubicBezTo>
                  <a:cubicBezTo>
                    <a:pt x="493" y="150"/>
                    <a:pt x="490" y="148"/>
                    <a:pt x="489" y="146"/>
                  </a:cubicBezTo>
                  <a:cubicBezTo>
                    <a:pt x="488" y="146"/>
                    <a:pt x="487" y="145"/>
                    <a:pt x="487" y="145"/>
                  </a:cubicBezTo>
                  <a:cubicBezTo>
                    <a:pt x="486" y="144"/>
                    <a:pt x="486" y="144"/>
                    <a:pt x="486" y="144"/>
                  </a:cubicBezTo>
                  <a:cubicBezTo>
                    <a:pt x="486" y="144"/>
                    <a:pt x="486" y="144"/>
                    <a:pt x="486" y="144"/>
                  </a:cubicBezTo>
                  <a:cubicBezTo>
                    <a:pt x="485" y="146"/>
                    <a:pt x="485" y="146"/>
                    <a:pt x="485" y="146"/>
                  </a:cubicBezTo>
                  <a:cubicBezTo>
                    <a:pt x="487" y="145"/>
                    <a:pt x="487" y="145"/>
                    <a:pt x="487" y="145"/>
                  </a:cubicBezTo>
                  <a:cubicBezTo>
                    <a:pt x="486" y="144"/>
                    <a:pt x="486" y="144"/>
                    <a:pt x="486" y="144"/>
                  </a:cubicBezTo>
                  <a:cubicBezTo>
                    <a:pt x="485" y="146"/>
                    <a:pt x="485" y="146"/>
                    <a:pt x="485" y="146"/>
                  </a:cubicBezTo>
                  <a:cubicBezTo>
                    <a:pt x="487" y="145"/>
                    <a:pt x="487" y="145"/>
                    <a:pt x="487" y="145"/>
                  </a:cubicBezTo>
                  <a:cubicBezTo>
                    <a:pt x="484" y="146"/>
                    <a:pt x="484" y="146"/>
                    <a:pt x="484" y="146"/>
                  </a:cubicBezTo>
                  <a:cubicBezTo>
                    <a:pt x="487" y="146"/>
                    <a:pt x="487" y="146"/>
                    <a:pt x="487" y="146"/>
                  </a:cubicBezTo>
                  <a:cubicBezTo>
                    <a:pt x="487" y="145"/>
                    <a:pt x="487" y="145"/>
                    <a:pt x="487" y="145"/>
                  </a:cubicBezTo>
                  <a:cubicBezTo>
                    <a:pt x="484" y="146"/>
                    <a:pt x="484" y="146"/>
                    <a:pt x="484" y="146"/>
                  </a:cubicBezTo>
                  <a:cubicBezTo>
                    <a:pt x="487" y="146"/>
                    <a:pt x="487" y="146"/>
                    <a:pt x="487" y="146"/>
                  </a:cubicBezTo>
                  <a:cubicBezTo>
                    <a:pt x="483" y="146"/>
                    <a:pt x="483" y="146"/>
                    <a:pt x="483" y="146"/>
                  </a:cubicBezTo>
                  <a:cubicBezTo>
                    <a:pt x="486" y="148"/>
                    <a:pt x="486" y="148"/>
                    <a:pt x="486" y="148"/>
                  </a:cubicBezTo>
                  <a:cubicBezTo>
                    <a:pt x="487" y="148"/>
                    <a:pt x="487" y="147"/>
                    <a:pt x="487" y="146"/>
                  </a:cubicBezTo>
                  <a:cubicBezTo>
                    <a:pt x="483" y="146"/>
                    <a:pt x="483" y="146"/>
                    <a:pt x="483" y="146"/>
                  </a:cubicBezTo>
                  <a:cubicBezTo>
                    <a:pt x="486" y="148"/>
                    <a:pt x="486" y="148"/>
                    <a:pt x="486" y="148"/>
                  </a:cubicBezTo>
                  <a:cubicBezTo>
                    <a:pt x="486" y="148"/>
                    <a:pt x="486" y="148"/>
                    <a:pt x="486" y="148"/>
                  </a:cubicBezTo>
                  <a:cubicBezTo>
                    <a:pt x="483" y="146"/>
                    <a:pt x="483" y="146"/>
                    <a:pt x="483" y="146"/>
                  </a:cubicBezTo>
                  <a:cubicBezTo>
                    <a:pt x="484" y="150"/>
                    <a:pt x="484" y="150"/>
                    <a:pt x="484" y="150"/>
                  </a:cubicBezTo>
                  <a:cubicBezTo>
                    <a:pt x="485" y="150"/>
                    <a:pt x="486" y="149"/>
                    <a:pt x="486" y="148"/>
                  </a:cubicBezTo>
                  <a:cubicBezTo>
                    <a:pt x="483" y="146"/>
                    <a:pt x="483" y="146"/>
                    <a:pt x="483" y="146"/>
                  </a:cubicBezTo>
                  <a:cubicBezTo>
                    <a:pt x="484" y="150"/>
                    <a:pt x="484" y="150"/>
                    <a:pt x="484" y="150"/>
                  </a:cubicBezTo>
                  <a:cubicBezTo>
                    <a:pt x="483" y="146"/>
                    <a:pt x="483" y="146"/>
                    <a:pt x="483" y="146"/>
                  </a:cubicBezTo>
                  <a:cubicBezTo>
                    <a:pt x="483" y="150"/>
                    <a:pt x="483" y="150"/>
                    <a:pt x="483" y="150"/>
                  </a:cubicBezTo>
                  <a:cubicBezTo>
                    <a:pt x="483" y="150"/>
                    <a:pt x="484" y="150"/>
                    <a:pt x="484" y="150"/>
                  </a:cubicBezTo>
                  <a:cubicBezTo>
                    <a:pt x="483" y="146"/>
                    <a:pt x="483" y="146"/>
                    <a:pt x="483" y="146"/>
                  </a:cubicBezTo>
                  <a:cubicBezTo>
                    <a:pt x="483" y="150"/>
                    <a:pt x="483" y="150"/>
                    <a:pt x="483" y="150"/>
                  </a:cubicBezTo>
                  <a:cubicBezTo>
                    <a:pt x="483" y="148"/>
                    <a:pt x="483" y="148"/>
                    <a:pt x="483" y="148"/>
                  </a:cubicBezTo>
                  <a:cubicBezTo>
                    <a:pt x="483" y="150"/>
                    <a:pt x="483" y="150"/>
                    <a:pt x="483" y="150"/>
                  </a:cubicBezTo>
                  <a:cubicBezTo>
                    <a:pt x="483" y="150"/>
                    <a:pt x="483" y="150"/>
                    <a:pt x="483" y="150"/>
                  </a:cubicBezTo>
                  <a:cubicBezTo>
                    <a:pt x="483" y="148"/>
                    <a:pt x="483" y="148"/>
                    <a:pt x="483" y="148"/>
                  </a:cubicBezTo>
                  <a:cubicBezTo>
                    <a:pt x="483" y="150"/>
                    <a:pt x="483" y="150"/>
                    <a:pt x="483" y="150"/>
                  </a:cubicBezTo>
                  <a:cubicBezTo>
                    <a:pt x="483" y="150"/>
                    <a:pt x="483" y="150"/>
                    <a:pt x="483" y="150"/>
                  </a:cubicBezTo>
                  <a:cubicBezTo>
                    <a:pt x="483" y="150"/>
                    <a:pt x="484" y="150"/>
                    <a:pt x="485" y="151"/>
                  </a:cubicBezTo>
                  <a:cubicBezTo>
                    <a:pt x="490" y="153"/>
                    <a:pt x="499" y="158"/>
                    <a:pt x="512" y="165"/>
                  </a:cubicBezTo>
                  <a:cubicBezTo>
                    <a:pt x="558" y="190"/>
                    <a:pt x="647" y="242"/>
                    <a:pt x="724" y="287"/>
                  </a:cubicBezTo>
                  <a:cubicBezTo>
                    <a:pt x="763" y="310"/>
                    <a:pt x="798" y="331"/>
                    <a:pt x="825" y="346"/>
                  </a:cubicBezTo>
                  <a:cubicBezTo>
                    <a:pt x="838" y="354"/>
                    <a:pt x="848" y="360"/>
                    <a:pt x="856" y="364"/>
                  </a:cubicBezTo>
                  <a:cubicBezTo>
                    <a:pt x="863" y="369"/>
                    <a:pt x="867" y="371"/>
                    <a:pt x="867" y="371"/>
                  </a:cubicBezTo>
                  <a:cubicBezTo>
                    <a:pt x="869" y="372"/>
                    <a:pt x="871" y="372"/>
                    <a:pt x="872" y="370"/>
                  </a:cubicBezTo>
                  <a:cubicBezTo>
                    <a:pt x="874" y="368"/>
                    <a:pt x="873" y="365"/>
                    <a:pt x="871" y="364"/>
                  </a:cubicBezTo>
                  <a:cubicBezTo>
                    <a:pt x="566" y="173"/>
                    <a:pt x="566" y="173"/>
                    <a:pt x="566" y="173"/>
                  </a:cubicBezTo>
                  <a:cubicBezTo>
                    <a:pt x="563" y="177"/>
                    <a:pt x="563" y="177"/>
                    <a:pt x="563" y="177"/>
                  </a:cubicBezTo>
                  <a:cubicBezTo>
                    <a:pt x="567" y="179"/>
                    <a:pt x="567" y="179"/>
                    <a:pt x="567" y="179"/>
                  </a:cubicBezTo>
                  <a:cubicBezTo>
                    <a:pt x="564" y="177"/>
                    <a:pt x="564" y="177"/>
                    <a:pt x="564" y="177"/>
                  </a:cubicBezTo>
                  <a:cubicBezTo>
                    <a:pt x="565" y="180"/>
                    <a:pt x="565" y="180"/>
                    <a:pt x="565" y="180"/>
                  </a:cubicBezTo>
                  <a:cubicBezTo>
                    <a:pt x="565" y="180"/>
                    <a:pt x="566" y="180"/>
                    <a:pt x="567" y="179"/>
                  </a:cubicBezTo>
                  <a:cubicBezTo>
                    <a:pt x="564" y="177"/>
                    <a:pt x="564" y="177"/>
                    <a:pt x="564" y="177"/>
                  </a:cubicBezTo>
                  <a:cubicBezTo>
                    <a:pt x="565" y="180"/>
                    <a:pt x="565" y="180"/>
                    <a:pt x="565" y="180"/>
                  </a:cubicBezTo>
                  <a:cubicBezTo>
                    <a:pt x="564" y="177"/>
                    <a:pt x="564" y="177"/>
                    <a:pt x="564" y="177"/>
                  </a:cubicBezTo>
                  <a:cubicBezTo>
                    <a:pt x="564" y="181"/>
                    <a:pt x="564" y="181"/>
                    <a:pt x="564" y="181"/>
                  </a:cubicBezTo>
                  <a:cubicBezTo>
                    <a:pt x="564" y="181"/>
                    <a:pt x="564" y="181"/>
                    <a:pt x="565" y="180"/>
                  </a:cubicBezTo>
                  <a:cubicBezTo>
                    <a:pt x="564" y="177"/>
                    <a:pt x="564" y="177"/>
                    <a:pt x="564" y="177"/>
                  </a:cubicBezTo>
                  <a:cubicBezTo>
                    <a:pt x="564" y="181"/>
                    <a:pt x="564" y="181"/>
                    <a:pt x="564" y="181"/>
                  </a:cubicBezTo>
                  <a:cubicBezTo>
                    <a:pt x="564" y="178"/>
                    <a:pt x="564" y="178"/>
                    <a:pt x="564" y="178"/>
                  </a:cubicBezTo>
                  <a:cubicBezTo>
                    <a:pt x="563" y="181"/>
                    <a:pt x="563" y="181"/>
                    <a:pt x="563" y="181"/>
                  </a:cubicBezTo>
                  <a:cubicBezTo>
                    <a:pt x="564" y="181"/>
                    <a:pt x="564" y="181"/>
                    <a:pt x="564" y="181"/>
                  </a:cubicBezTo>
                  <a:cubicBezTo>
                    <a:pt x="564" y="178"/>
                    <a:pt x="564" y="178"/>
                    <a:pt x="564" y="178"/>
                  </a:cubicBezTo>
                  <a:cubicBezTo>
                    <a:pt x="563" y="181"/>
                    <a:pt x="563" y="181"/>
                    <a:pt x="563" y="181"/>
                  </a:cubicBezTo>
                  <a:cubicBezTo>
                    <a:pt x="563" y="180"/>
                    <a:pt x="563" y="180"/>
                    <a:pt x="563" y="180"/>
                  </a:cubicBezTo>
                  <a:cubicBezTo>
                    <a:pt x="563" y="181"/>
                    <a:pt x="563" y="181"/>
                    <a:pt x="563" y="181"/>
                  </a:cubicBezTo>
                  <a:cubicBezTo>
                    <a:pt x="563" y="181"/>
                    <a:pt x="563" y="181"/>
                    <a:pt x="563" y="181"/>
                  </a:cubicBezTo>
                  <a:cubicBezTo>
                    <a:pt x="563" y="180"/>
                    <a:pt x="563" y="180"/>
                    <a:pt x="563" y="180"/>
                  </a:cubicBezTo>
                  <a:cubicBezTo>
                    <a:pt x="563" y="181"/>
                    <a:pt x="563" y="181"/>
                    <a:pt x="563" y="181"/>
                  </a:cubicBezTo>
                  <a:cubicBezTo>
                    <a:pt x="563" y="181"/>
                    <a:pt x="564" y="181"/>
                    <a:pt x="565" y="181"/>
                  </a:cubicBezTo>
                  <a:cubicBezTo>
                    <a:pt x="568" y="183"/>
                    <a:pt x="576" y="187"/>
                    <a:pt x="587" y="193"/>
                  </a:cubicBezTo>
                  <a:cubicBezTo>
                    <a:pt x="623" y="214"/>
                    <a:pt x="693" y="257"/>
                    <a:pt x="756" y="295"/>
                  </a:cubicBezTo>
                  <a:cubicBezTo>
                    <a:pt x="788" y="314"/>
                    <a:pt x="817" y="331"/>
                    <a:pt x="840" y="344"/>
                  </a:cubicBezTo>
                  <a:cubicBezTo>
                    <a:pt x="852" y="350"/>
                    <a:pt x="862" y="356"/>
                    <a:pt x="869" y="359"/>
                  </a:cubicBezTo>
                  <a:cubicBezTo>
                    <a:pt x="873" y="361"/>
                    <a:pt x="876" y="363"/>
                    <a:pt x="879" y="364"/>
                  </a:cubicBezTo>
                  <a:cubicBezTo>
                    <a:pt x="880" y="364"/>
                    <a:pt x="881" y="365"/>
                    <a:pt x="882" y="365"/>
                  </a:cubicBezTo>
                  <a:cubicBezTo>
                    <a:pt x="883" y="365"/>
                    <a:pt x="884" y="365"/>
                    <a:pt x="885" y="365"/>
                  </a:cubicBezTo>
                  <a:cubicBezTo>
                    <a:pt x="886" y="365"/>
                    <a:pt x="886" y="365"/>
                    <a:pt x="887" y="365"/>
                  </a:cubicBezTo>
                  <a:cubicBezTo>
                    <a:pt x="888" y="365"/>
                    <a:pt x="889" y="364"/>
                    <a:pt x="890" y="363"/>
                  </a:cubicBezTo>
                  <a:cubicBezTo>
                    <a:pt x="890" y="363"/>
                    <a:pt x="890" y="362"/>
                    <a:pt x="890" y="361"/>
                  </a:cubicBezTo>
                  <a:cubicBezTo>
                    <a:pt x="890" y="360"/>
                    <a:pt x="890" y="360"/>
                    <a:pt x="890" y="359"/>
                  </a:cubicBezTo>
                  <a:cubicBezTo>
                    <a:pt x="889" y="359"/>
                    <a:pt x="889" y="359"/>
                    <a:pt x="889" y="358"/>
                  </a:cubicBezTo>
                  <a:cubicBezTo>
                    <a:pt x="889" y="358"/>
                    <a:pt x="889" y="358"/>
                    <a:pt x="889" y="358"/>
                  </a:cubicBezTo>
                  <a:cubicBezTo>
                    <a:pt x="888" y="358"/>
                    <a:pt x="888" y="357"/>
                    <a:pt x="887" y="357"/>
                  </a:cubicBezTo>
                  <a:cubicBezTo>
                    <a:pt x="885" y="356"/>
                    <a:pt x="881" y="353"/>
                    <a:pt x="875" y="349"/>
                  </a:cubicBezTo>
                  <a:cubicBezTo>
                    <a:pt x="853" y="336"/>
                    <a:pt x="810" y="310"/>
                    <a:pt x="771" y="287"/>
                  </a:cubicBezTo>
                  <a:cubicBezTo>
                    <a:pt x="752" y="275"/>
                    <a:pt x="735" y="264"/>
                    <a:pt x="722" y="256"/>
                  </a:cubicBezTo>
                  <a:cubicBezTo>
                    <a:pt x="715" y="251"/>
                    <a:pt x="710" y="248"/>
                    <a:pt x="706" y="245"/>
                  </a:cubicBezTo>
                  <a:cubicBezTo>
                    <a:pt x="704" y="244"/>
                    <a:pt x="703" y="243"/>
                    <a:pt x="702" y="242"/>
                  </a:cubicBezTo>
                  <a:cubicBezTo>
                    <a:pt x="702" y="242"/>
                    <a:pt x="702" y="242"/>
                    <a:pt x="702" y="242"/>
                  </a:cubicBezTo>
                  <a:cubicBezTo>
                    <a:pt x="701" y="242"/>
                    <a:pt x="701" y="242"/>
                    <a:pt x="701" y="242"/>
                  </a:cubicBezTo>
                  <a:cubicBezTo>
                    <a:pt x="702" y="242"/>
                    <a:pt x="702" y="242"/>
                    <a:pt x="702" y="242"/>
                  </a:cubicBezTo>
                  <a:cubicBezTo>
                    <a:pt x="702" y="242"/>
                    <a:pt x="702" y="242"/>
                    <a:pt x="702" y="242"/>
                  </a:cubicBezTo>
                  <a:cubicBezTo>
                    <a:pt x="701" y="242"/>
                    <a:pt x="701" y="242"/>
                    <a:pt x="701" y="242"/>
                  </a:cubicBezTo>
                  <a:cubicBezTo>
                    <a:pt x="702" y="242"/>
                    <a:pt x="702" y="242"/>
                    <a:pt x="702" y="242"/>
                  </a:cubicBezTo>
                  <a:cubicBezTo>
                    <a:pt x="700" y="243"/>
                    <a:pt x="700" y="243"/>
                    <a:pt x="700" y="243"/>
                  </a:cubicBezTo>
                  <a:cubicBezTo>
                    <a:pt x="702" y="242"/>
                    <a:pt x="702" y="242"/>
                    <a:pt x="702" y="242"/>
                  </a:cubicBezTo>
                  <a:cubicBezTo>
                    <a:pt x="702" y="242"/>
                    <a:pt x="702" y="242"/>
                    <a:pt x="702" y="242"/>
                  </a:cubicBezTo>
                  <a:cubicBezTo>
                    <a:pt x="700" y="243"/>
                    <a:pt x="700" y="243"/>
                    <a:pt x="700" y="243"/>
                  </a:cubicBezTo>
                  <a:cubicBezTo>
                    <a:pt x="702" y="242"/>
                    <a:pt x="702" y="242"/>
                    <a:pt x="702" y="242"/>
                  </a:cubicBezTo>
                  <a:cubicBezTo>
                    <a:pt x="699" y="244"/>
                    <a:pt x="699" y="244"/>
                    <a:pt x="699" y="244"/>
                  </a:cubicBezTo>
                  <a:cubicBezTo>
                    <a:pt x="702" y="244"/>
                    <a:pt x="702" y="244"/>
                    <a:pt x="702" y="244"/>
                  </a:cubicBezTo>
                  <a:cubicBezTo>
                    <a:pt x="702" y="243"/>
                    <a:pt x="702" y="242"/>
                    <a:pt x="702" y="242"/>
                  </a:cubicBezTo>
                  <a:cubicBezTo>
                    <a:pt x="699" y="244"/>
                    <a:pt x="699" y="244"/>
                    <a:pt x="699" y="244"/>
                  </a:cubicBezTo>
                  <a:cubicBezTo>
                    <a:pt x="702" y="244"/>
                    <a:pt x="702" y="244"/>
                    <a:pt x="702" y="244"/>
                  </a:cubicBezTo>
                  <a:cubicBezTo>
                    <a:pt x="698" y="244"/>
                    <a:pt x="698" y="244"/>
                    <a:pt x="698" y="244"/>
                  </a:cubicBezTo>
                  <a:cubicBezTo>
                    <a:pt x="702" y="246"/>
                    <a:pt x="702" y="246"/>
                    <a:pt x="702" y="246"/>
                  </a:cubicBezTo>
                  <a:cubicBezTo>
                    <a:pt x="702" y="245"/>
                    <a:pt x="702" y="244"/>
                    <a:pt x="702" y="244"/>
                  </a:cubicBezTo>
                  <a:cubicBezTo>
                    <a:pt x="698" y="244"/>
                    <a:pt x="698" y="244"/>
                    <a:pt x="698" y="244"/>
                  </a:cubicBezTo>
                  <a:cubicBezTo>
                    <a:pt x="702" y="246"/>
                    <a:pt x="702" y="246"/>
                    <a:pt x="702" y="246"/>
                  </a:cubicBezTo>
                  <a:cubicBezTo>
                    <a:pt x="698" y="244"/>
                    <a:pt x="698" y="244"/>
                    <a:pt x="698" y="244"/>
                  </a:cubicBezTo>
                  <a:cubicBezTo>
                    <a:pt x="696" y="247"/>
                    <a:pt x="696" y="247"/>
                    <a:pt x="696" y="247"/>
                  </a:cubicBezTo>
                  <a:cubicBezTo>
                    <a:pt x="895" y="359"/>
                    <a:pt x="895" y="359"/>
                    <a:pt x="895" y="359"/>
                  </a:cubicBezTo>
                  <a:cubicBezTo>
                    <a:pt x="896" y="359"/>
                    <a:pt x="898" y="359"/>
                    <a:pt x="899" y="359"/>
                  </a:cubicBezTo>
                  <a:cubicBezTo>
                    <a:pt x="900" y="358"/>
                    <a:pt x="901" y="357"/>
                    <a:pt x="901" y="355"/>
                  </a:cubicBezTo>
                  <a:cubicBezTo>
                    <a:pt x="901" y="354"/>
                    <a:pt x="900" y="354"/>
                    <a:pt x="900" y="353"/>
                  </a:cubicBezTo>
                  <a:cubicBezTo>
                    <a:pt x="900" y="353"/>
                    <a:pt x="900" y="352"/>
                    <a:pt x="900" y="352"/>
                  </a:cubicBezTo>
                  <a:cubicBezTo>
                    <a:pt x="899" y="352"/>
                    <a:pt x="899" y="352"/>
                    <a:pt x="899" y="352"/>
                  </a:cubicBezTo>
                  <a:cubicBezTo>
                    <a:pt x="898" y="351"/>
                    <a:pt x="897" y="351"/>
                    <a:pt x="896" y="350"/>
                  </a:cubicBezTo>
                  <a:cubicBezTo>
                    <a:pt x="884" y="342"/>
                    <a:pt x="847" y="319"/>
                    <a:pt x="812" y="297"/>
                  </a:cubicBezTo>
                  <a:cubicBezTo>
                    <a:pt x="778" y="276"/>
                    <a:pt x="746" y="256"/>
                    <a:pt x="746" y="256"/>
                  </a:cubicBezTo>
                  <a:cubicBezTo>
                    <a:pt x="744" y="260"/>
                    <a:pt x="744" y="260"/>
                    <a:pt x="744" y="260"/>
                  </a:cubicBezTo>
                  <a:cubicBezTo>
                    <a:pt x="744" y="264"/>
                    <a:pt x="744" y="264"/>
                    <a:pt x="744" y="264"/>
                  </a:cubicBezTo>
                  <a:cubicBezTo>
                    <a:pt x="744" y="260"/>
                    <a:pt x="744" y="260"/>
                    <a:pt x="744" y="260"/>
                  </a:cubicBezTo>
                  <a:cubicBezTo>
                    <a:pt x="743" y="263"/>
                    <a:pt x="743" y="263"/>
                    <a:pt x="743" y="263"/>
                  </a:cubicBezTo>
                  <a:cubicBezTo>
                    <a:pt x="743" y="264"/>
                    <a:pt x="743" y="264"/>
                    <a:pt x="744" y="264"/>
                  </a:cubicBezTo>
                  <a:cubicBezTo>
                    <a:pt x="744" y="260"/>
                    <a:pt x="744" y="260"/>
                    <a:pt x="744" y="260"/>
                  </a:cubicBezTo>
                  <a:cubicBezTo>
                    <a:pt x="743" y="263"/>
                    <a:pt x="743" y="263"/>
                    <a:pt x="743" y="263"/>
                  </a:cubicBezTo>
                  <a:cubicBezTo>
                    <a:pt x="744" y="260"/>
                    <a:pt x="744" y="260"/>
                    <a:pt x="744" y="260"/>
                  </a:cubicBezTo>
                  <a:cubicBezTo>
                    <a:pt x="742" y="263"/>
                    <a:pt x="742" y="263"/>
                    <a:pt x="742" y="263"/>
                  </a:cubicBezTo>
                  <a:cubicBezTo>
                    <a:pt x="743" y="263"/>
                    <a:pt x="743" y="263"/>
                    <a:pt x="743" y="263"/>
                  </a:cubicBezTo>
                  <a:cubicBezTo>
                    <a:pt x="744" y="260"/>
                    <a:pt x="744" y="260"/>
                    <a:pt x="744" y="260"/>
                  </a:cubicBezTo>
                  <a:cubicBezTo>
                    <a:pt x="742" y="263"/>
                    <a:pt x="742" y="263"/>
                    <a:pt x="742" y="263"/>
                  </a:cubicBezTo>
                  <a:cubicBezTo>
                    <a:pt x="743" y="261"/>
                    <a:pt x="743" y="261"/>
                    <a:pt x="743" y="261"/>
                  </a:cubicBezTo>
                  <a:cubicBezTo>
                    <a:pt x="742" y="263"/>
                    <a:pt x="742" y="263"/>
                    <a:pt x="742" y="263"/>
                  </a:cubicBezTo>
                  <a:cubicBezTo>
                    <a:pt x="742" y="263"/>
                    <a:pt x="742" y="263"/>
                    <a:pt x="742" y="263"/>
                  </a:cubicBezTo>
                  <a:cubicBezTo>
                    <a:pt x="743" y="261"/>
                    <a:pt x="743" y="261"/>
                    <a:pt x="743" y="261"/>
                  </a:cubicBezTo>
                  <a:cubicBezTo>
                    <a:pt x="742" y="263"/>
                    <a:pt x="742" y="263"/>
                    <a:pt x="742" y="263"/>
                  </a:cubicBezTo>
                  <a:cubicBezTo>
                    <a:pt x="742" y="263"/>
                    <a:pt x="743" y="264"/>
                    <a:pt x="744" y="264"/>
                  </a:cubicBezTo>
                  <a:cubicBezTo>
                    <a:pt x="754" y="270"/>
                    <a:pt x="791" y="290"/>
                    <a:pt x="826" y="308"/>
                  </a:cubicBezTo>
                  <a:cubicBezTo>
                    <a:pt x="843" y="317"/>
                    <a:pt x="861" y="326"/>
                    <a:pt x="874" y="333"/>
                  </a:cubicBezTo>
                  <a:cubicBezTo>
                    <a:pt x="881" y="336"/>
                    <a:pt x="887" y="339"/>
                    <a:pt x="892" y="341"/>
                  </a:cubicBezTo>
                  <a:cubicBezTo>
                    <a:pt x="894" y="342"/>
                    <a:pt x="896" y="343"/>
                    <a:pt x="897" y="344"/>
                  </a:cubicBezTo>
                  <a:cubicBezTo>
                    <a:pt x="898" y="344"/>
                    <a:pt x="899" y="344"/>
                    <a:pt x="900" y="344"/>
                  </a:cubicBezTo>
                  <a:cubicBezTo>
                    <a:pt x="900" y="344"/>
                    <a:pt x="901" y="344"/>
                    <a:pt x="902" y="344"/>
                  </a:cubicBezTo>
                  <a:cubicBezTo>
                    <a:pt x="902" y="344"/>
                    <a:pt x="903" y="344"/>
                    <a:pt x="904" y="344"/>
                  </a:cubicBezTo>
                  <a:cubicBezTo>
                    <a:pt x="904" y="344"/>
                    <a:pt x="905" y="343"/>
                    <a:pt x="906" y="342"/>
                  </a:cubicBezTo>
                  <a:cubicBezTo>
                    <a:pt x="906" y="342"/>
                    <a:pt x="907" y="340"/>
                    <a:pt x="906" y="339"/>
                  </a:cubicBezTo>
                  <a:cubicBezTo>
                    <a:pt x="906" y="338"/>
                    <a:pt x="906" y="337"/>
                    <a:pt x="905" y="337"/>
                  </a:cubicBezTo>
                  <a:cubicBezTo>
                    <a:pt x="809" y="277"/>
                    <a:pt x="809" y="277"/>
                    <a:pt x="809" y="277"/>
                  </a:cubicBezTo>
                  <a:cubicBezTo>
                    <a:pt x="807" y="281"/>
                    <a:pt x="807" y="281"/>
                    <a:pt x="807" y="281"/>
                  </a:cubicBezTo>
                  <a:cubicBezTo>
                    <a:pt x="805" y="284"/>
                    <a:pt x="805" y="284"/>
                    <a:pt x="805" y="284"/>
                  </a:cubicBezTo>
                  <a:cubicBezTo>
                    <a:pt x="805" y="284"/>
                    <a:pt x="828" y="296"/>
                    <a:pt x="852" y="308"/>
                  </a:cubicBezTo>
                  <a:cubicBezTo>
                    <a:pt x="865" y="314"/>
                    <a:pt x="877" y="320"/>
                    <a:pt x="886" y="325"/>
                  </a:cubicBezTo>
                  <a:cubicBezTo>
                    <a:pt x="891" y="327"/>
                    <a:pt x="895" y="329"/>
                    <a:pt x="899" y="330"/>
                  </a:cubicBezTo>
                  <a:cubicBezTo>
                    <a:pt x="900" y="331"/>
                    <a:pt x="902" y="332"/>
                    <a:pt x="903" y="332"/>
                  </a:cubicBezTo>
                  <a:cubicBezTo>
                    <a:pt x="903" y="332"/>
                    <a:pt x="904" y="332"/>
                    <a:pt x="904" y="333"/>
                  </a:cubicBezTo>
                  <a:cubicBezTo>
                    <a:pt x="905" y="333"/>
                    <a:pt x="905" y="333"/>
                    <a:pt x="906" y="333"/>
                  </a:cubicBezTo>
                  <a:cubicBezTo>
                    <a:pt x="907" y="333"/>
                    <a:pt x="907" y="333"/>
                    <a:pt x="908" y="333"/>
                  </a:cubicBezTo>
                  <a:cubicBezTo>
                    <a:pt x="908" y="332"/>
                    <a:pt x="909" y="332"/>
                    <a:pt x="910" y="331"/>
                  </a:cubicBezTo>
                  <a:cubicBezTo>
                    <a:pt x="910" y="330"/>
                    <a:pt x="911" y="329"/>
                    <a:pt x="910" y="328"/>
                  </a:cubicBezTo>
                  <a:cubicBezTo>
                    <a:pt x="910" y="327"/>
                    <a:pt x="909" y="326"/>
                    <a:pt x="909" y="325"/>
                  </a:cubicBezTo>
                  <a:cubicBezTo>
                    <a:pt x="909" y="325"/>
                    <a:pt x="905" y="323"/>
                    <a:pt x="901" y="321"/>
                  </a:cubicBezTo>
                  <a:cubicBezTo>
                    <a:pt x="894" y="316"/>
                    <a:pt x="883" y="310"/>
                    <a:pt x="874" y="305"/>
                  </a:cubicBezTo>
                  <a:cubicBezTo>
                    <a:pt x="870" y="302"/>
                    <a:pt x="866" y="299"/>
                    <a:pt x="863" y="298"/>
                  </a:cubicBezTo>
                  <a:cubicBezTo>
                    <a:pt x="862" y="297"/>
                    <a:pt x="861" y="296"/>
                    <a:pt x="860" y="295"/>
                  </a:cubicBezTo>
                  <a:cubicBezTo>
                    <a:pt x="859" y="295"/>
                    <a:pt x="859" y="295"/>
                    <a:pt x="859" y="295"/>
                  </a:cubicBezTo>
                  <a:cubicBezTo>
                    <a:pt x="858" y="296"/>
                    <a:pt x="858" y="296"/>
                    <a:pt x="858" y="296"/>
                  </a:cubicBezTo>
                  <a:cubicBezTo>
                    <a:pt x="860" y="295"/>
                    <a:pt x="860" y="295"/>
                    <a:pt x="860" y="295"/>
                  </a:cubicBezTo>
                  <a:cubicBezTo>
                    <a:pt x="859" y="295"/>
                    <a:pt x="859" y="295"/>
                    <a:pt x="859" y="295"/>
                  </a:cubicBezTo>
                  <a:cubicBezTo>
                    <a:pt x="858" y="296"/>
                    <a:pt x="858" y="296"/>
                    <a:pt x="858" y="296"/>
                  </a:cubicBezTo>
                  <a:cubicBezTo>
                    <a:pt x="860" y="295"/>
                    <a:pt x="860" y="295"/>
                    <a:pt x="860" y="295"/>
                  </a:cubicBezTo>
                  <a:cubicBezTo>
                    <a:pt x="857" y="297"/>
                    <a:pt x="857" y="297"/>
                    <a:pt x="857" y="297"/>
                  </a:cubicBezTo>
                  <a:cubicBezTo>
                    <a:pt x="860" y="296"/>
                    <a:pt x="860" y="296"/>
                    <a:pt x="860" y="296"/>
                  </a:cubicBezTo>
                  <a:cubicBezTo>
                    <a:pt x="860" y="295"/>
                    <a:pt x="860" y="295"/>
                    <a:pt x="860" y="295"/>
                  </a:cubicBezTo>
                  <a:cubicBezTo>
                    <a:pt x="857" y="297"/>
                    <a:pt x="857" y="297"/>
                    <a:pt x="857" y="297"/>
                  </a:cubicBezTo>
                  <a:cubicBezTo>
                    <a:pt x="860" y="296"/>
                    <a:pt x="860" y="296"/>
                    <a:pt x="860" y="296"/>
                  </a:cubicBezTo>
                  <a:cubicBezTo>
                    <a:pt x="856" y="297"/>
                    <a:pt x="856" y="297"/>
                    <a:pt x="856" y="297"/>
                  </a:cubicBezTo>
                  <a:cubicBezTo>
                    <a:pt x="860" y="297"/>
                    <a:pt x="860" y="297"/>
                    <a:pt x="860" y="297"/>
                  </a:cubicBezTo>
                  <a:cubicBezTo>
                    <a:pt x="860" y="297"/>
                    <a:pt x="860" y="296"/>
                    <a:pt x="860" y="296"/>
                  </a:cubicBezTo>
                  <a:cubicBezTo>
                    <a:pt x="856" y="297"/>
                    <a:pt x="856" y="297"/>
                    <a:pt x="856" y="297"/>
                  </a:cubicBezTo>
                  <a:cubicBezTo>
                    <a:pt x="860" y="297"/>
                    <a:pt x="860" y="297"/>
                    <a:pt x="860" y="297"/>
                  </a:cubicBezTo>
                  <a:cubicBezTo>
                    <a:pt x="856" y="297"/>
                    <a:pt x="856" y="297"/>
                    <a:pt x="856" y="297"/>
                  </a:cubicBezTo>
                  <a:cubicBezTo>
                    <a:pt x="859" y="300"/>
                    <a:pt x="859" y="300"/>
                    <a:pt x="859" y="300"/>
                  </a:cubicBezTo>
                  <a:cubicBezTo>
                    <a:pt x="860" y="299"/>
                    <a:pt x="860" y="298"/>
                    <a:pt x="860" y="297"/>
                  </a:cubicBezTo>
                  <a:cubicBezTo>
                    <a:pt x="856" y="297"/>
                    <a:pt x="856" y="297"/>
                    <a:pt x="856" y="297"/>
                  </a:cubicBezTo>
                  <a:cubicBezTo>
                    <a:pt x="859" y="300"/>
                    <a:pt x="859" y="300"/>
                    <a:pt x="859" y="300"/>
                  </a:cubicBezTo>
                  <a:cubicBezTo>
                    <a:pt x="861" y="298"/>
                    <a:pt x="860" y="295"/>
                    <a:pt x="859" y="294"/>
                  </a:cubicBezTo>
                  <a:cubicBezTo>
                    <a:pt x="857" y="293"/>
                    <a:pt x="854" y="293"/>
                    <a:pt x="853" y="295"/>
                  </a:cubicBezTo>
                  <a:cubicBezTo>
                    <a:pt x="852" y="296"/>
                    <a:pt x="852" y="297"/>
                    <a:pt x="852" y="297"/>
                  </a:cubicBezTo>
                  <a:cubicBezTo>
                    <a:pt x="852" y="298"/>
                    <a:pt x="852" y="299"/>
                    <a:pt x="853" y="299"/>
                  </a:cubicBezTo>
                  <a:cubicBezTo>
                    <a:pt x="853" y="300"/>
                    <a:pt x="853" y="300"/>
                    <a:pt x="854" y="301"/>
                  </a:cubicBezTo>
                  <a:cubicBezTo>
                    <a:pt x="854" y="301"/>
                    <a:pt x="855" y="301"/>
                    <a:pt x="855" y="302"/>
                  </a:cubicBezTo>
                  <a:cubicBezTo>
                    <a:pt x="858" y="304"/>
                    <a:pt x="862" y="306"/>
                    <a:pt x="867" y="310"/>
                  </a:cubicBezTo>
                  <a:cubicBezTo>
                    <a:pt x="882" y="319"/>
                    <a:pt x="904" y="332"/>
                    <a:pt x="904" y="332"/>
                  </a:cubicBezTo>
                  <a:cubicBezTo>
                    <a:pt x="907" y="329"/>
                    <a:pt x="907" y="329"/>
                    <a:pt x="907" y="329"/>
                  </a:cubicBezTo>
                  <a:cubicBezTo>
                    <a:pt x="903" y="327"/>
                    <a:pt x="903" y="327"/>
                    <a:pt x="903" y="327"/>
                  </a:cubicBezTo>
                  <a:cubicBezTo>
                    <a:pt x="906" y="329"/>
                    <a:pt x="906" y="329"/>
                    <a:pt x="906" y="329"/>
                  </a:cubicBezTo>
                  <a:cubicBezTo>
                    <a:pt x="905" y="325"/>
                    <a:pt x="905" y="325"/>
                    <a:pt x="905" y="325"/>
                  </a:cubicBezTo>
                  <a:cubicBezTo>
                    <a:pt x="905" y="325"/>
                    <a:pt x="904" y="326"/>
                    <a:pt x="903" y="327"/>
                  </a:cubicBezTo>
                  <a:cubicBezTo>
                    <a:pt x="906" y="329"/>
                    <a:pt x="906" y="329"/>
                    <a:pt x="906" y="329"/>
                  </a:cubicBezTo>
                  <a:cubicBezTo>
                    <a:pt x="905" y="325"/>
                    <a:pt x="905" y="325"/>
                    <a:pt x="905" y="325"/>
                  </a:cubicBezTo>
                  <a:cubicBezTo>
                    <a:pt x="906" y="328"/>
                    <a:pt x="906" y="328"/>
                    <a:pt x="906" y="328"/>
                  </a:cubicBezTo>
                  <a:cubicBezTo>
                    <a:pt x="906" y="325"/>
                    <a:pt x="906" y="325"/>
                    <a:pt x="906" y="325"/>
                  </a:cubicBezTo>
                  <a:cubicBezTo>
                    <a:pt x="906" y="325"/>
                    <a:pt x="906" y="325"/>
                    <a:pt x="905" y="325"/>
                  </a:cubicBezTo>
                  <a:cubicBezTo>
                    <a:pt x="906" y="328"/>
                    <a:pt x="906" y="328"/>
                    <a:pt x="906" y="328"/>
                  </a:cubicBezTo>
                  <a:cubicBezTo>
                    <a:pt x="906" y="325"/>
                    <a:pt x="906" y="325"/>
                    <a:pt x="906" y="325"/>
                  </a:cubicBezTo>
                  <a:cubicBezTo>
                    <a:pt x="906" y="327"/>
                    <a:pt x="906" y="327"/>
                    <a:pt x="906" y="327"/>
                  </a:cubicBezTo>
                  <a:cubicBezTo>
                    <a:pt x="907" y="325"/>
                    <a:pt x="907" y="325"/>
                    <a:pt x="907" y="325"/>
                  </a:cubicBezTo>
                  <a:cubicBezTo>
                    <a:pt x="906" y="325"/>
                    <a:pt x="906" y="325"/>
                    <a:pt x="906" y="325"/>
                  </a:cubicBezTo>
                  <a:cubicBezTo>
                    <a:pt x="906" y="327"/>
                    <a:pt x="906" y="327"/>
                    <a:pt x="906" y="327"/>
                  </a:cubicBezTo>
                  <a:cubicBezTo>
                    <a:pt x="907" y="325"/>
                    <a:pt x="907" y="325"/>
                    <a:pt x="907" y="325"/>
                  </a:cubicBezTo>
                  <a:cubicBezTo>
                    <a:pt x="906" y="325"/>
                    <a:pt x="906" y="325"/>
                    <a:pt x="905" y="324"/>
                  </a:cubicBezTo>
                  <a:cubicBezTo>
                    <a:pt x="901" y="323"/>
                    <a:pt x="893" y="319"/>
                    <a:pt x="883" y="314"/>
                  </a:cubicBezTo>
                  <a:cubicBezTo>
                    <a:pt x="868" y="307"/>
                    <a:pt x="850" y="298"/>
                    <a:pt x="835" y="290"/>
                  </a:cubicBezTo>
                  <a:cubicBezTo>
                    <a:pt x="827" y="287"/>
                    <a:pt x="821" y="283"/>
                    <a:pt x="816" y="281"/>
                  </a:cubicBezTo>
                  <a:cubicBezTo>
                    <a:pt x="812" y="279"/>
                    <a:pt x="809" y="277"/>
                    <a:pt x="809" y="277"/>
                  </a:cubicBezTo>
                  <a:cubicBezTo>
                    <a:pt x="807" y="276"/>
                    <a:pt x="805" y="277"/>
                    <a:pt x="804" y="279"/>
                  </a:cubicBezTo>
                  <a:cubicBezTo>
                    <a:pt x="803" y="281"/>
                    <a:pt x="803" y="283"/>
                    <a:pt x="805" y="284"/>
                  </a:cubicBezTo>
                  <a:cubicBezTo>
                    <a:pt x="900" y="344"/>
                    <a:pt x="900" y="344"/>
                    <a:pt x="900" y="344"/>
                  </a:cubicBezTo>
                  <a:cubicBezTo>
                    <a:pt x="903" y="340"/>
                    <a:pt x="903" y="340"/>
                    <a:pt x="903" y="340"/>
                  </a:cubicBezTo>
                  <a:cubicBezTo>
                    <a:pt x="899" y="338"/>
                    <a:pt x="899" y="338"/>
                    <a:pt x="899" y="338"/>
                  </a:cubicBezTo>
                  <a:cubicBezTo>
                    <a:pt x="902" y="340"/>
                    <a:pt x="902" y="340"/>
                    <a:pt x="902" y="340"/>
                  </a:cubicBezTo>
                  <a:cubicBezTo>
                    <a:pt x="901" y="337"/>
                    <a:pt x="901" y="337"/>
                    <a:pt x="901" y="337"/>
                  </a:cubicBezTo>
                  <a:cubicBezTo>
                    <a:pt x="901" y="337"/>
                    <a:pt x="900" y="337"/>
                    <a:pt x="899" y="338"/>
                  </a:cubicBezTo>
                  <a:cubicBezTo>
                    <a:pt x="902" y="340"/>
                    <a:pt x="902" y="340"/>
                    <a:pt x="902" y="340"/>
                  </a:cubicBezTo>
                  <a:cubicBezTo>
                    <a:pt x="901" y="337"/>
                    <a:pt x="901" y="337"/>
                    <a:pt x="901" y="337"/>
                  </a:cubicBezTo>
                  <a:cubicBezTo>
                    <a:pt x="902" y="339"/>
                    <a:pt x="902" y="339"/>
                    <a:pt x="902" y="339"/>
                  </a:cubicBezTo>
                  <a:cubicBezTo>
                    <a:pt x="902" y="336"/>
                    <a:pt x="902" y="336"/>
                    <a:pt x="902" y="336"/>
                  </a:cubicBezTo>
                  <a:cubicBezTo>
                    <a:pt x="902" y="337"/>
                    <a:pt x="902" y="336"/>
                    <a:pt x="901" y="337"/>
                  </a:cubicBezTo>
                  <a:cubicBezTo>
                    <a:pt x="902" y="339"/>
                    <a:pt x="902" y="339"/>
                    <a:pt x="902" y="339"/>
                  </a:cubicBezTo>
                  <a:cubicBezTo>
                    <a:pt x="902" y="336"/>
                    <a:pt x="902" y="336"/>
                    <a:pt x="902" y="336"/>
                  </a:cubicBezTo>
                  <a:cubicBezTo>
                    <a:pt x="902" y="338"/>
                    <a:pt x="902" y="338"/>
                    <a:pt x="902" y="338"/>
                  </a:cubicBezTo>
                  <a:cubicBezTo>
                    <a:pt x="902" y="337"/>
                    <a:pt x="902" y="337"/>
                    <a:pt x="902" y="337"/>
                  </a:cubicBezTo>
                  <a:cubicBezTo>
                    <a:pt x="902" y="336"/>
                    <a:pt x="902" y="336"/>
                    <a:pt x="902" y="336"/>
                  </a:cubicBezTo>
                  <a:cubicBezTo>
                    <a:pt x="902" y="338"/>
                    <a:pt x="902" y="338"/>
                    <a:pt x="902" y="338"/>
                  </a:cubicBezTo>
                  <a:cubicBezTo>
                    <a:pt x="902" y="337"/>
                    <a:pt x="902" y="337"/>
                    <a:pt x="902" y="337"/>
                  </a:cubicBezTo>
                  <a:cubicBezTo>
                    <a:pt x="902" y="337"/>
                    <a:pt x="901" y="336"/>
                    <a:pt x="899" y="336"/>
                  </a:cubicBezTo>
                  <a:cubicBezTo>
                    <a:pt x="893" y="333"/>
                    <a:pt x="880" y="327"/>
                    <a:pt x="864" y="319"/>
                  </a:cubicBezTo>
                  <a:cubicBezTo>
                    <a:pt x="841" y="307"/>
                    <a:pt x="811" y="292"/>
                    <a:pt x="788" y="279"/>
                  </a:cubicBezTo>
                  <a:cubicBezTo>
                    <a:pt x="776" y="272"/>
                    <a:pt x="765" y="267"/>
                    <a:pt x="758" y="263"/>
                  </a:cubicBezTo>
                  <a:cubicBezTo>
                    <a:pt x="754" y="261"/>
                    <a:pt x="751" y="259"/>
                    <a:pt x="749" y="258"/>
                  </a:cubicBezTo>
                  <a:cubicBezTo>
                    <a:pt x="748" y="257"/>
                    <a:pt x="747" y="257"/>
                    <a:pt x="747" y="257"/>
                  </a:cubicBezTo>
                  <a:cubicBezTo>
                    <a:pt x="746" y="256"/>
                    <a:pt x="746" y="256"/>
                    <a:pt x="746" y="256"/>
                  </a:cubicBezTo>
                  <a:cubicBezTo>
                    <a:pt x="746" y="256"/>
                    <a:pt x="746" y="256"/>
                    <a:pt x="746" y="256"/>
                  </a:cubicBezTo>
                  <a:cubicBezTo>
                    <a:pt x="745" y="256"/>
                    <a:pt x="745" y="256"/>
                    <a:pt x="745" y="256"/>
                  </a:cubicBezTo>
                  <a:cubicBezTo>
                    <a:pt x="745" y="256"/>
                    <a:pt x="745" y="256"/>
                    <a:pt x="745" y="256"/>
                  </a:cubicBezTo>
                  <a:cubicBezTo>
                    <a:pt x="745" y="256"/>
                    <a:pt x="745" y="256"/>
                    <a:pt x="745" y="256"/>
                  </a:cubicBezTo>
                  <a:cubicBezTo>
                    <a:pt x="745" y="256"/>
                    <a:pt x="744" y="256"/>
                    <a:pt x="744" y="256"/>
                  </a:cubicBezTo>
                  <a:cubicBezTo>
                    <a:pt x="742" y="256"/>
                    <a:pt x="741" y="257"/>
                    <a:pt x="740" y="259"/>
                  </a:cubicBezTo>
                  <a:cubicBezTo>
                    <a:pt x="740" y="260"/>
                    <a:pt x="740" y="262"/>
                    <a:pt x="742" y="263"/>
                  </a:cubicBezTo>
                  <a:cubicBezTo>
                    <a:pt x="742" y="263"/>
                    <a:pt x="744" y="265"/>
                    <a:pt x="748" y="267"/>
                  </a:cubicBezTo>
                  <a:cubicBezTo>
                    <a:pt x="763" y="276"/>
                    <a:pt x="800" y="299"/>
                    <a:pt x="833" y="319"/>
                  </a:cubicBezTo>
                  <a:cubicBezTo>
                    <a:pt x="849" y="329"/>
                    <a:pt x="865" y="339"/>
                    <a:pt x="876" y="346"/>
                  </a:cubicBezTo>
                  <a:cubicBezTo>
                    <a:pt x="882" y="350"/>
                    <a:pt x="886" y="353"/>
                    <a:pt x="890" y="355"/>
                  </a:cubicBezTo>
                  <a:cubicBezTo>
                    <a:pt x="891" y="356"/>
                    <a:pt x="892" y="357"/>
                    <a:pt x="893" y="357"/>
                  </a:cubicBezTo>
                  <a:cubicBezTo>
                    <a:pt x="894" y="358"/>
                    <a:pt x="894" y="358"/>
                    <a:pt x="894" y="358"/>
                  </a:cubicBezTo>
                  <a:cubicBezTo>
                    <a:pt x="894" y="358"/>
                    <a:pt x="894" y="358"/>
                    <a:pt x="894" y="358"/>
                  </a:cubicBezTo>
                  <a:cubicBezTo>
                    <a:pt x="896" y="356"/>
                    <a:pt x="896" y="356"/>
                    <a:pt x="896" y="356"/>
                  </a:cubicBezTo>
                  <a:cubicBezTo>
                    <a:pt x="894" y="358"/>
                    <a:pt x="894" y="358"/>
                    <a:pt x="894" y="358"/>
                  </a:cubicBezTo>
                  <a:cubicBezTo>
                    <a:pt x="894" y="358"/>
                    <a:pt x="894" y="358"/>
                    <a:pt x="894" y="358"/>
                  </a:cubicBezTo>
                  <a:cubicBezTo>
                    <a:pt x="896" y="356"/>
                    <a:pt x="896" y="356"/>
                    <a:pt x="896" y="356"/>
                  </a:cubicBezTo>
                  <a:cubicBezTo>
                    <a:pt x="894" y="358"/>
                    <a:pt x="894" y="358"/>
                    <a:pt x="894" y="358"/>
                  </a:cubicBezTo>
                  <a:cubicBezTo>
                    <a:pt x="897" y="355"/>
                    <a:pt x="897" y="355"/>
                    <a:pt x="897" y="355"/>
                  </a:cubicBezTo>
                  <a:cubicBezTo>
                    <a:pt x="894" y="357"/>
                    <a:pt x="894" y="357"/>
                    <a:pt x="894" y="357"/>
                  </a:cubicBezTo>
                  <a:cubicBezTo>
                    <a:pt x="894" y="358"/>
                    <a:pt x="894" y="358"/>
                    <a:pt x="894" y="358"/>
                  </a:cubicBezTo>
                  <a:cubicBezTo>
                    <a:pt x="897" y="355"/>
                    <a:pt x="897" y="355"/>
                    <a:pt x="897" y="355"/>
                  </a:cubicBezTo>
                  <a:cubicBezTo>
                    <a:pt x="894" y="357"/>
                    <a:pt x="894" y="357"/>
                    <a:pt x="894" y="357"/>
                  </a:cubicBezTo>
                  <a:cubicBezTo>
                    <a:pt x="897" y="355"/>
                    <a:pt x="897" y="355"/>
                    <a:pt x="897" y="355"/>
                  </a:cubicBezTo>
                  <a:cubicBezTo>
                    <a:pt x="893" y="357"/>
                    <a:pt x="893" y="357"/>
                    <a:pt x="893" y="357"/>
                  </a:cubicBezTo>
                  <a:cubicBezTo>
                    <a:pt x="894" y="357"/>
                    <a:pt x="894" y="357"/>
                    <a:pt x="894" y="357"/>
                  </a:cubicBezTo>
                  <a:cubicBezTo>
                    <a:pt x="897" y="355"/>
                    <a:pt x="897" y="355"/>
                    <a:pt x="897" y="355"/>
                  </a:cubicBezTo>
                  <a:cubicBezTo>
                    <a:pt x="893" y="357"/>
                    <a:pt x="893" y="357"/>
                    <a:pt x="893" y="357"/>
                  </a:cubicBezTo>
                  <a:cubicBezTo>
                    <a:pt x="897" y="355"/>
                    <a:pt x="897" y="355"/>
                    <a:pt x="897" y="355"/>
                  </a:cubicBezTo>
                  <a:cubicBezTo>
                    <a:pt x="893" y="355"/>
                    <a:pt x="893" y="355"/>
                    <a:pt x="893" y="355"/>
                  </a:cubicBezTo>
                  <a:cubicBezTo>
                    <a:pt x="893" y="356"/>
                    <a:pt x="893" y="356"/>
                    <a:pt x="893" y="357"/>
                  </a:cubicBezTo>
                  <a:cubicBezTo>
                    <a:pt x="897" y="355"/>
                    <a:pt x="897" y="355"/>
                    <a:pt x="897" y="355"/>
                  </a:cubicBezTo>
                  <a:cubicBezTo>
                    <a:pt x="893" y="355"/>
                    <a:pt x="893" y="355"/>
                    <a:pt x="893" y="355"/>
                  </a:cubicBezTo>
                  <a:cubicBezTo>
                    <a:pt x="897" y="355"/>
                    <a:pt x="897" y="355"/>
                    <a:pt x="897" y="355"/>
                  </a:cubicBezTo>
                  <a:cubicBezTo>
                    <a:pt x="899" y="352"/>
                    <a:pt x="899" y="352"/>
                    <a:pt x="899" y="352"/>
                  </a:cubicBezTo>
                  <a:cubicBezTo>
                    <a:pt x="700" y="240"/>
                    <a:pt x="700" y="240"/>
                    <a:pt x="700" y="240"/>
                  </a:cubicBezTo>
                  <a:cubicBezTo>
                    <a:pt x="698" y="239"/>
                    <a:pt x="696" y="240"/>
                    <a:pt x="695" y="241"/>
                  </a:cubicBezTo>
                  <a:cubicBezTo>
                    <a:pt x="694" y="242"/>
                    <a:pt x="694" y="243"/>
                    <a:pt x="694" y="244"/>
                  </a:cubicBezTo>
                  <a:cubicBezTo>
                    <a:pt x="694" y="245"/>
                    <a:pt x="694" y="245"/>
                    <a:pt x="695" y="245"/>
                  </a:cubicBezTo>
                  <a:cubicBezTo>
                    <a:pt x="695" y="246"/>
                    <a:pt x="695" y="247"/>
                    <a:pt x="695" y="247"/>
                  </a:cubicBezTo>
                  <a:cubicBezTo>
                    <a:pt x="696" y="248"/>
                    <a:pt x="697" y="248"/>
                    <a:pt x="697" y="249"/>
                  </a:cubicBezTo>
                  <a:cubicBezTo>
                    <a:pt x="700" y="251"/>
                    <a:pt x="704" y="254"/>
                    <a:pt x="711" y="258"/>
                  </a:cubicBezTo>
                  <a:cubicBezTo>
                    <a:pt x="733" y="273"/>
                    <a:pt x="776" y="299"/>
                    <a:pt x="814" y="322"/>
                  </a:cubicBezTo>
                  <a:cubicBezTo>
                    <a:pt x="833" y="333"/>
                    <a:pt x="851" y="344"/>
                    <a:pt x="863" y="352"/>
                  </a:cubicBezTo>
                  <a:cubicBezTo>
                    <a:pt x="870" y="355"/>
                    <a:pt x="875" y="359"/>
                    <a:pt x="878" y="361"/>
                  </a:cubicBezTo>
                  <a:cubicBezTo>
                    <a:pt x="880" y="362"/>
                    <a:pt x="882" y="363"/>
                    <a:pt x="883" y="363"/>
                  </a:cubicBezTo>
                  <a:cubicBezTo>
                    <a:pt x="883" y="364"/>
                    <a:pt x="883" y="364"/>
                    <a:pt x="883" y="364"/>
                  </a:cubicBezTo>
                  <a:cubicBezTo>
                    <a:pt x="884" y="364"/>
                    <a:pt x="884" y="364"/>
                    <a:pt x="884" y="364"/>
                  </a:cubicBezTo>
                  <a:cubicBezTo>
                    <a:pt x="885" y="363"/>
                    <a:pt x="885" y="363"/>
                    <a:pt x="885" y="363"/>
                  </a:cubicBezTo>
                  <a:cubicBezTo>
                    <a:pt x="883" y="364"/>
                    <a:pt x="883" y="364"/>
                    <a:pt x="883" y="364"/>
                  </a:cubicBezTo>
                  <a:cubicBezTo>
                    <a:pt x="884" y="364"/>
                    <a:pt x="884" y="364"/>
                    <a:pt x="884" y="364"/>
                  </a:cubicBezTo>
                  <a:cubicBezTo>
                    <a:pt x="885" y="363"/>
                    <a:pt x="885" y="363"/>
                    <a:pt x="885" y="363"/>
                  </a:cubicBezTo>
                  <a:cubicBezTo>
                    <a:pt x="883" y="364"/>
                    <a:pt x="883" y="364"/>
                    <a:pt x="883" y="364"/>
                  </a:cubicBezTo>
                  <a:cubicBezTo>
                    <a:pt x="886" y="361"/>
                    <a:pt x="886" y="361"/>
                    <a:pt x="886" y="361"/>
                  </a:cubicBezTo>
                  <a:cubicBezTo>
                    <a:pt x="883" y="364"/>
                    <a:pt x="883" y="364"/>
                    <a:pt x="883" y="364"/>
                  </a:cubicBezTo>
                  <a:cubicBezTo>
                    <a:pt x="883" y="364"/>
                    <a:pt x="883" y="364"/>
                    <a:pt x="883" y="364"/>
                  </a:cubicBezTo>
                  <a:cubicBezTo>
                    <a:pt x="886" y="361"/>
                    <a:pt x="886" y="361"/>
                    <a:pt x="886" y="361"/>
                  </a:cubicBezTo>
                  <a:cubicBezTo>
                    <a:pt x="883" y="364"/>
                    <a:pt x="883" y="364"/>
                    <a:pt x="883" y="364"/>
                  </a:cubicBezTo>
                  <a:cubicBezTo>
                    <a:pt x="886" y="361"/>
                    <a:pt x="886" y="361"/>
                    <a:pt x="886" y="361"/>
                  </a:cubicBezTo>
                  <a:cubicBezTo>
                    <a:pt x="883" y="363"/>
                    <a:pt x="883" y="363"/>
                    <a:pt x="883" y="363"/>
                  </a:cubicBezTo>
                  <a:cubicBezTo>
                    <a:pt x="883" y="364"/>
                    <a:pt x="883" y="364"/>
                    <a:pt x="883" y="364"/>
                  </a:cubicBezTo>
                  <a:cubicBezTo>
                    <a:pt x="886" y="361"/>
                    <a:pt x="886" y="361"/>
                    <a:pt x="886" y="361"/>
                  </a:cubicBezTo>
                  <a:cubicBezTo>
                    <a:pt x="883" y="363"/>
                    <a:pt x="883" y="363"/>
                    <a:pt x="883" y="363"/>
                  </a:cubicBezTo>
                  <a:cubicBezTo>
                    <a:pt x="886" y="361"/>
                    <a:pt x="886" y="361"/>
                    <a:pt x="886" y="361"/>
                  </a:cubicBezTo>
                  <a:cubicBezTo>
                    <a:pt x="882" y="361"/>
                    <a:pt x="882" y="361"/>
                    <a:pt x="882" y="361"/>
                  </a:cubicBezTo>
                  <a:cubicBezTo>
                    <a:pt x="882" y="362"/>
                    <a:pt x="882" y="363"/>
                    <a:pt x="883" y="363"/>
                  </a:cubicBezTo>
                  <a:cubicBezTo>
                    <a:pt x="886" y="361"/>
                    <a:pt x="886" y="361"/>
                    <a:pt x="886" y="361"/>
                  </a:cubicBezTo>
                  <a:cubicBezTo>
                    <a:pt x="882" y="361"/>
                    <a:pt x="882" y="361"/>
                    <a:pt x="882" y="361"/>
                  </a:cubicBezTo>
                  <a:cubicBezTo>
                    <a:pt x="886" y="361"/>
                    <a:pt x="886" y="361"/>
                    <a:pt x="886" y="361"/>
                  </a:cubicBezTo>
                  <a:cubicBezTo>
                    <a:pt x="883" y="359"/>
                    <a:pt x="883" y="359"/>
                    <a:pt x="883" y="359"/>
                  </a:cubicBezTo>
                  <a:cubicBezTo>
                    <a:pt x="886" y="361"/>
                    <a:pt x="886" y="361"/>
                    <a:pt x="886" y="361"/>
                  </a:cubicBezTo>
                  <a:cubicBezTo>
                    <a:pt x="884" y="358"/>
                    <a:pt x="884" y="358"/>
                    <a:pt x="884" y="358"/>
                  </a:cubicBezTo>
                  <a:cubicBezTo>
                    <a:pt x="884" y="358"/>
                    <a:pt x="883" y="358"/>
                    <a:pt x="883" y="359"/>
                  </a:cubicBezTo>
                  <a:cubicBezTo>
                    <a:pt x="886" y="361"/>
                    <a:pt x="886" y="361"/>
                    <a:pt x="886" y="361"/>
                  </a:cubicBezTo>
                  <a:cubicBezTo>
                    <a:pt x="884" y="358"/>
                    <a:pt x="884" y="358"/>
                    <a:pt x="884" y="358"/>
                  </a:cubicBezTo>
                  <a:cubicBezTo>
                    <a:pt x="885" y="360"/>
                    <a:pt x="885" y="360"/>
                    <a:pt x="885" y="360"/>
                  </a:cubicBezTo>
                  <a:cubicBezTo>
                    <a:pt x="885" y="357"/>
                    <a:pt x="885" y="357"/>
                    <a:pt x="885" y="357"/>
                  </a:cubicBezTo>
                  <a:cubicBezTo>
                    <a:pt x="885" y="357"/>
                    <a:pt x="885" y="357"/>
                    <a:pt x="884" y="358"/>
                  </a:cubicBezTo>
                  <a:cubicBezTo>
                    <a:pt x="885" y="360"/>
                    <a:pt x="885" y="360"/>
                    <a:pt x="885" y="360"/>
                  </a:cubicBezTo>
                  <a:cubicBezTo>
                    <a:pt x="885" y="357"/>
                    <a:pt x="885" y="357"/>
                    <a:pt x="885" y="357"/>
                  </a:cubicBezTo>
                  <a:cubicBezTo>
                    <a:pt x="885" y="358"/>
                    <a:pt x="885" y="358"/>
                    <a:pt x="885" y="358"/>
                  </a:cubicBezTo>
                  <a:cubicBezTo>
                    <a:pt x="885" y="357"/>
                    <a:pt x="885" y="357"/>
                    <a:pt x="885" y="357"/>
                  </a:cubicBezTo>
                  <a:cubicBezTo>
                    <a:pt x="885" y="357"/>
                    <a:pt x="885" y="357"/>
                    <a:pt x="885" y="357"/>
                  </a:cubicBezTo>
                  <a:cubicBezTo>
                    <a:pt x="885" y="358"/>
                    <a:pt x="885" y="358"/>
                    <a:pt x="885" y="358"/>
                  </a:cubicBezTo>
                  <a:cubicBezTo>
                    <a:pt x="885" y="357"/>
                    <a:pt x="885" y="357"/>
                    <a:pt x="885" y="357"/>
                  </a:cubicBezTo>
                  <a:cubicBezTo>
                    <a:pt x="885" y="357"/>
                    <a:pt x="884" y="357"/>
                    <a:pt x="884" y="357"/>
                  </a:cubicBezTo>
                  <a:cubicBezTo>
                    <a:pt x="880" y="356"/>
                    <a:pt x="871" y="352"/>
                    <a:pt x="860" y="346"/>
                  </a:cubicBezTo>
                  <a:cubicBezTo>
                    <a:pt x="822" y="325"/>
                    <a:pt x="751" y="282"/>
                    <a:pt x="688" y="244"/>
                  </a:cubicBezTo>
                  <a:cubicBezTo>
                    <a:pt x="656" y="225"/>
                    <a:pt x="627" y="207"/>
                    <a:pt x="605" y="194"/>
                  </a:cubicBezTo>
                  <a:cubicBezTo>
                    <a:pt x="594" y="188"/>
                    <a:pt x="584" y="183"/>
                    <a:pt x="578" y="179"/>
                  </a:cubicBezTo>
                  <a:cubicBezTo>
                    <a:pt x="574" y="177"/>
                    <a:pt x="571" y="175"/>
                    <a:pt x="569" y="174"/>
                  </a:cubicBezTo>
                  <a:cubicBezTo>
                    <a:pt x="568" y="174"/>
                    <a:pt x="567" y="174"/>
                    <a:pt x="566" y="173"/>
                  </a:cubicBezTo>
                  <a:cubicBezTo>
                    <a:pt x="566" y="173"/>
                    <a:pt x="566" y="173"/>
                    <a:pt x="565" y="173"/>
                  </a:cubicBezTo>
                  <a:cubicBezTo>
                    <a:pt x="565" y="173"/>
                    <a:pt x="564" y="173"/>
                    <a:pt x="564" y="173"/>
                  </a:cubicBezTo>
                  <a:cubicBezTo>
                    <a:pt x="563" y="173"/>
                    <a:pt x="563" y="173"/>
                    <a:pt x="562" y="173"/>
                  </a:cubicBezTo>
                  <a:cubicBezTo>
                    <a:pt x="562" y="173"/>
                    <a:pt x="561" y="174"/>
                    <a:pt x="560" y="175"/>
                  </a:cubicBezTo>
                  <a:cubicBezTo>
                    <a:pt x="559" y="176"/>
                    <a:pt x="559" y="179"/>
                    <a:pt x="561" y="180"/>
                  </a:cubicBezTo>
                  <a:cubicBezTo>
                    <a:pt x="867" y="371"/>
                    <a:pt x="867" y="371"/>
                    <a:pt x="867" y="371"/>
                  </a:cubicBezTo>
                  <a:cubicBezTo>
                    <a:pt x="869" y="368"/>
                    <a:pt x="869" y="368"/>
                    <a:pt x="869" y="368"/>
                  </a:cubicBezTo>
                  <a:cubicBezTo>
                    <a:pt x="871" y="364"/>
                    <a:pt x="871" y="364"/>
                    <a:pt x="871" y="364"/>
                  </a:cubicBezTo>
                  <a:cubicBezTo>
                    <a:pt x="871" y="364"/>
                    <a:pt x="777" y="309"/>
                    <a:pt x="682" y="253"/>
                  </a:cubicBezTo>
                  <a:cubicBezTo>
                    <a:pt x="635" y="226"/>
                    <a:pt x="587" y="198"/>
                    <a:pt x="550" y="177"/>
                  </a:cubicBezTo>
                  <a:cubicBezTo>
                    <a:pt x="532" y="167"/>
                    <a:pt x="516" y="158"/>
                    <a:pt x="505" y="152"/>
                  </a:cubicBezTo>
                  <a:cubicBezTo>
                    <a:pt x="499" y="149"/>
                    <a:pt x="495" y="147"/>
                    <a:pt x="491" y="145"/>
                  </a:cubicBezTo>
                  <a:cubicBezTo>
                    <a:pt x="489" y="144"/>
                    <a:pt x="488" y="143"/>
                    <a:pt x="487" y="143"/>
                  </a:cubicBezTo>
                  <a:cubicBezTo>
                    <a:pt x="486" y="143"/>
                    <a:pt x="486" y="142"/>
                    <a:pt x="485" y="142"/>
                  </a:cubicBezTo>
                  <a:cubicBezTo>
                    <a:pt x="485" y="142"/>
                    <a:pt x="484" y="142"/>
                    <a:pt x="483" y="142"/>
                  </a:cubicBezTo>
                  <a:cubicBezTo>
                    <a:pt x="483" y="142"/>
                    <a:pt x="482" y="142"/>
                    <a:pt x="482" y="142"/>
                  </a:cubicBezTo>
                  <a:cubicBezTo>
                    <a:pt x="481" y="142"/>
                    <a:pt x="480" y="143"/>
                    <a:pt x="480" y="144"/>
                  </a:cubicBezTo>
                  <a:cubicBezTo>
                    <a:pt x="483" y="146"/>
                    <a:pt x="483" y="146"/>
                    <a:pt x="483" y="146"/>
                  </a:cubicBezTo>
                  <a:cubicBezTo>
                    <a:pt x="480" y="144"/>
                    <a:pt x="480" y="144"/>
                    <a:pt x="480" y="144"/>
                  </a:cubicBezTo>
                  <a:cubicBezTo>
                    <a:pt x="479" y="145"/>
                    <a:pt x="479" y="146"/>
                    <a:pt x="479" y="146"/>
                  </a:cubicBezTo>
                  <a:cubicBezTo>
                    <a:pt x="479" y="147"/>
                    <a:pt x="479" y="148"/>
                    <a:pt x="479" y="148"/>
                  </a:cubicBezTo>
                  <a:cubicBezTo>
                    <a:pt x="480" y="149"/>
                    <a:pt x="480" y="149"/>
                    <a:pt x="481" y="150"/>
                  </a:cubicBezTo>
                  <a:cubicBezTo>
                    <a:pt x="481" y="151"/>
                    <a:pt x="482" y="151"/>
                    <a:pt x="483" y="152"/>
                  </a:cubicBezTo>
                  <a:cubicBezTo>
                    <a:pt x="488" y="156"/>
                    <a:pt x="496" y="162"/>
                    <a:pt x="508" y="170"/>
                  </a:cubicBezTo>
                  <a:cubicBezTo>
                    <a:pt x="550" y="197"/>
                    <a:pt x="631" y="247"/>
                    <a:pt x="701" y="290"/>
                  </a:cubicBezTo>
                  <a:cubicBezTo>
                    <a:pt x="772" y="333"/>
                    <a:pt x="832" y="369"/>
                    <a:pt x="832" y="369"/>
                  </a:cubicBezTo>
                  <a:cubicBezTo>
                    <a:pt x="834" y="365"/>
                    <a:pt x="834" y="365"/>
                    <a:pt x="834" y="365"/>
                  </a:cubicBezTo>
                  <a:cubicBezTo>
                    <a:pt x="836" y="362"/>
                    <a:pt x="836" y="362"/>
                    <a:pt x="836" y="362"/>
                  </a:cubicBezTo>
                  <a:cubicBezTo>
                    <a:pt x="836" y="362"/>
                    <a:pt x="731" y="301"/>
                    <a:pt x="625" y="239"/>
                  </a:cubicBezTo>
                  <a:cubicBezTo>
                    <a:pt x="572" y="209"/>
                    <a:pt x="519" y="178"/>
                    <a:pt x="479" y="155"/>
                  </a:cubicBezTo>
                  <a:cubicBezTo>
                    <a:pt x="459" y="143"/>
                    <a:pt x="442" y="134"/>
                    <a:pt x="430" y="127"/>
                  </a:cubicBezTo>
                  <a:cubicBezTo>
                    <a:pt x="424" y="124"/>
                    <a:pt x="420" y="121"/>
                    <a:pt x="416" y="119"/>
                  </a:cubicBezTo>
                  <a:cubicBezTo>
                    <a:pt x="415" y="118"/>
                    <a:pt x="413" y="118"/>
                    <a:pt x="412" y="117"/>
                  </a:cubicBezTo>
                  <a:cubicBezTo>
                    <a:pt x="412" y="117"/>
                    <a:pt x="412" y="117"/>
                    <a:pt x="411" y="117"/>
                  </a:cubicBezTo>
                  <a:cubicBezTo>
                    <a:pt x="411" y="116"/>
                    <a:pt x="411" y="116"/>
                    <a:pt x="411" y="116"/>
                  </a:cubicBezTo>
                  <a:cubicBezTo>
                    <a:pt x="410" y="116"/>
                    <a:pt x="410" y="116"/>
                    <a:pt x="410" y="116"/>
                  </a:cubicBezTo>
                  <a:cubicBezTo>
                    <a:pt x="410" y="116"/>
                    <a:pt x="410" y="116"/>
                    <a:pt x="409" y="116"/>
                  </a:cubicBezTo>
                  <a:cubicBezTo>
                    <a:pt x="409" y="116"/>
                    <a:pt x="408" y="116"/>
                    <a:pt x="408" y="116"/>
                  </a:cubicBezTo>
                  <a:cubicBezTo>
                    <a:pt x="407" y="117"/>
                    <a:pt x="406" y="117"/>
                    <a:pt x="406" y="118"/>
                  </a:cubicBezTo>
                  <a:cubicBezTo>
                    <a:pt x="405" y="120"/>
                    <a:pt x="405" y="122"/>
                    <a:pt x="407" y="123"/>
                  </a:cubicBezTo>
                  <a:cubicBezTo>
                    <a:pt x="407" y="123"/>
                    <a:pt x="413" y="127"/>
                    <a:pt x="424" y="134"/>
                  </a:cubicBezTo>
                  <a:cubicBezTo>
                    <a:pt x="461" y="157"/>
                    <a:pt x="555" y="215"/>
                    <a:pt x="640" y="268"/>
                  </a:cubicBezTo>
                  <a:cubicBezTo>
                    <a:pt x="682" y="294"/>
                    <a:pt x="722" y="319"/>
                    <a:pt x="751" y="338"/>
                  </a:cubicBezTo>
                  <a:cubicBezTo>
                    <a:pt x="766" y="347"/>
                    <a:pt x="778" y="354"/>
                    <a:pt x="786" y="360"/>
                  </a:cubicBezTo>
                  <a:cubicBezTo>
                    <a:pt x="790" y="362"/>
                    <a:pt x="794" y="365"/>
                    <a:pt x="796" y="366"/>
                  </a:cubicBezTo>
                  <a:cubicBezTo>
                    <a:pt x="797" y="367"/>
                    <a:pt x="798" y="367"/>
                    <a:pt x="798" y="368"/>
                  </a:cubicBezTo>
                  <a:cubicBezTo>
                    <a:pt x="799" y="368"/>
                    <a:pt x="799" y="368"/>
                    <a:pt x="799" y="368"/>
                  </a:cubicBezTo>
                  <a:cubicBezTo>
                    <a:pt x="800" y="366"/>
                    <a:pt x="800" y="366"/>
                    <a:pt x="800" y="366"/>
                  </a:cubicBezTo>
                  <a:cubicBezTo>
                    <a:pt x="798" y="368"/>
                    <a:pt x="798" y="368"/>
                    <a:pt x="798" y="368"/>
                  </a:cubicBezTo>
                  <a:cubicBezTo>
                    <a:pt x="799" y="368"/>
                    <a:pt x="799" y="368"/>
                    <a:pt x="799" y="368"/>
                  </a:cubicBezTo>
                  <a:cubicBezTo>
                    <a:pt x="800" y="366"/>
                    <a:pt x="800" y="366"/>
                    <a:pt x="800" y="366"/>
                  </a:cubicBezTo>
                  <a:cubicBezTo>
                    <a:pt x="798" y="368"/>
                    <a:pt x="798" y="368"/>
                    <a:pt x="798" y="368"/>
                  </a:cubicBezTo>
                  <a:cubicBezTo>
                    <a:pt x="801" y="365"/>
                    <a:pt x="801" y="365"/>
                    <a:pt x="801" y="365"/>
                  </a:cubicBezTo>
                  <a:cubicBezTo>
                    <a:pt x="798" y="367"/>
                    <a:pt x="798" y="367"/>
                    <a:pt x="798" y="367"/>
                  </a:cubicBezTo>
                  <a:cubicBezTo>
                    <a:pt x="798" y="368"/>
                    <a:pt x="798" y="368"/>
                    <a:pt x="798" y="368"/>
                  </a:cubicBezTo>
                  <a:cubicBezTo>
                    <a:pt x="801" y="365"/>
                    <a:pt x="801" y="365"/>
                    <a:pt x="801" y="365"/>
                  </a:cubicBezTo>
                  <a:cubicBezTo>
                    <a:pt x="798" y="367"/>
                    <a:pt x="798" y="367"/>
                    <a:pt x="798" y="367"/>
                  </a:cubicBezTo>
                  <a:cubicBezTo>
                    <a:pt x="801" y="365"/>
                    <a:pt x="801" y="365"/>
                    <a:pt x="801" y="365"/>
                  </a:cubicBezTo>
                  <a:cubicBezTo>
                    <a:pt x="797" y="365"/>
                    <a:pt x="797" y="365"/>
                    <a:pt x="797" y="365"/>
                  </a:cubicBezTo>
                  <a:cubicBezTo>
                    <a:pt x="797" y="367"/>
                    <a:pt x="798" y="367"/>
                    <a:pt x="798" y="367"/>
                  </a:cubicBezTo>
                  <a:cubicBezTo>
                    <a:pt x="801" y="365"/>
                    <a:pt x="801" y="365"/>
                    <a:pt x="801" y="365"/>
                  </a:cubicBezTo>
                  <a:cubicBezTo>
                    <a:pt x="797" y="365"/>
                    <a:pt x="797" y="365"/>
                    <a:pt x="797" y="365"/>
                  </a:cubicBezTo>
                  <a:cubicBezTo>
                    <a:pt x="801" y="365"/>
                    <a:pt x="801" y="365"/>
                    <a:pt x="801" y="365"/>
                  </a:cubicBezTo>
                  <a:cubicBezTo>
                    <a:pt x="798" y="363"/>
                    <a:pt x="798" y="363"/>
                    <a:pt x="798" y="363"/>
                  </a:cubicBezTo>
                  <a:cubicBezTo>
                    <a:pt x="797" y="364"/>
                    <a:pt x="797" y="365"/>
                    <a:pt x="797" y="365"/>
                  </a:cubicBezTo>
                  <a:cubicBezTo>
                    <a:pt x="801" y="365"/>
                    <a:pt x="801" y="365"/>
                    <a:pt x="801" y="365"/>
                  </a:cubicBezTo>
                  <a:cubicBezTo>
                    <a:pt x="798" y="363"/>
                    <a:pt x="798" y="363"/>
                    <a:pt x="798" y="363"/>
                  </a:cubicBezTo>
                  <a:cubicBezTo>
                    <a:pt x="801" y="365"/>
                    <a:pt x="801" y="365"/>
                    <a:pt x="801" y="365"/>
                  </a:cubicBezTo>
                  <a:cubicBezTo>
                    <a:pt x="798" y="363"/>
                    <a:pt x="798" y="363"/>
                    <a:pt x="798" y="363"/>
                  </a:cubicBezTo>
                  <a:cubicBezTo>
                    <a:pt x="800" y="365"/>
                    <a:pt x="800" y="365"/>
                    <a:pt x="800" y="365"/>
                  </a:cubicBezTo>
                  <a:cubicBezTo>
                    <a:pt x="799" y="362"/>
                    <a:pt x="799" y="362"/>
                    <a:pt x="799" y="362"/>
                  </a:cubicBezTo>
                  <a:cubicBezTo>
                    <a:pt x="799" y="362"/>
                    <a:pt x="798" y="362"/>
                    <a:pt x="798" y="363"/>
                  </a:cubicBezTo>
                  <a:cubicBezTo>
                    <a:pt x="800" y="365"/>
                    <a:pt x="800" y="365"/>
                    <a:pt x="800" y="365"/>
                  </a:cubicBezTo>
                  <a:cubicBezTo>
                    <a:pt x="799" y="362"/>
                    <a:pt x="799" y="362"/>
                    <a:pt x="799" y="362"/>
                  </a:cubicBezTo>
                  <a:cubicBezTo>
                    <a:pt x="800" y="363"/>
                    <a:pt x="800" y="363"/>
                    <a:pt x="800" y="363"/>
                  </a:cubicBezTo>
                  <a:cubicBezTo>
                    <a:pt x="800" y="362"/>
                    <a:pt x="800" y="362"/>
                    <a:pt x="800" y="362"/>
                  </a:cubicBezTo>
                  <a:cubicBezTo>
                    <a:pt x="799" y="362"/>
                    <a:pt x="799" y="362"/>
                    <a:pt x="799" y="362"/>
                  </a:cubicBezTo>
                  <a:cubicBezTo>
                    <a:pt x="800" y="363"/>
                    <a:pt x="800" y="363"/>
                    <a:pt x="800" y="363"/>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799" y="362"/>
                    <a:pt x="798" y="362"/>
                    <a:pt x="797" y="361"/>
                  </a:cubicBezTo>
                  <a:cubicBezTo>
                    <a:pt x="793" y="360"/>
                    <a:pt x="789" y="358"/>
                    <a:pt x="783" y="356"/>
                  </a:cubicBezTo>
                  <a:cubicBezTo>
                    <a:pt x="760" y="345"/>
                    <a:pt x="720" y="323"/>
                    <a:pt x="673" y="296"/>
                  </a:cubicBezTo>
                  <a:cubicBezTo>
                    <a:pt x="602" y="254"/>
                    <a:pt x="515" y="201"/>
                    <a:pt x="446" y="159"/>
                  </a:cubicBezTo>
                  <a:cubicBezTo>
                    <a:pt x="412" y="138"/>
                    <a:pt x="382" y="119"/>
                    <a:pt x="360" y="105"/>
                  </a:cubicBezTo>
                  <a:cubicBezTo>
                    <a:pt x="349" y="99"/>
                    <a:pt x="341" y="93"/>
                    <a:pt x="335" y="90"/>
                  </a:cubicBezTo>
                  <a:cubicBezTo>
                    <a:pt x="329" y="86"/>
                    <a:pt x="326" y="84"/>
                    <a:pt x="326" y="84"/>
                  </a:cubicBezTo>
                  <a:cubicBezTo>
                    <a:pt x="324" y="87"/>
                    <a:pt x="324" y="87"/>
                    <a:pt x="324" y="87"/>
                  </a:cubicBezTo>
                  <a:cubicBezTo>
                    <a:pt x="322" y="91"/>
                    <a:pt x="322" y="91"/>
                    <a:pt x="322" y="91"/>
                  </a:cubicBezTo>
                  <a:cubicBezTo>
                    <a:pt x="322" y="91"/>
                    <a:pt x="323" y="92"/>
                    <a:pt x="327" y="94"/>
                  </a:cubicBezTo>
                  <a:cubicBezTo>
                    <a:pt x="351" y="108"/>
                    <a:pt x="462" y="173"/>
                    <a:pt x="567" y="237"/>
                  </a:cubicBezTo>
                  <a:cubicBezTo>
                    <a:pt x="619" y="269"/>
                    <a:pt x="670" y="300"/>
                    <a:pt x="708" y="324"/>
                  </a:cubicBezTo>
                  <a:cubicBezTo>
                    <a:pt x="726" y="337"/>
                    <a:pt x="742" y="347"/>
                    <a:pt x="753" y="355"/>
                  </a:cubicBezTo>
                  <a:cubicBezTo>
                    <a:pt x="758" y="359"/>
                    <a:pt x="762" y="362"/>
                    <a:pt x="765" y="365"/>
                  </a:cubicBezTo>
                  <a:cubicBezTo>
                    <a:pt x="766" y="366"/>
                    <a:pt x="767" y="367"/>
                    <a:pt x="768" y="368"/>
                  </a:cubicBezTo>
                  <a:cubicBezTo>
                    <a:pt x="768" y="368"/>
                    <a:pt x="768" y="368"/>
                    <a:pt x="768" y="368"/>
                  </a:cubicBezTo>
                  <a:cubicBezTo>
                    <a:pt x="769" y="368"/>
                    <a:pt x="769" y="368"/>
                    <a:pt x="769" y="368"/>
                  </a:cubicBezTo>
                  <a:cubicBezTo>
                    <a:pt x="768" y="368"/>
                    <a:pt x="768" y="368"/>
                    <a:pt x="768" y="368"/>
                  </a:cubicBezTo>
                  <a:cubicBezTo>
                    <a:pt x="768" y="368"/>
                    <a:pt x="768" y="368"/>
                    <a:pt x="768" y="368"/>
                  </a:cubicBezTo>
                  <a:cubicBezTo>
                    <a:pt x="769" y="368"/>
                    <a:pt x="769" y="368"/>
                    <a:pt x="769" y="368"/>
                  </a:cubicBezTo>
                  <a:cubicBezTo>
                    <a:pt x="768" y="368"/>
                    <a:pt x="768" y="368"/>
                    <a:pt x="768" y="368"/>
                  </a:cubicBezTo>
                  <a:cubicBezTo>
                    <a:pt x="771" y="367"/>
                    <a:pt x="771" y="367"/>
                    <a:pt x="771" y="367"/>
                  </a:cubicBezTo>
                  <a:cubicBezTo>
                    <a:pt x="768" y="367"/>
                    <a:pt x="768" y="367"/>
                    <a:pt x="768" y="367"/>
                  </a:cubicBezTo>
                  <a:cubicBezTo>
                    <a:pt x="768" y="368"/>
                    <a:pt x="768" y="368"/>
                    <a:pt x="768" y="368"/>
                  </a:cubicBezTo>
                  <a:cubicBezTo>
                    <a:pt x="771" y="367"/>
                    <a:pt x="771" y="367"/>
                    <a:pt x="771" y="367"/>
                  </a:cubicBezTo>
                  <a:cubicBezTo>
                    <a:pt x="768" y="367"/>
                    <a:pt x="768" y="367"/>
                    <a:pt x="768" y="367"/>
                  </a:cubicBezTo>
                  <a:cubicBezTo>
                    <a:pt x="771" y="367"/>
                    <a:pt x="771" y="367"/>
                    <a:pt x="771" y="367"/>
                  </a:cubicBezTo>
                  <a:cubicBezTo>
                    <a:pt x="769" y="365"/>
                    <a:pt x="769" y="365"/>
                    <a:pt x="769" y="365"/>
                  </a:cubicBezTo>
                  <a:cubicBezTo>
                    <a:pt x="768" y="366"/>
                    <a:pt x="768" y="367"/>
                    <a:pt x="768" y="367"/>
                  </a:cubicBezTo>
                  <a:cubicBezTo>
                    <a:pt x="771" y="367"/>
                    <a:pt x="771" y="367"/>
                    <a:pt x="771" y="367"/>
                  </a:cubicBezTo>
                  <a:cubicBezTo>
                    <a:pt x="769" y="365"/>
                    <a:pt x="769" y="365"/>
                    <a:pt x="769" y="365"/>
                  </a:cubicBezTo>
                  <a:cubicBezTo>
                    <a:pt x="769" y="365"/>
                    <a:pt x="769" y="365"/>
                    <a:pt x="769" y="365"/>
                  </a:cubicBezTo>
                  <a:cubicBezTo>
                    <a:pt x="772" y="367"/>
                    <a:pt x="772" y="367"/>
                    <a:pt x="772" y="367"/>
                  </a:cubicBezTo>
                  <a:cubicBezTo>
                    <a:pt x="771" y="364"/>
                    <a:pt x="771" y="364"/>
                    <a:pt x="771" y="364"/>
                  </a:cubicBezTo>
                  <a:cubicBezTo>
                    <a:pt x="770" y="364"/>
                    <a:pt x="769" y="365"/>
                    <a:pt x="769" y="365"/>
                  </a:cubicBezTo>
                  <a:cubicBezTo>
                    <a:pt x="772" y="367"/>
                    <a:pt x="772" y="367"/>
                    <a:pt x="772" y="367"/>
                  </a:cubicBezTo>
                  <a:cubicBezTo>
                    <a:pt x="771" y="364"/>
                    <a:pt x="771" y="364"/>
                    <a:pt x="771" y="364"/>
                  </a:cubicBezTo>
                  <a:cubicBezTo>
                    <a:pt x="772" y="367"/>
                    <a:pt x="772" y="367"/>
                    <a:pt x="772" y="367"/>
                  </a:cubicBezTo>
                  <a:cubicBezTo>
                    <a:pt x="772" y="364"/>
                    <a:pt x="772" y="364"/>
                    <a:pt x="772" y="364"/>
                  </a:cubicBezTo>
                  <a:cubicBezTo>
                    <a:pt x="772" y="364"/>
                    <a:pt x="771" y="364"/>
                    <a:pt x="771" y="364"/>
                  </a:cubicBezTo>
                  <a:cubicBezTo>
                    <a:pt x="772" y="367"/>
                    <a:pt x="772" y="367"/>
                    <a:pt x="772" y="367"/>
                  </a:cubicBezTo>
                  <a:cubicBezTo>
                    <a:pt x="772" y="364"/>
                    <a:pt x="772" y="364"/>
                    <a:pt x="772" y="364"/>
                  </a:cubicBezTo>
                  <a:cubicBezTo>
                    <a:pt x="772" y="366"/>
                    <a:pt x="772" y="366"/>
                    <a:pt x="772" y="366"/>
                  </a:cubicBezTo>
                  <a:cubicBezTo>
                    <a:pt x="772" y="364"/>
                    <a:pt x="772" y="364"/>
                    <a:pt x="772" y="364"/>
                  </a:cubicBezTo>
                  <a:cubicBezTo>
                    <a:pt x="772" y="364"/>
                    <a:pt x="772" y="364"/>
                    <a:pt x="772" y="364"/>
                  </a:cubicBezTo>
                  <a:cubicBezTo>
                    <a:pt x="772" y="366"/>
                    <a:pt x="772" y="366"/>
                    <a:pt x="772" y="366"/>
                  </a:cubicBezTo>
                  <a:cubicBezTo>
                    <a:pt x="772" y="364"/>
                    <a:pt x="772" y="364"/>
                    <a:pt x="772" y="364"/>
                  </a:cubicBezTo>
                  <a:cubicBezTo>
                    <a:pt x="772" y="364"/>
                    <a:pt x="772" y="364"/>
                    <a:pt x="772" y="364"/>
                  </a:cubicBezTo>
                  <a:cubicBezTo>
                    <a:pt x="772" y="364"/>
                    <a:pt x="771" y="363"/>
                    <a:pt x="770" y="363"/>
                  </a:cubicBezTo>
                  <a:cubicBezTo>
                    <a:pt x="764" y="360"/>
                    <a:pt x="753" y="353"/>
                    <a:pt x="737" y="343"/>
                  </a:cubicBezTo>
                  <a:cubicBezTo>
                    <a:pt x="683" y="310"/>
                    <a:pt x="576" y="241"/>
                    <a:pt x="480" y="181"/>
                  </a:cubicBezTo>
                  <a:cubicBezTo>
                    <a:pt x="432" y="150"/>
                    <a:pt x="386" y="122"/>
                    <a:pt x="351" y="102"/>
                  </a:cubicBezTo>
                  <a:cubicBezTo>
                    <a:pt x="333" y="92"/>
                    <a:pt x="318" y="83"/>
                    <a:pt x="306" y="77"/>
                  </a:cubicBezTo>
                  <a:cubicBezTo>
                    <a:pt x="300" y="74"/>
                    <a:pt x="295" y="72"/>
                    <a:pt x="291" y="70"/>
                  </a:cubicBezTo>
                  <a:cubicBezTo>
                    <a:pt x="289" y="70"/>
                    <a:pt x="288" y="69"/>
                    <a:pt x="286" y="69"/>
                  </a:cubicBezTo>
                  <a:cubicBezTo>
                    <a:pt x="284" y="68"/>
                    <a:pt x="283" y="68"/>
                    <a:pt x="282" y="68"/>
                  </a:cubicBezTo>
                  <a:cubicBezTo>
                    <a:pt x="281" y="68"/>
                    <a:pt x="280" y="68"/>
                    <a:pt x="279" y="68"/>
                  </a:cubicBezTo>
                  <a:cubicBezTo>
                    <a:pt x="278" y="69"/>
                    <a:pt x="277" y="69"/>
                    <a:pt x="276" y="70"/>
                  </a:cubicBezTo>
                  <a:cubicBezTo>
                    <a:pt x="276" y="70"/>
                    <a:pt x="276" y="70"/>
                    <a:pt x="276" y="70"/>
                  </a:cubicBezTo>
                  <a:cubicBezTo>
                    <a:pt x="276" y="71"/>
                    <a:pt x="276" y="72"/>
                    <a:pt x="276" y="73"/>
                  </a:cubicBezTo>
                  <a:cubicBezTo>
                    <a:pt x="276" y="74"/>
                    <a:pt x="276" y="75"/>
                    <a:pt x="277" y="76"/>
                  </a:cubicBezTo>
                  <a:cubicBezTo>
                    <a:pt x="277" y="77"/>
                    <a:pt x="278" y="79"/>
                    <a:pt x="280" y="80"/>
                  </a:cubicBezTo>
                  <a:cubicBezTo>
                    <a:pt x="283" y="83"/>
                    <a:pt x="287" y="86"/>
                    <a:pt x="292" y="90"/>
                  </a:cubicBezTo>
                  <a:cubicBezTo>
                    <a:pt x="312" y="104"/>
                    <a:pt x="350" y="128"/>
                    <a:pt x="397" y="155"/>
                  </a:cubicBezTo>
                  <a:cubicBezTo>
                    <a:pt x="466" y="197"/>
                    <a:pt x="553" y="247"/>
                    <a:pt x="623" y="289"/>
                  </a:cubicBezTo>
                  <a:cubicBezTo>
                    <a:pt x="658" y="309"/>
                    <a:pt x="689" y="328"/>
                    <a:pt x="711" y="342"/>
                  </a:cubicBezTo>
                  <a:cubicBezTo>
                    <a:pt x="722" y="349"/>
                    <a:pt x="730" y="355"/>
                    <a:pt x="736" y="359"/>
                  </a:cubicBezTo>
                  <a:cubicBezTo>
                    <a:pt x="739" y="361"/>
                    <a:pt x="742" y="363"/>
                    <a:pt x="743" y="364"/>
                  </a:cubicBezTo>
                  <a:cubicBezTo>
                    <a:pt x="744" y="365"/>
                    <a:pt x="744" y="365"/>
                    <a:pt x="744" y="366"/>
                  </a:cubicBezTo>
                  <a:cubicBezTo>
                    <a:pt x="744" y="366"/>
                    <a:pt x="744" y="366"/>
                    <a:pt x="744" y="366"/>
                  </a:cubicBezTo>
                  <a:cubicBezTo>
                    <a:pt x="745" y="365"/>
                    <a:pt x="745" y="365"/>
                    <a:pt x="745" y="365"/>
                  </a:cubicBezTo>
                  <a:cubicBezTo>
                    <a:pt x="744" y="366"/>
                    <a:pt x="744" y="366"/>
                    <a:pt x="744" y="366"/>
                  </a:cubicBezTo>
                  <a:cubicBezTo>
                    <a:pt x="744" y="366"/>
                    <a:pt x="744" y="366"/>
                    <a:pt x="744" y="366"/>
                  </a:cubicBezTo>
                  <a:cubicBezTo>
                    <a:pt x="745" y="365"/>
                    <a:pt x="745" y="365"/>
                    <a:pt x="745" y="365"/>
                  </a:cubicBezTo>
                  <a:cubicBezTo>
                    <a:pt x="744" y="366"/>
                    <a:pt x="744" y="366"/>
                    <a:pt x="744" y="366"/>
                  </a:cubicBezTo>
                  <a:cubicBezTo>
                    <a:pt x="747" y="365"/>
                    <a:pt x="747" y="365"/>
                    <a:pt x="747" y="365"/>
                  </a:cubicBezTo>
                  <a:cubicBezTo>
                    <a:pt x="744" y="365"/>
                    <a:pt x="744" y="365"/>
                    <a:pt x="744" y="365"/>
                  </a:cubicBezTo>
                  <a:cubicBezTo>
                    <a:pt x="744" y="365"/>
                    <a:pt x="744" y="365"/>
                    <a:pt x="744" y="366"/>
                  </a:cubicBezTo>
                  <a:cubicBezTo>
                    <a:pt x="747" y="365"/>
                    <a:pt x="747" y="365"/>
                    <a:pt x="747" y="365"/>
                  </a:cubicBezTo>
                  <a:cubicBezTo>
                    <a:pt x="744" y="365"/>
                    <a:pt x="744" y="365"/>
                    <a:pt x="744" y="365"/>
                  </a:cubicBezTo>
                  <a:cubicBezTo>
                    <a:pt x="747" y="365"/>
                    <a:pt x="747" y="365"/>
                    <a:pt x="747" y="365"/>
                  </a:cubicBezTo>
                  <a:cubicBezTo>
                    <a:pt x="745" y="363"/>
                    <a:pt x="745" y="363"/>
                    <a:pt x="745" y="363"/>
                  </a:cubicBezTo>
                  <a:cubicBezTo>
                    <a:pt x="744" y="363"/>
                    <a:pt x="744" y="364"/>
                    <a:pt x="744" y="365"/>
                  </a:cubicBezTo>
                  <a:cubicBezTo>
                    <a:pt x="747" y="365"/>
                    <a:pt x="747" y="365"/>
                    <a:pt x="747" y="365"/>
                  </a:cubicBezTo>
                  <a:cubicBezTo>
                    <a:pt x="745" y="363"/>
                    <a:pt x="745" y="363"/>
                    <a:pt x="745" y="363"/>
                  </a:cubicBezTo>
                  <a:cubicBezTo>
                    <a:pt x="748" y="365"/>
                    <a:pt x="748" y="365"/>
                    <a:pt x="748" y="365"/>
                  </a:cubicBezTo>
                  <a:cubicBezTo>
                    <a:pt x="750" y="362"/>
                    <a:pt x="750" y="362"/>
                    <a:pt x="750" y="362"/>
                  </a:cubicBezTo>
                  <a:cubicBezTo>
                    <a:pt x="223" y="47"/>
                    <a:pt x="223" y="47"/>
                    <a:pt x="223" y="47"/>
                  </a:cubicBezTo>
                  <a:cubicBezTo>
                    <a:pt x="221" y="46"/>
                    <a:pt x="219" y="46"/>
                    <a:pt x="218" y="48"/>
                  </a:cubicBezTo>
                  <a:cubicBezTo>
                    <a:pt x="217" y="49"/>
                    <a:pt x="217" y="50"/>
                    <a:pt x="217" y="50"/>
                  </a:cubicBezTo>
                  <a:cubicBezTo>
                    <a:pt x="217" y="52"/>
                    <a:pt x="218" y="52"/>
                    <a:pt x="218" y="53"/>
                  </a:cubicBezTo>
                  <a:cubicBezTo>
                    <a:pt x="218" y="54"/>
                    <a:pt x="219" y="54"/>
                    <a:pt x="219" y="54"/>
                  </a:cubicBezTo>
                  <a:cubicBezTo>
                    <a:pt x="220" y="55"/>
                    <a:pt x="221" y="56"/>
                    <a:pt x="223" y="58"/>
                  </a:cubicBezTo>
                  <a:cubicBezTo>
                    <a:pt x="229" y="62"/>
                    <a:pt x="242" y="71"/>
                    <a:pt x="259" y="82"/>
                  </a:cubicBezTo>
                  <a:cubicBezTo>
                    <a:pt x="378" y="159"/>
                    <a:pt x="725" y="370"/>
                    <a:pt x="725" y="370"/>
                  </a:cubicBezTo>
                  <a:cubicBezTo>
                    <a:pt x="727" y="367"/>
                    <a:pt x="727" y="367"/>
                    <a:pt x="727" y="367"/>
                  </a:cubicBezTo>
                  <a:cubicBezTo>
                    <a:pt x="729" y="363"/>
                    <a:pt x="729" y="363"/>
                    <a:pt x="729" y="363"/>
                  </a:cubicBezTo>
                  <a:cubicBezTo>
                    <a:pt x="142" y="17"/>
                    <a:pt x="142" y="17"/>
                    <a:pt x="142" y="17"/>
                  </a:cubicBezTo>
                  <a:cubicBezTo>
                    <a:pt x="140" y="16"/>
                    <a:pt x="138" y="16"/>
                    <a:pt x="137" y="18"/>
                  </a:cubicBezTo>
                  <a:cubicBezTo>
                    <a:pt x="136" y="19"/>
                    <a:pt x="136" y="20"/>
                    <a:pt x="136" y="21"/>
                  </a:cubicBezTo>
                  <a:cubicBezTo>
                    <a:pt x="136" y="22"/>
                    <a:pt x="137" y="23"/>
                    <a:pt x="137" y="24"/>
                  </a:cubicBezTo>
                  <a:cubicBezTo>
                    <a:pt x="138" y="25"/>
                    <a:pt x="139" y="27"/>
                    <a:pt x="141" y="28"/>
                  </a:cubicBezTo>
                  <a:cubicBezTo>
                    <a:pt x="144" y="32"/>
                    <a:pt x="149" y="36"/>
                    <a:pt x="155" y="40"/>
                  </a:cubicBezTo>
                  <a:cubicBezTo>
                    <a:pt x="179" y="58"/>
                    <a:pt x="224" y="87"/>
                    <a:pt x="278" y="121"/>
                  </a:cubicBezTo>
                  <a:cubicBezTo>
                    <a:pt x="442" y="224"/>
                    <a:pt x="691" y="369"/>
                    <a:pt x="691" y="369"/>
                  </a:cubicBezTo>
                  <a:cubicBezTo>
                    <a:pt x="693" y="365"/>
                    <a:pt x="693" y="365"/>
                    <a:pt x="693" y="365"/>
                  </a:cubicBezTo>
                  <a:cubicBezTo>
                    <a:pt x="689" y="363"/>
                    <a:pt x="689" y="363"/>
                    <a:pt x="689" y="363"/>
                  </a:cubicBezTo>
                  <a:cubicBezTo>
                    <a:pt x="692" y="365"/>
                    <a:pt x="692" y="365"/>
                    <a:pt x="692" y="365"/>
                  </a:cubicBezTo>
                  <a:cubicBezTo>
                    <a:pt x="691" y="362"/>
                    <a:pt x="691" y="362"/>
                    <a:pt x="691" y="362"/>
                  </a:cubicBezTo>
                  <a:cubicBezTo>
                    <a:pt x="690" y="362"/>
                    <a:pt x="690" y="363"/>
                    <a:pt x="689" y="363"/>
                  </a:cubicBezTo>
                  <a:cubicBezTo>
                    <a:pt x="692" y="365"/>
                    <a:pt x="692" y="365"/>
                    <a:pt x="692" y="365"/>
                  </a:cubicBezTo>
                  <a:cubicBezTo>
                    <a:pt x="691" y="362"/>
                    <a:pt x="691" y="362"/>
                    <a:pt x="691" y="362"/>
                  </a:cubicBezTo>
                  <a:cubicBezTo>
                    <a:pt x="691" y="363"/>
                    <a:pt x="691" y="363"/>
                    <a:pt x="691" y="363"/>
                  </a:cubicBezTo>
                  <a:cubicBezTo>
                    <a:pt x="691" y="362"/>
                    <a:pt x="691" y="362"/>
                    <a:pt x="691" y="362"/>
                  </a:cubicBezTo>
                  <a:cubicBezTo>
                    <a:pt x="691" y="362"/>
                    <a:pt x="691" y="362"/>
                    <a:pt x="691" y="362"/>
                  </a:cubicBezTo>
                  <a:cubicBezTo>
                    <a:pt x="691" y="363"/>
                    <a:pt x="691" y="363"/>
                    <a:pt x="691" y="363"/>
                  </a:cubicBezTo>
                  <a:cubicBezTo>
                    <a:pt x="691" y="362"/>
                    <a:pt x="691" y="362"/>
                    <a:pt x="691" y="362"/>
                  </a:cubicBezTo>
                  <a:cubicBezTo>
                    <a:pt x="691" y="362"/>
                    <a:pt x="690" y="362"/>
                    <a:pt x="688" y="361"/>
                  </a:cubicBezTo>
                  <a:cubicBezTo>
                    <a:pt x="685" y="360"/>
                    <a:pt x="679" y="357"/>
                    <a:pt x="672" y="354"/>
                  </a:cubicBezTo>
                  <a:cubicBezTo>
                    <a:pt x="646" y="340"/>
                    <a:pt x="598" y="311"/>
                    <a:pt x="541" y="275"/>
                  </a:cubicBezTo>
                  <a:cubicBezTo>
                    <a:pt x="455" y="222"/>
                    <a:pt x="347" y="153"/>
                    <a:pt x="258" y="98"/>
                  </a:cubicBezTo>
                  <a:cubicBezTo>
                    <a:pt x="214" y="70"/>
                    <a:pt x="174" y="46"/>
                    <a:pt x="144" y="28"/>
                  </a:cubicBezTo>
                  <a:cubicBezTo>
                    <a:pt x="128" y="19"/>
                    <a:pt x="116" y="12"/>
                    <a:pt x="106" y="7"/>
                  </a:cubicBezTo>
                  <a:cubicBezTo>
                    <a:pt x="101" y="5"/>
                    <a:pt x="97" y="3"/>
                    <a:pt x="93" y="2"/>
                  </a:cubicBezTo>
                  <a:cubicBezTo>
                    <a:pt x="91" y="1"/>
                    <a:pt x="90" y="1"/>
                    <a:pt x="89" y="0"/>
                  </a:cubicBezTo>
                  <a:cubicBezTo>
                    <a:pt x="87" y="0"/>
                    <a:pt x="86" y="0"/>
                    <a:pt x="85" y="0"/>
                  </a:cubicBezTo>
                  <a:cubicBezTo>
                    <a:pt x="84" y="0"/>
                    <a:pt x="83" y="0"/>
                    <a:pt x="82" y="0"/>
                  </a:cubicBezTo>
                  <a:cubicBezTo>
                    <a:pt x="81" y="0"/>
                    <a:pt x="80" y="1"/>
                    <a:pt x="79" y="2"/>
                  </a:cubicBezTo>
                  <a:cubicBezTo>
                    <a:pt x="78" y="4"/>
                    <a:pt x="79" y="6"/>
                    <a:pt x="81" y="8"/>
                  </a:cubicBezTo>
                  <a:cubicBezTo>
                    <a:pt x="652" y="365"/>
                    <a:pt x="652" y="365"/>
                    <a:pt x="652" y="365"/>
                  </a:cubicBezTo>
                  <a:cubicBezTo>
                    <a:pt x="655" y="362"/>
                    <a:pt x="655" y="362"/>
                    <a:pt x="655" y="362"/>
                  </a:cubicBezTo>
                  <a:cubicBezTo>
                    <a:pt x="651" y="359"/>
                    <a:pt x="651" y="359"/>
                    <a:pt x="651" y="359"/>
                  </a:cubicBezTo>
                  <a:cubicBezTo>
                    <a:pt x="654" y="361"/>
                    <a:pt x="654" y="361"/>
                    <a:pt x="654" y="361"/>
                  </a:cubicBezTo>
                  <a:cubicBezTo>
                    <a:pt x="653" y="358"/>
                    <a:pt x="653" y="358"/>
                    <a:pt x="653" y="358"/>
                  </a:cubicBezTo>
                  <a:cubicBezTo>
                    <a:pt x="652" y="358"/>
                    <a:pt x="652" y="359"/>
                    <a:pt x="651" y="359"/>
                  </a:cubicBezTo>
                  <a:cubicBezTo>
                    <a:pt x="654" y="361"/>
                    <a:pt x="654" y="361"/>
                    <a:pt x="654" y="361"/>
                  </a:cubicBezTo>
                  <a:cubicBezTo>
                    <a:pt x="653" y="358"/>
                    <a:pt x="653" y="358"/>
                    <a:pt x="653" y="358"/>
                  </a:cubicBezTo>
                  <a:cubicBezTo>
                    <a:pt x="653" y="360"/>
                    <a:pt x="653" y="360"/>
                    <a:pt x="653" y="360"/>
                  </a:cubicBezTo>
                  <a:cubicBezTo>
                    <a:pt x="653" y="358"/>
                    <a:pt x="653" y="358"/>
                    <a:pt x="653" y="358"/>
                  </a:cubicBezTo>
                  <a:cubicBezTo>
                    <a:pt x="653" y="358"/>
                    <a:pt x="653" y="358"/>
                    <a:pt x="653" y="358"/>
                  </a:cubicBezTo>
                  <a:cubicBezTo>
                    <a:pt x="653" y="360"/>
                    <a:pt x="653" y="360"/>
                    <a:pt x="653" y="360"/>
                  </a:cubicBezTo>
                  <a:cubicBezTo>
                    <a:pt x="653" y="358"/>
                    <a:pt x="653" y="358"/>
                    <a:pt x="653" y="358"/>
                  </a:cubicBezTo>
                  <a:cubicBezTo>
                    <a:pt x="653" y="358"/>
                    <a:pt x="652" y="358"/>
                    <a:pt x="650" y="357"/>
                  </a:cubicBezTo>
                  <a:cubicBezTo>
                    <a:pt x="647" y="356"/>
                    <a:pt x="642" y="354"/>
                    <a:pt x="635" y="350"/>
                  </a:cubicBezTo>
                  <a:cubicBezTo>
                    <a:pt x="610" y="337"/>
                    <a:pt x="564" y="310"/>
                    <a:pt x="510" y="276"/>
                  </a:cubicBezTo>
                  <a:cubicBezTo>
                    <a:pt x="428" y="225"/>
                    <a:pt x="326" y="160"/>
                    <a:pt x="242" y="107"/>
                  </a:cubicBezTo>
                  <a:cubicBezTo>
                    <a:pt x="200" y="81"/>
                    <a:pt x="163" y="57"/>
                    <a:pt x="135" y="41"/>
                  </a:cubicBezTo>
                  <a:cubicBezTo>
                    <a:pt x="121" y="32"/>
                    <a:pt x="109" y="26"/>
                    <a:pt x="100" y="21"/>
                  </a:cubicBezTo>
                  <a:cubicBezTo>
                    <a:pt x="96" y="19"/>
                    <a:pt x="92" y="17"/>
                    <a:pt x="89" y="16"/>
                  </a:cubicBezTo>
                  <a:cubicBezTo>
                    <a:pt x="88" y="15"/>
                    <a:pt x="86" y="15"/>
                    <a:pt x="85" y="14"/>
                  </a:cubicBezTo>
                  <a:cubicBezTo>
                    <a:pt x="84" y="14"/>
                    <a:pt x="83" y="14"/>
                    <a:pt x="82" y="14"/>
                  </a:cubicBezTo>
                  <a:cubicBezTo>
                    <a:pt x="81" y="14"/>
                    <a:pt x="81" y="14"/>
                    <a:pt x="80" y="14"/>
                  </a:cubicBezTo>
                  <a:cubicBezTo>
                    <a:pt x="79" y="14"/>
                    <a:pt x="78" y="15"/>
                    <a:pt x="77" y="16"/>
                  </a:cubicBezTo>
                  <a:cubicBezTo>
                    <a:pt x="77" y="17"/>
                    <a:pt x="77" y="18"/>
                    <a:pt x="77" y="19"/>
                  </a:cubicBezTo>
                  <a:cubicBezTo>
                    <a:pt x="77" y="20"/>
                    <a:pt x="78" y="21"/>
                    <a:pt x="79" y="21"/>
                  </a:cubicBezTo>
                  <a:cubicBezTo>
                    <a:pt x="79" y="21"/>
                    <a:pt x="81" y="23"/>
                    <a:pt x="85" y="25"/>
                  </a:cubicBezTo>
                  <a:cubicBezTo>
                    <a:pt x="115" y="43"/>
                    <a:pt x="251" y="125"/>
                    <a:pt x="379" y="204"/>
                  </a:cubicBezTo>
                  <a:cubicBezTo>
                    <a:pt x="444" y="244"/>
                    <a:pt x="506" y="282"/>
                    <a:pt x="552" y="312"/>
                  </a:cubicBezTo>
                  <a:cubicBezTo>
                    <a:pt x="575" y="327"/>
                    <a:pt x="594" y="339"/>
                    <a:pt x="607" y="348"/>
                  </a:cubicBezTo>
                  <a:cubicBezTo>
                    <a:pt x="614" y="353"/>
                    <a:pt x="619" y="356"/>
                    <a:pt x="623" y="359"/>
                  </a:cubicBezTo>
                  <a:cubicBezTo>
                    <a:pt x="624" y="361"/>
                    <a:pt x="626" y="362"/>
                    <a:pt x="626" y="362"/>
                  </a:cubicBezTo>
                  <a:cubicBezTo>
                    <a:pt x="627" y="363"/>
                    <a:pt x="627" y="363"/>
                    <a:pt x="627" y="363"/>
                  </a:cubicBezTo>
                  <a:cubicBezTo>
                    <a:pt x="628" y="362"/>
                    <a:pt x="628" y="362"/>
                    <a:pt x="628" y="362"/>
                  </a:cubicBezTo>
                  <a:cubicBezTo>
                    <a:pt x="627" y="363"/>
                    <a:pt x="627" y="363"/>
                    <a:pt x="627" y="363"/>
                  </a:cubicBezTo>
                  <a:cubicBezTo>
                    <a:pt x="627" y="363"/>
                    <a:pt x="627" y="363"/>
                    <a:pt x="627" y="363"/>
                  </a:cubicBezTo>
                  <a:cubicBezTo>
                    <a:pt x="628" y="362"/>
                    <a:pt x="628" y="362"/>
                    <a:pt x="628" y="362"/>
                  </a:cubicBezTo>
                  <a:cubicBezTo>
                    <a:pt x="627" y="363"/>
                    <a:pt x="627" y="363"/>
                    <a:pt x="627" y="363"/>
                  </a:cubicBezTo>
                  <a:cubicBezTo>
                    <a:pt x="630" y="361"/>
                    <a:pt x="630" y="361"/>
                    <a:pt x="630" y="361"/>
                  </a:cubicBezTo>
                  <a:cubicBezTo>
                    <a:pt x="627" y="361"/>
                    <a:pt x="627" y="361"/>
                    <a:pt x="627" y="361"/>
                  </a:cubicBezTo>
                  <a:cubicBezTo>
                    <a:pt x="627" y="362"/>
                    <a:pt x="627" y="362"/>
                    <a:pt x="627" y="363"/>
                  </a:cubicBezTo>
                  <a:cubicBezTo>
                    <a:pt x="630" y="361"/>
                    <a:pt x="630" y="361"/>
                    <a:pt x="630" y="361"/>
                  </a:cubicBezTo>
                  <a:cubicBezTo>
                    <a:pt x="627" y="361"/>
                    <a:pt x="627" y="361"/>
                    <a:pt x="627" y="361"/>
                  </a:cubicBezTo>
                  <a:cubicBezTo>
                    <a:pt x="630" y="361"/>
                    <a:pt x="630" y="361"/>
                    <a:pt x="630" y="361"/>
                  </a:cubicBezTo>
                  <a:cubicBezTo>
                    <a:pt x="627" y="359"/>
                    <a:pt x="627" y="359"/>
                    <a:pt x="627" y="359"/>
                  </a:cubicBezTo>
                  <a:cubicBezTo>
                    <a:pt x="627" y="360"/>
                    <a:pt x="627" y="361"/>
                    <a:pt x="627" y="361"/>
                  </a:cubicBezTo>
                  <a:cubicBezTo>
                    <a:pt x="630" y="361"/>
                    <a:pt x="630" y="361"/>
                    <a:pt x="630" y="361"/>
                  </a:cubicBezTo>
                  <a:cubicBezTo>
                    <a:pt x="627" y="359"/>
                    <a:pt x="627" y="359"/>
                    <a:pt x="627" y="359"/>
                  </a:cubicBezTo>
                  <a:cubicBezTo>
                    <a:pt x="627" y="359"/>
                    <a:pt x="627" y="359"/>
                    <a:pt x="627" y="359"/>
                  </a:cubicBezTo>
                  <a:cubicBezTo>
                    <a:pt x="630" y="361"/>
                    <a:pt x="630" y="361"/>
                    <a:pt x="630" y="361"/>
                  </a:cubicBezTo>
                  <a:cubicBezTo>
                    <a:pt x="629" y="358"/>
                    <a:pt x="629" y="358"/>
                    <a:pt x="629" y="358"/>
                  </a:cubicBezTo>
                  <a:cubicBezTo>
                    <a:pt x="628" y="358"/>
                    <a:pt x="628" y="359"/>
                    <a:pt x="627" y="359"/>
                  </a:cubicBezTo>
                  <a:cubicBezTo>
                    <a:pt x="630" y="361"/>
                    <a:pt x="630" y="361"/>
                    <a:pt x="630" y="361"/>
                  </a:cubicBezTo>
                  <a:cubicBezTo>
                    <a:pt x="629" y="358"/>
                    <a:pt x="629" y="358"/>
                    <a:pt x="629" y="358"/>
                  </a:cubicBezTo>
                  <a:cubicBezTo>
                    <a:pt x="630" y="361"/>
                    <a:pt x="630" y="361"/>
                    <a:pt x="630" y="361"/>
                  </a:cubicBezTo>
                  <a:cubicBezTo>
                    <a:pt x="630" y="358"/>
                    <a:pt x="630" y="358"/>
                    <a:pt x="630" y="358"/>
                  </a:cubicBezTo>
                  <a:cubicBezTo>
                    <a:pt x="630" y="358"/>
                    <a:pt x="629" y="358"/>
                    <a:pt x="629" y="358"/>
                  </a:cubicBezTo>
                  <a:cubicBezTo>
                    <a:pt x="630" y="361"/>
                    <a:pt x="630" y="361"/>
                    <a:pt x="630" y="361"/>
                  </a:cubicBezTo>
                  <a:cubicBezTo>
                    <a:pt x="630" y="358"/>
                    <a:pt x="630" y="358"/>
                    <a:pt x="630" y="358"/>
                  </a:cubicBezTo>
                  <a:cubicBezTo>
                    <a:pt x="630" y="359"/>
                    <a:pt x="630" y="359"/>
                    <a:pt x="630" y="359"/>
                  </a:cubicBezTo>
                  <a:cubicBezTo>
                    <a:pt x="630" y="358"/>
                    <a:pt x="630" y="358"/>
                    <a:pt x="630" y="358"/>
                  </a:cubicBezTo>
                  <a:cubicBezTo>
                    <a:pt x="630" y="358"/>
                    <a:pt x="630" y="358"/>
                    <a:pt x="630" y="358"/>
                  </a:cubicBezTo>
                  <a:cubicBezTo>
                    <a:pt x="630" y="359"/>
                    <a:pt x="630" y="359"/>
                    <a:pt x="630" y="359"/>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29" y="357"/>
                    <a:pt x="627" y="357"/>
                  </a:cubicBezTo>
                  <a:cubicBezTo>
                    <a:pt x="624" y="355"/>
                    <a:pt x="619" y="353"/>
                    <a:pt x="613" y="349"/>
                  </a:cubicBezTo>
                  <a:cubicBezTo>
                    <a:pt x="589" y="337"/>
                    <a:pt x="545" y="310"/>
                    <a:pt x="493" y="278"/>
                  </a:cubicBezTo>
                  <a:cubicBezTo>
                    <a:pt x="414" y="229"/>
                    <a:pt x="316" y="167"/>
                    <a:pt x="235" y="117"/>
                  </a:cubicBezTo>
                  <a:cubicBezTo>
                    <a:pt x="195" y="92"/>
                    <a:pt x="159" y="70"/>
                    <a:pt x="132" y="54"/>
                  </a:cubicBezTo>
                  <a:cubicBezTo>
                    <a:pt x="119" y="47"/>
                    <a:pt x="108" y="40"/>
                    <a:pt x="100" y="36"/>
                  </a:cubicBezTo>
                  <a:cubicBezTo>
                    <a:pt x="96" y="34"/>
                    <a:pt x="92" y="32"/>
                    <a:pt x="90" y="31"/>
                  </a:cubicBezTo>
                  <a:cubicBezTo>
                    <a:pt x="88" y="30"/>
                    <a:pt x="87" y="30"/>
                    <a:pt x="86" y="29"/>
                  </a:cubicBezTo>
                  <a:cubicBezTo>
                    <a:pt x="85" y="29"/>
                    <a:pt x="84" y="29"/>
                    <a:pt x="83" y="29"/>
                  </a:cubicBezTo>
                  <a:cubicBezTo>
                    <a:pt x="83" y="29"/>
                    <a:pt x="82" y="29"/>
                    <a:pt x="81" y="29"/>
                  </a:cubicBezTo>
                  <a:cubicBezTo>
                    <a:pt x="81" y="29"/>
                    <a:pt x="80" y="30"/>
                    <a:pt x="79" y="31"/>
                  </a:cubicBezTo>
                  <a:cubicBezTo>
                    <a:pt x="79" y="32"/>
                    <a:pt x="78" y="33"/>
                    <a:pt x="79" y="34"/>
                  </a:cubicBezTo>
                  <a:cubicBezTo>
                    <a:pt x="79" y="35"/>
                    <a:pt x="80" y="36"/>
                    <a:pt x="80" y="36"/>
                  </a:cubicBezTo>
                  <a:cubicBezTo>
                    <a:pt x="80" y="36"/>
                    <a:pt x="82" y="38"/>
                    <a:pt x="86" y="40"/>
                  </a:cubicBezTo>
                  <a:cubicBezTo>
                    <a:pt x="115" y="57"/>
                    <a:pt x="243" y="133"/>
                    <a:pt x="363" y="207"/>
                  </a:cubicBezTo>
                  <a:cubicBezTo>
                    <a:pt x="424" y="243"/>
                    <a:pt x="482" y="280"/>
                    <a:pt x="526" y="308"/>
                  </a:cubicBezTo>
                  <a:cubicBezTo>
                    <a:pt x="547" y="322"/>
                    <a:pt x="565" y="334"/>
                    <a:pt x="578" y="342"/>
                  </a:cubicBezTo>
                  <a:cubicBezTo>
                    <a:pt x="584" y="347"/>
                    <a:pt x="589" y="351"/>
                    <a:pt x="592" y="353"/>
                  </a:cubicBezTo>
                  <a:cubicBezTo>
                    <a:pt x="594" y="355"/>
                    <a:pt x="595" y="356"/>
                    <a:pt x="595" y="356"/>
                  </a:cubicBezTo>
                  <a:cubicBezTo>
                    <a:pt x="596" y="357"/>
                    <a:pt x="596" y="357"/>
                    <a:pt x="596" y="357"/>
                  </a:cubicBezTo>
                  <a:cubicBezTo>
                    <a:pt x="597" y="356"/>
                    <a:pt x="597" y="356"/>
                    <a:pt x="597" y="356"/>
                  </a:cubicBezTo>
                  <a:cubicBezTo>
                    <a:pt x="596" y="357"/>
                    <a:pt x="596" y="357"/>
                    <a:pt x="596" y="357"/>
                  </a:cubicBezTo>
                  <a:cubicBezTo>
                    <a:pt x="596" y="357"/>
                    <a:pt x="596" y="357"/>
                    <a:pt x="596" y="357"/>
                  </a:cubicBezTo>
                  <a:cubicBezTo>
                    <a:pt x="597" y="356"/>
                    <a:pt x="597" y="356"/>
                    <a:pt x="597" y="356"/>
                  </a:cubicBezTo>
                  <a:cubicBezTo>
                    <a:pt x="596" y="357"/>
                    <a:pt x="596" y="357"/>
                    <a:pt x="596" y="357"/>
                  </a:cubicBezTo>
                  <a:cubicBezTo>
                    <a:pt x="599" y="356"/>
                    <a:pt x="599" y="356"/>
                    <a:pt x="599" y="356"/>
                  </a:cubicBezTo>
                  <a:cubicBezTo>
                    <a:pt x="596" y="356"/>
                    <a:pt x="596" y="356"/>
                    <a:pt x="596" y="356"/>
                  </a:cubicBezTo>
                  <a:cubicBezTo>
                    <a:pt x="596" y="356"/>
                    <a:pt x="596" y="357"/>
                    <a:pt x="596" y="357"/>
                  </a:cubicBezTo>
                  <a:cubicBezTo>
                    <a:pt x="599" y="356"/>
                    <a:pt x="599" y="356"/>
                    <a:pt x="599" y="356"/>
                  </a:cubicBezTo>
                  <a:cubicBezTo>
                    <a:pt x="596" y="356"/>
                    <a:pt x="596" y="356"/>
                    <a:pt x="596" y="356"/>
                  </a:cubicBezTo>
                  <a:cubicBezTo>
                    <a:pt x="599" y="356"/>
                    <a:pt x="599" y="356"/>
                    <a:pt x="599" y="356"/>
                  </a:cubicBezTo>
                  <a:cubicBezTo>
                    <a:pt x="596" y="354"/>
                    <a:pt x="596" y="354"/>
                    <a:pt x="596" y="354"/>
                  </a:cubicBezTo>
                  <a:cubicBezTo>
                    <a:pt x="596" y="355"/>
                    <a:pt x="596" y="355"/>
                    <a:pt x="596" y="356"/>
                  </a:cubicBezTo>
                  <a:cubicBezTo>
                    <a:pt x="599" y="356"/>
                    <a:pt x="599" y="356"/>
                    <a:pt x="599" y="356"/>
                  </a:cubicBezTo>
                  <a:cubicBezTo>
                    <a:pt x="596" y="354"/>
                    <a:pt x="596" y="354"/>
                    <a:pt x="596" y="354"/>
                  </a:cubicBezTo>
                  <a:cubicBezTo>
                    <a:pt x="600" y="356"/>
                    <a:pt x="600" y="356"/>
                    <a:pt x="600" y="356"/>
                  </a:cubicBezTo>
                  <a:cubicBezTo>
                    <a:pt x="602" y="353"/>
                    <a:pt x="602" y="353"/>
                    <a:pt x="602" y="353"/>
                  </a:cubicBezTo>
                  <a:cubicBezTo>
                    <a:pt x="84" y="45"/>
                    <a:pt x="84" y="45"/>
                    <a:pt x="84" y="45"/>
                  </a:cubicBezTo>
                  <a:cubicBezTo>
                    <a:pt x="82" y="44"/>
                    <a:pt x="79" y="45"/>
                    <a:pt x="78" y="47"/>
                  </a:cubicBezTo>
                  <a:cubicBezTo>
                    <a:pt x="77" y="48"/>
                    <a:pt x="78" y="51"/>
                    <a:pt x="79" y="52"/>
                  </a:cubicBezTo>
                  <a:cubicBezTo>
                    <a:pt x="211" y="134"/>
                    <a:pt x="211" y="134"/>
                    <a:pt x="211" y="134"/>
                  </a:cubicBezTo>
                  <a:cubicBezTo>
                    <a:pt x="86" y="60"/>
                    <a:pt x="86" y="60"/>
                    <a:pt x="86" y="60"/>
                  </a:cubicBezTo>
                  <a:cubicBezTo>
                    <a:pt x="84" y="58"/>
                    <a:pt x="82" y="59"/>
                    <a:pt x="81" y="61"/>
                  </a:cubicBezTo>
                  <a:cubicBezTo>
                    <a:pt x="80" y="62"/>
                    <a:pt x="80" y="63"/>
                    <a:pt x="80" y="63"/>
                  </a:cubicBezTo>
                  <a:cubicBezTo>
                    <a:pt x="80" y="65"/>
                    <a:pt x="80" y="66"/>
                    <a:pt x="81" y="66"/>
                  </a:cubicBezTo>
                  <a:cubicBezTo>
                    <a:pt x="82" y="68"/>
                    <a:pt x="83" y="69"/>
                    <a:pt x="84" y="70"/>
                  </a:cubicBezTo>
                  <a:cubicBezTo>
                    <a:pt x="87" y="73"/>
                    <a:pt x="91" y="76"/>
                    <a:pt x="96" y="80"/>
                  </a:cubicBezTo>
                  <a:cubicBezTo>
                    <a:pt x="116" y="95"/>
                    <a:pt x="153" y="120"/>
                    <a:pt x="199" y="148"/>
                  </a:cubicBezTo>
                  <a:cubicBezTo>
                    <a:pt x="267" y="190"/>
                    <a:pt x="353" y="241"/>
                    <a:pt x="422" y="282"/>
                  </a:cubicBezTo>
                  <a:cubicBezTo>
                    <a:pt x="457" y="303"/>
                    <a:pt x="487" y="320"/>
                    <a:pt x="508" y="333"/>
                  </a:cubicBezTo>
                  <a:cubicBezTo>
                    <a:pt x="519" y="340"/>
                    <a:pt x="528" y="345"/>
                    <a:pt x="534" y="348"/>
                  </a:cubicBezTo>
                  <a:cubicBezTo>
                    <a:pt x="537" y="350"/>
                    <a:pt x="539" y="352"/>
                    <a:pt x="540" y="353"/>
                  </a:cubicBezTo>
                  <a:cubicBezTo>
                    <a:pt x="541" y="353"/>
                    <a:pt x="542" y="353"/>
                    <a:pt x="542" y="354"/>
                  </a:cubicBezTo>
                  <a:cubicBezTo>
                    <a:pt x="542" y="354"/>
                    <a:pt x="542" y="354"/>
                    <a:pt x="542" y="354"/>
                  </a:cubicBezTo>
                  <a:cubicBezTo>
                    <a:pt x="542" y="354"/>
                    <a:pt x="542" y="354"/>
                    <a:pt x="542" y="354"/>
                  </a:cubicBezTo>
                  <a:cubicBezTo>
                    <a:pt x="544" y="352"/>
                    <a:pt x="544" y="352"/>
                    <a:pt x="544" y="352"/>
                  </a:cubicBezTo>
                  <a:cubicBezTo>
                    <a:pt x="542" y="354"/>
                    <a:pt x="542" y="354"/>
                    <a:pt x="542" y="354"/>
                  </a:cubicBezTo>
                  <a:cubicBezTo>
                    <a:pt x="542" y="354"/>
                    <a:pt x="542" y="354"/>
                    <a:pt x="542" y="354"/>
                  </a:cubicBezTo>
                  <a:cubicBezTo>
                    <a:pt x="544" y="352"/>
                    <a:pt x="544" y="352"/>
                    <a:pt x="544" y="352"/>
                  </a:cubicBezTo>
                  <a:cubicBezTo>
                    <a:pt x="542" y="354"/>
                    <a:pt x="542" y="354"/>
                    <a:pt x="542" y="354"/>
                  </a:cubicBezTo>
                  <a:cubicBezTo>
                    <a:pt x="545" y="351"/>
                    <a:pt x="545" y="351"/>
                    <a:pt x="545" y="351"/>
                  </a:cubicBezTo>
                  <a:cubicBezTo>
                    <a:pt x="542" y="353"/>
                    <a:pt x="542" y="353"/>
                    <a:pt x="542" y="353"/>
                  </a:cubicBezTo>
                  <a:cubicBezTo>
                    <a:pt x="542" y="354"/>
                    <a:pt x="542" y="354"/>
                    <a:pt x="542" y="354"/>
                  </a:cubicBezTo>
                  <a:cubicBezTo>
                    <a:pt x="545" y="351"/>
                    <a:pt x="545" y="351"/>
                    <a:pt x="545" y="351"/>
                  </a:cubicBezTo>
                  <a:cubicBezTo>
                    <a:pt x="542" y="353"/>
                    <a:pt x="542" y="353"/>
                    <a:pt x="542" y="353"/>
                  </a:cubicBezTo>
                  <a:cubicBezTo>
                    <a:pt x="545" y="351"/>
                    <a:pt x="545" y="351"/>
                    <a:pt x="545" y="351"/>
                  </a:cubicBezTo>
                  <a:cubicBezTo>
                    <a:pt x="541" y="351"/>
                    <a:pt x="541" y="351"/>
                    <a:pt x="541" y="351"/>
                  </a:cubicBezTo>
                  <a:cubicBezTo>
                    <a:pt x="541" y="352"/>
                    <a:pt x="541" y="353"/>
                    <a:pt x="542" y="353"/>
                  </a:cubicBezTo>
                  <a:cubicBezTo>
                    <a:pt x="545" y="351"/>
                    <a:pt x="545" y="351"/>
                    <a:pt x="545" y="351"/>
                  </a:cubicBezTo>
                  <a:cubicBezTo>
                    <a:pt x="541" y="351"/>
                    <a:pt x="541" y="351"/>
                    <a:pt x="541" y="351"/>
                  </a:cubicBezTo>
                  <a:cubicBezTo>
                    <a:pt x="545" y="351"/>
                    <a:pt x="545" y="351"/>
                    <a:pt x="545" y="351"/>
                  </a:cubicBezTo>
                  <a:cubicBezTo>
                    <a:pt x="542" y="349"/>
                    <a:pt x="542" y="349"/>
                    <a:pt x="542" y="349"/>
                  </a:cubicBezTo>
                  <a:cubicBezTo>
                    <a:pt x="541" y="350"/>
                    <a:pt x="541" y="350"/>
                    <a:pt x="541" y="351"/>
                  </a:cubicBezTo>
                  <a:cubicBezTo>
                    <a:pt x="545" y="351"/>
                    <a:pt x="545" y="351"/>
                    <a:pt x="545" y="351"/>
                  </a:cubicBezTo>
                  <a:cubicBezTo>
                    <a:pt x="542" y="349"/>
                    <a:pt x="542" y="349"/>
                    <a:pt x="542" y="349"/>
                  </a:cubicBezTo>
                  <a:cubicBezTo>
                    <a:pt x="545" y="351"/>
                    <a:pt x="545" y="351"/>
                    <a:pt x="545" y="351"/>
                  </a:cubicBezTo>
                  <a:cubicBezTo>
                    <a:pt x="542" y="349"/>
                    <a:pt x="542" y="349"/>
                    <a:pt x="542" y="349"/>
                  </a:cubicBezTo>
                  <a:cubicBezTo>
                    <a:pt x="544" y="351"/>
                    <a:pt x="544" y="351"/>
                    <a:pt x="544" y="351"/>
                  </a:cubicBezTo>
                  <a:cubicBezTo>
                    <a:pt x="543" y="347"/>
                    <a:pt x="543" y="347"/>
                    <a:pt x="543" y="347"/>
                  </a:cubicBezTo>
                  <a:cubicBezTo>
                    <a:pt x="543" y="348"/>
                    <a:pt x="542" y="348"/>
                    <a:pt x="542" y="349"/>
                  </a:cubicBezTo>
                  <a:cubicBezTo>
                    <a:pt x="544" y="351"/>
                    <a:pt x="544" y="351"/>
                    <a:pt x="544" y="351"/>
                  </a:cubicBezTo>
                  <a:cubicBezTo>
                    <a:pt x="543" y="347"/>
                    <a:pt x="543" y="347"/>
                    <a:pt x="543" y="347"/>
                  </a:cubicBezTo>
                  <a:cubicBezTo>
                    <a:pt x="544" y="349"/>
                    <a:pt x="544" y="349"/>
                    <a:pt x="544" y="349"/>
                  </a:cubicBezTo>
                  <a:cubicBezTo>
                    <a:pt x="544" y="347"/>
                    <a:pt x="544" y="347"/>
                    <a:pt x="544" y="347"/>
                  </a:cubicBezTo>
                  <a:cubicBezTo>
                    <a:pt x="544" y="347"/>
                    <a:pt x="544" y="347"/>
                    <a:pt x="543" y="347"/>
                  </a:cubicBezTo>
                  <a:cubicBezTo>
                    <a:pt x="544" y="349"/>
                    <a:pt x="544" y="349"/>
                    <a:pt x="544" y="349"/>
                  </a:cubicBezTo>
                  <a:cubicBezTo>
                    <a:pt x="544" y="347"/>
                    <a:pt x="544" y="347"/>
                    <a:pt x="544" y="347"/>
                  </a:cubicBezTo>
                  <a:cubicBezTo>
                    <a:pt x="544" y="347"/>
                    <a:pt x="544" y="347"/>
                    <a:pt x="544" y="347"/>
                  </a:cubicBezTo>
                  <a:cubicBezTo>
                    <a:pt x="544" y="347"/>
                    <a:pt x="543" y="347"/>
                    <a:pt x="541" y="347"/>
                  </a:cubicBezTo>
                  <a:cubicBezTo>
                    <a:pt x="538" y="346"/>
                    <a:pt x="534" y="344"/>
                    <a:pt x="529" y="341"/>
                  </a:cubicBezTo>
                  <a:cubicBezTo>
                    <a:pt x="508" y="330"/>
                    <a:pt x="471" y="308"/>
                    <a:pt x="427" y="281"/>
                  </a:cubicBezTo>
                  <a:cubicBezTo>
                    <a:pt x="362" y="241"/>
                    <a:pt x="280" y="189"/>
                    <a:pt x="213" y="148"/>
                  </a:cubicBezTo>
                  <a:cubicBezTo>
                    <a:pt x="180" y="127"/>
                    <a:pt x="150" y="109"/>
                    <a:pt x="128" y="95"/>
                  </a:cubicBezTo>
                  <a:cubicBezTo>
                    <a:pt x="116" y="89"/>
                    <a:pt x="107" y="84"/>
                    <a:pt x="100" y="80"/>
                  </a:cubicBezTo>
                  <a:cubicBezTo>
                    <a:pt x="96" y="78"/>
                    <a:pt x="93" y="77"/>
                    <a:pt x="91" y="76"/>
                  </a:cubicBezTo>
                  <a:cubicBezTo>
                    <a:pt x="90" y="75"/>
                    <a:pt x="89" y="75"/>
                    <a:pt x="88" y="75"/>
                  </a:cubicBezTo>
                  <a:cubicBezTo>
                    <a:pt x="87" y="74"/>
                    <a:pt x="86" y="74"/>
                    <a:pt x="85" y="74"/>
                  </a:cubicBezTo>
                  <a:cubicBezTo>
                    <a:pt x="84" y="74"/>
                    <a:pt x="84" y="74"/>
                    <a:pt x="83" y="74"/>
                  </a:cubicBezTo>
                  <a:cubicBezTo>
                    <a:pt x="82" y="75"/>
                    <a:pt x="81" y="75"/>
                    <a:pt x="81" y="76"/>
                  </a:cubicBezTo>
                  <a:cubicBezTo>
                    <a:pt x="81" y="76"/>
                    <a:pt x="81" y="76"/>
                    <a:pt x="81" y="76"/>
                  </a:cubicBezTo>
                  <a:cubicBezTo>
                    <a:pt x="80" y="77"/>
                    <a:pt x="80" y="78"/>
                    <a:pt x="80" y="79"/>
                  </a:cubicBezTo>
                  <a:cubicBezTo>
                    <a:pt x="80" y="80"/>
                    <a:pt x="80" y="81"/>
                    <a:pt x="81" y="81"/>
                  </a:cubicBezTo>
                  <a:cubicBezTo>
                    <a:pt x="82" y="83"/>
                    <a:pt x="83" y="84"/>
                    <a:pt x="84" y="85"/>
                  </a:cubicBezTo>
                  <a:cubicBezTo>
                    <a:pt x="86" y="87"/>
                    <a:pt x="90" y="90"/>
                    <a:pt x="95" y="93"/>
                  </a:cubicBezTo>
                  <a:cubicBezTo>
                    <a:pt x="113" y="106"/>
                    <a:pt x="149" y="128"/>
                    <a:pt x="191" y="155"/>
                  </a:cubicBezTo>
                  <a:cubicBezTo>
                    <a:pt x="255" y="194"/>
                    <a:pt x="335" y="242"/>
                    <a:pt x="399" y="280"/>
                  </a:cubicBezTo>
                  <a:cubicBezTo>
                    <a:pt x="431" y="300"/>
                    <a:pt x="459" y="317"/>
                    <a:pt x="479" y="329"/>
                  </a:cubicBezTo>
                  <a:cubicBezTo>
                    <a:pt x="489" y="335"/>
                    <a:pt x="497" y="340"/>
                    <a:pt x="503" y="344"/>
                  </a:cubicBezTo>
                  <a:cubicBezTo>
                    <a:pt x="506" y="346"/>
                    <a:pt x="508" y="347"/>
                    <a:pt x="509" y="348"/>
                  </a:cubicBezTo>
                  <a:cubicBezTo>
                    <a:pt x="510" y="348"/>
                    <a:pt x="510" y="349"/>
                    <a:pt x="510" y="349"/>
                  </a:cubicBezTo>
                  <a:cubicBezTo>
                    <a:pt x="510" y="349"/>
                    <a:pt x="510" y="349"/>
                    <a:pt x="510" y="349"/>
                  </a:cubicBezTo>
                  <a:cubicBezTo>
                    <a:pt x="512" y="348"/>
                    <a:pt x="512" y="348"/>
                    <a:pt x="512" y="348"/>
                  </a:cubicBezTo>
                  <a:cubicBezTo>
                    <a:pt x="510" y="349"/>
                    <a:pt x="510" y="349"/>
                    <a:pt x="510" y="349"/>
                  </a:cubicBezTo>
                  <a:cubicBezTo>
                    <a:pt x="510" y="349"/>
                    <a:pt x="510" y="349"/>
                    <a:pt x="510" y="349"/>
                  </a:cubicBezTo>
                  <a:cubicBezTo>
                    <a:pt x="512" y="348"/>
                    <a:pt x="512" y="348"/>
                    <a:pt x="512" y="348"/>
                  </a:cubicBezTo>
                  <a:cubicBezTo>
                    <a:pt x="510" y="349"/>
                    <a:pt x="510" y="349"/>
                    <a:pt x="510" y="349"/>
                  </a:cubicBezTo>
                  <a:cubicBezTo>
                    <a:pt x="513" y="347"/>
                    <a:pt x="513" y="347"/>
                    <a:pt x="513" y="347"/>
                  </a:cubicBezTo>
                  <a:cubicBezTo>
                    <a:pt x="510" y="348"/>
                    <a:pt x="510" y="348"/>
                    <a:pt x="510" y="348"/>
                  </a:cubicBezTo>
                  <a:cubicBezTo>
                    <a:pt x="510" y="349"/>
                    <a:pt x="510" y="349"/>
                    <a:pt x="510" y="349"/>
                  </a:cubicBezTo>
                  <a:cubicBezTo>
                    <a:pt x="513" y="347"/>
                    <a:pt x="513" y="347"/>
                    <a:pt x="513" y="347"/>
                  </a:cubicBezTo>
                  <a:cubicBezTo>
                    <a:pt x="510" y="348"/>
                    <a:pt x="510" y="348"/>
                    <a:pt x="510" y="348"/>
                  </a:cubicBezTo>
                  <a:cubicBezTo>
                    <a:pt x="513" y="347"/>
                    <a:pt x="513" y="347"/>
                    <a:pt x="513" y="347"/>
                  </a:cubicBezTo>
                  <a:cubicBezTo>
                    <a:pt x="510" y="347"/>
                    <a:pt x="510" y="347"/>
                    <a:pt x="510" y="347"/>
                  </a:cubicBezTo>
                  <a:cubicBezTo>
                    <a:pt x="510" y="347"/>
                    <a:pt x="510" y="348"/>
                    <a:pt x="510" y="348"/>
                  </a:cubicBezTo>
                  <a:cubicBezTo>
                    <a:pt x="513" y="347"/>
                    <a:pt x="513" y="347"/>
                    <a:pt x="513" y="347"/>
                  </a:cubicBezTo>
                  <a:cubicBezTo>
                    <a:pt x="510" y="347"/>
                    <a:pt x="510" y="347"/>
                    <a:pt x="510" y="347"/>
                  </a:cubicBezTo>
                  <a:cubicBezTo>
                    <a:pt x="513" y="347"/>
                    <a:pt x="513" y="347"/>
                    <a:pt x="513" y="347"/>
                  </a:cubicBezTo>
                  <a:cubicBezTo>
                    <a:pt x="510" y="345"/>
                    <a:pt x="510" y="345"/>
                    <a:pt x="510" y="345"/>
                  </a:cubicBezTo>
                  <a:cubicBezTo>
                    <a:pt x="510" y="345"/>
                    <a:pt x="509" y="346"/>
                    <a:pt x="510" y="347"/>
                  </a:cubicBezTo>
                  <a:cubicBezTo>
                    <a:pt x="513" y="347"/>
                    <a:pt x="513" y="347"/>
                    <a:pt x="513" y="347"/>
                  </a:cubicBezTo>
                  <a:cubicBezTo>
                    <a:pt x="510" y="345"/>
                    <a:pt x="510" y="345"/>
                    <a:pt x="510" y="345"/>
                  </a:cubicBezTo>
                  <a:cubicBezTo>
                    <a:pt x="513" y="347"/>
                    <a:pt x="513" y="347"/>
                    <a:pt x="513" y="347"/>
                  </a:cubicBezTo>
                  <a:cubicBezTo>
                    <a:pt x="516" y="343"/>
                    <a:pt x="516" y="343"/>
                    <a:pt x="516" y="343"/>
                  </a:cubicBezTo>
                  <a:cubicBezTo>
                    <a:pt x="516" y="343"/>
                    <a:pt x="408" y="280"/>
                    <a:pt x="301" y="217"/>
                  </a:cubicBezTo>
                  <a:cubicBezTo>
                    <a:pt x="247" y="186"/>
                    <a:pt x="193" y="154"/>
                    <a:pt x="152" y="131"/>
                  </a:cubicBezTo>
                  <a:cubicBezTo>
                    <a:pt x="132" y="119"/>
                    <a:pt x="115" y="109"/>
                    <a:pt x="103" y="102"/>
                  </a:cubicBezTo>
                  <a:cubicBezTo>
                    <a:pt x="98" y="99"/>
                    <a:pt x="93" y="96"/>
                    <a:pt x="90" y="94"/>
                  </a:cubicBezTo>
                  <a:cubicBezTo>
                    <a:pt x="88" y="93"/>
                    <a:pt x="87" y="93"/>
                    <a:pt x="86" y="92"/>
                  </a:cubicBezTo>
                  <a:cubicBezTo>
                    <a:pt x="85" y="92"/>
                    <a:pt x="85" y="92"/>
                    <a:pt x="85" y="91"/>
                  </a:cubicBezTo>
                  <a:cubicBezTo>
                    <a:pt x="84" y="91"/>
                    <a:pt x="84" y="91"/>
                    <a:pt x="84" y="91"/>
                  </a:cubicBezTo>
                  <a:cubicBezTo>
                    <a:pt x="84" y="91"/>
                    <a:pt x="84" y="91"/>
                    <a:pt x="84" y="91"/>
                  </a:cubicBezTo>
                  <a:cubicBezTo>
                    <a:pt x="84" y="91"/>
                    <a:pt x="84" y="91"/>
                    <a:pt x="84" y="91"/>
                  </a:cubicBezTo>
                  <a:cubicBezTo>
                    <a:pt x="84" y="91"/>
                    <a:pt x="83" y="91"/>
                    <a:pt x="83" y="91"/>
                  </a:cubicBezTo>
                  <a:cubicBezTo>
                    <a:pt x="81" y="91"/>
                    <a:pt x="79" y="92"/>
                    <a:pt x="79" y="94"/>
                  </a:cubicBezTo>
                  <a:cubicBezTo>
                    <a:pt x="78" y="95"/>
                    <a:pt x="79" y="97"/>
                    <a:pt x="80" y="98"/>
                  </a:cubicBezTo>
                  <a:cubicBezTo>
                    <a:pt x="80" y="98"/>
                    <a:pt x="82" y="99"/>
                    <a:pt x="85" y="101"/>
                  </a:cubicBezTo>
                  <a:cubicBezTo>
                    <a:pt x="107" y="114"/>
                    <a:pt x="205" y="174"/>
                    <a:pt x="297" y="231"/>
                  </a:cubicBezTo>
                  <a:cubicBezTo>
                    <a:pt x="343" y="260"/>
                    <a:pt x="388" y="287"/>
                    <a:pt x="422" y="309"/>
                  </a:cubicBezTo>
                  <a:cubicBezTo>
                    <a:pt x="438" y="319"/>
                    <a:pt x="452" y="328"/>
                    <a:pt x="461" y="334"/>
                  </a:cubicBezTo>
                  <a:cubicBezTo>
                    <a:pt x="466" y="338"/>
                    <a:pt x="470" y="340"/>
                    <a:pt x="472" y="342"/>
                  </a:cubicBezTo>
                  <a:cubicBezTo>
                    <a:pt x="474" y="343"/>
                    <a:pt x="475" y="344"/>
                    <a:pt x="475" y="344"/>
                  </a:cubicBezTo>
                  <a:cubicBezTo>
                    <a:pt x="475" y="344"/>
                    <a:pt x="475" y="344"/>
                    <a:pt x="475" y="344"/>
                  </a:cubicBezTo>
                  <a:cubicBezTo>
                    <a:pt x="475" y="345"/>
                    <a:pt x="475" y="345"/>
                    <a:pt x="475" y="345"/>
                  </a:cubicBezTo>
                  <a:cubicBezTo>
                    <a:pt x="477" y="343"/>
                    <a:pt x="477" y="343"/>
                    <a:pt x="477" y="343"/>
                  </a:cubicBezTo>
                  <a:cubicBezTo>
                    <a:pt x="475" y="344"/>
                    <a:pt x="475" y="344"/>
                    <a:pt x="475" y="344"/>
                  </a:cubicBezTo>
                  <a:cubicBezTo>
                    <a:pt x="475" y="345"/>
                    <a:pt x="475" y="345"/>
                    <a:pt x="475" y="345"/>
                  </a:cubicBezTo>
                  <a:cubicBezTo>
                    <a:pt x="477" y="343"/>
                    <a:pt x="477" y="343"/>
                    <a:pt x="477" y="343"/>
                  </a:cubicBezTo>
                  <a:cubicBezTo>
                    <a:pt x="475" y="344"/>
                    <a:pt x="475" y="344"/>
                    <a:pt x="475" y="344"/>
                  </a:cubicBezTo>
                  <a:cubicBezTo>
                    <a:pt x="478" y="342"/>
                    <a:pt x="478" y="342"/>
                    <a:pt x="478" y="342"/>
                  </a:cubicBezTo>
                  <a:cubicBezTo>
                    <a:pt x="475" y="342"/>
                    <a:pt x="475" y="342"/>
                    <a:pt x="475" y="342"/>
                  </a:cubicBezTo>
                  <a:cubicBezTo>
                    <a:pt x="475" y="344"/>
                    <a:pt x="475" y="344"/>
                    <a:pt x="475" y="344"/>
                  </a:cubicBezTo>
                  <a:cubicBezTo>
                    <a:pt x="478" y="342"/>
                    <a:pt x="478" y="342"/>
                    <a:pt x="478" y="342"/>
                  </a:cubicBezTo>
                  <a:cubicBezTo>
                    <a:pt x="475" y="342"/>
                    <a:pt x="475" y="342"/>
                    <a:pt x="475" y="342"/>
                  </a:cubicBezTo>
                  <a:cubicBezTo>
                    <a:pt x="479" y="342"/>
                    <a:pt x="479" y="342"/>
                    <a:pt x="479" y="342"/>
                  </a:cubicBezTo>
                  <a:cubicBezTo>
                    <a:pt x="475" y="340"/>
                    <a:pt x="475" y="340"/>
                    <a:pt x="475" y="340"/>
                  </a:cubicBezTo>
                  <a:cubicBezTo>
                    <a:pt x="475" y="341"/>
                    <a:pt x="475" y="342"/>
                    <a:pt x="475" y="342"/>
                  </a:cubicBezTo>
                  <a:cubicBezTo>
                    <a:pt x="479" y="342"/>
                    <a:pt x="479" y="342"/>
                    <a:pt x="479" y="342"/>
                  </a:cubicBezTo>
                  <a:cubicBezTo>
                    <a:pt x="475" y="340"/>
                    <a:pt x="475" y="340"/>
                    <a:pt x="475" y="340"/>
                  </a:cubicBezTo>
                  <a:cubicBezTo>
                    <a:pt x="479" y="342"/>
                    <a:pt x="479" y="342"/>
                    <a:pt x="479" y="342"/>
                  </a:cubicBezTo>
                  <a:cubicBezTo>
                    <a:pt x="481" y="339"/>
                    <a:pt x="481" y="339"/>
                    <a:pt x="481" y="339"/>
                  </a:cubicBezTo>
                  <a:cubicBezTo>
                    <a:pt x="82" y="110"/>
                    <a:pt x="82" y="110"/>
                    <a:pt x="82" y="110"/>
                  </a:cubicBezTo>
                  <a:cubicBezTo>
                    <a:pt x="80" y="109"/>
                    <a:pt x="78" y="110"/>
                    <a:pt x="77" y="111"/>
                  </a:cubicBezTo>
                  <a:cubicBezTo>
                    <a:pt x="76" y="112"/>
                    <a:pt x="76" y="113"/>
                    <a:pt x="76" y="114"/>
                  </a:cubicBezTo>
                  <a:cubicBezTo>
                    <a:pt x="76" y="115"/>
                    <a:pt x="77" y="116"/>
                    <a:pt x="77" y="117"/>
                  </a:cubicBezTo>
                  <a:cubicBezTo>
                    <a:pt x="78" y="118"/>
                    <a:pt x="79" y="118"/>
                    <a:pt x="80" y="120"/>
                  </a:cubicBezTo>
                  <a:cubicBezTo>
                    <a:pt x="82" y="121"/>
                    <a:pt x="85" y="124"/>
                    <a:pt x="89" y="127"/>
                  </a:cubicBezTo>
                  <a:cubicBezTo>
                    <a:pt x="105" y="138"/>
                    <a:pt x="134" y="157"/>
                    <a:pt x="170" y="179"/>
                  </a:cubicBezTo>
                  <a:cubicBezTo>
                    <a:pt x="224" y="212"/>
                    <a:pt x="291" y="252"/>
                    <a:pt x="345" y="284"/>
                  </a:cubicBezTo>
                  <a:cubicBezTo>
                    <a:pt x="372" y="301"/>
                    <a:pt x="396" y="315"/>
                    <a:pt x="413" y="325"/>
                  </a:cubicBezTo>
                  <a:cubicBezTo>
                    <a:pt x="421" y="330"/>
                    <a:pt x="428" y="335"/>
                    <a:pt x="432" y="338"/>
                  </a:cubicBezTo>
                  <a:cubicBezTo>
                    <a:pt x="435" y="339"/>
                    <a:pt x="436" y="340"/>
                    <a:pt x="438" y="341"/>
                  </a:cubicBezTo>
                  <a:cubicBezTo>
                    <a:pt x="438" y="341"/>
                    <a:pt x="439" y="342"/>
                    <a:pt x="439" y="342"/>
                  </a:cubicBezTo>
                  <a:cubicBezTo>
                    <a:pt x="439" y="342"/>
                    <a:pt x="439" y="342"/>
                    <a:pt x="439" y="342"/>
                  </a:cubicBezTo>
                  <a:cubicBezTo>
                    <a:pt x="440" y="340"/>
                    <a:pt x="440" y="340"/>
                    <a:pt x="440" y="340"/>
                  </a:cubicBezTo>
                  <a:cubicBezTo>
                    <a:pt x="439" y="342"/>
                    <a:pt x="439" y="342"/>
                    <a:pt x="439" y="342"/>
                  </a:cubicBezTo>
                  <a:cubicBezTo>
                    <a:pt x="439" y="342"/>
                    <a:pt x="439" y="342"/>
                    <a:pt x="439" y="342"/>
                  </a:cubicBezTo>
                  <a:cubicBezTo>
                    <a:pt x="440" y="340"/>
                    <a:pt x="440" y="340"/>
                    <a:pt x="440" y="340"/>
                  </a:cubicBezTo>
                  <a:cubicBezTo>
                    <a:pt x="439" y="342"/>
                    <a:pt x="439" y="342"/>
                    <a:pt x="439" y="342"/>
                  </a:cubicBezTo>
                  <a:cubicBezTo>
                    <a:pt x="441" y="340"/>
                    <a:pt x="441" y="340"/>
                    <a:pt x="441" y="340"/>
                  </a:cubicBezTo>
                  <a:cubicBezTo>
                    <a:pt x="438" y="341"/>
                    <a:pt x="438" y="341"/>
                    <a:pt x="438" y="341"/>
                  </a:cubicBezTo>
                  <a:cubicBezTo>
                    <a:pt x="439" y="342"/>
                    <a:pt x="439" y="342"/>
                    <a:pt x="439" y="342"/>
                  </a:cubicBezTo>
                  <a:cubicBezTo>
                    <a:pt x="441" y="340"/>
                    <a:pt x="441" y="340"/>
                    <a:pt x="441" y="340"/>
                  </a:cubicBezTo>
                  <a:cubicBezTo>
                    <a:pt x="438" y="341"/>
                    <a:pt x="438" y="341"/>
                    <a:pt x="438" y="341"/>
                  </a:cubicBezTo>
                  <a:cubicBezTo>
                    <a:pt x="442" y="339"/>
                    <a:pt x="442" y="339"/>
                    <a:pt x="442" y="339"/>
                  </a:cubicBezTo>
                  <a:cubicBezTo>
                    <a:pt x="438" y="339"/>
                    <a:pt x="438" y="339"/>
                    <a:pt x="438" y="339"/>
                  </a:cubicBezTo>
                  <a:cubicBezTo>
                    <a:pt x="438" y="340"/>
                    <a:pt x="438" y="341"/>
                    <a:pt x="438" y="341"/>
                  </a:cubicBezTo>
                  <a:cubicBezTo>
                    <a:pt x="442" y="339"/>
                    <a:pt x="442" y="339"/>
                    <a:pt x="442" y="339"/>
                  </a:cubicBezTo>
                  <a:cubicBezTo>
                    <a:pt x="438" y="339"/>
                    <a:pt x="438" y="339"/>
                    <a:pt x="438" y="339"/>
                  </a:cubicBezTo>
                  <a:cubicBezTo>
                    <a:pt x="442" y="339"/>
                    <a:pt x="442" y="339"/>
                    <a:pt x="442" y="339"/>
                  </a:cubicBezTo>
                  <a:cubicBezTo>
                    <a:pt x="438" y="337"/>
                    <a:pt x="438" y="337"/>
                    <a:pt x="438" y="337"/>
                  </a:cubicBezTo>
                  <a:cubicBezTo>
                    <a:pt x="438" y="338"/>
                    <a:pt x="438" y="339"/>
                    <a:pt x="438" y="339"/>
                  </a:cubicBezTo>
                  <a:cubicBezTo>
                    <a:pt x="442" y="339"/>
                    <a:pt x="442" y="339"/>
                    <a:pt x="442" y="339"/>
                  </a:cubicBezTo>
                  <a:cubicBezTo>
                    <a:pt x="438" y="337"/>
                    <a:pt x="438" y="337"/>
                    <a:pt x="438" y="337"/>
                  </a:cubicBezTo>
                  <a:cubicBezTo>
                    <a:pt x="442" y="339"/>
                    <a:pt x="442" y="339"/>
                    <a:pt x="442" y="339"/>
                  </a:cubicBezTo>
                  <a:cubicBezTo>
                    <a:pt x="444" y="336"/>
                    <a:pt x="444" y="336"/>
                    <a:pt x="444" y="336"/>
                  </a:cubicBezTo>
                  <a:cubicBezTo>
                    <a:pt x="86" y="129"/>
                    <a:pt x="86" y="129"/>
                    <a:pt x="86" y="129"/>
                  </a:cubicBezTo>
                  <a:cubicBezTo>
                    <a:pt x="84" y="128"/>
                    <a:pt x="81" y="128"/>
                    <a:pt x="80" y="130"/>
                  </a:cubicBezTo>
                  <a:cubicBezTo>
                    <a:pt x="79" y="132"/>
                    <a:pt x="80" y="135"/>
                    <a:pt x="82" y="136"/>
                  </a:cubicBezTo>
                  <a:cubicBezTo>
                    <a:pt x="82" y="136"/>
                    <a:pt x="87" y="139"/>
                    <a:pt x="96" y="144"/>
                  </a:cubicBezTo>
                  <a:cubicBezTo>
                    <a:pt x="127" y="162"/>
                    <a:pt x="204" y="207"/>
                    <a:pt x="274" y="250"/>
                  </a:cubicBezTo>
                  <a:cubicBezTo>
                    <a:pt x="309" y="271"/>
                    <a:pt x="341" y="292"/>
                    <a:pt x="366" y="307"/>
                  </a:cubicBezTo>
                  <a:cubicBezTo>
                    <a:pt x="378" y="315"/>
                    <a:pt x="388" y="322"/>
                    <a:pt x="394" y="327"/>
                  </a:cubicBezTo>
                  <a:cubicBezTo>
                    <a:pt x="398" y="330"/>
                    <a:pt x="400" y="332"/>
                    <a:pt x="402" y="333"/>
                  </a:cubicBezTo>
                  <a:cubicBezTo>
                    <a:pt x="403" y="334"/>
                    <a:pt x="403" y="335"/>
                    <a:pt x="404" y="335"/>
                  </a:cubicBezTo>
                  <a:cubicBezTo>
                    <a:pt x="404" y="335"/>
                    <a:pt x="404" y="335"/>
                    <a:pt x="404" y="335"/>
                  </a:cubicBezTo>
                  <a:cubicBezTo>
                    <a:pt x="404" y="335"/>
                    <a:pt x="404" y="335"/>
                    <a:pt x="404" y="335"/>
                  </a:cubicBezTo>
                  <a:cubicBezTo>
                    <a:pt x="405" y="335"/>
                    <a:pt x="405" y="335"/>
                    <a:pt x="405" y="335"/>
                  </a:cubicBezTo>
                  <a:cubicBezTo>
                    <a:pt x="404" y="335"/>
                    <a:pt x="404" y="335"/>
                    <a:pt x="404" y="335"/>
                  </a:cubicBezTo>
                  <a:cubicBezTo>
                    <a:pt x="404" y="335"/>
                    <a:pt x="404" y="335"/>
                    <a:pt x="404" y="335"/>
                  </a:cubicBezTo>
                  <a:cubicBezTo>
                    <a:pt x="405" y="335"/>
                    <a:pt x="405" y="335"/>
                    <a:pt x="405" y="335"/>
                  </a:cubicBezTo>
                  <a:cubicBezTo>
                    <a:pt x="404" y="335"/>
                    <a:pt x="404" y="335"/>
                    <a:pt x="404" y="335"/>
                  </a:cubicBezTo>
                  <a:cubicBezTo>
                    <a:pt x="406" y="334"/>
                    <a:pt x="406" y="334"/>
                    <a:pt x="406" y="334"/>
                  </a:cubicBezTo>
                  <a:cubicBezTo>
                    <a:pt x="404" y="334"/>
                    <a:pt x="404" y="334"/>
                    <a:pt x="404" y="334"/>
                  </a:cubicBezTo>
                  <a:cubicBezTo>
                    <a:pt x="404" y="335"/>
                    <a:pt x="404" y="335"/>
                    <a:pt x="404" y="335"/>
                  </a:cubicBezTo>
                  <a:cubicBezTo>
                    <a:pt x="406" y="334"/>
                    <a:pt x="406" y="334"/>
                    <a:pt x="406" y="334"/>
                  </a:cubicBezTo>
                  <a:cubicBezTo>
                    <a:pt x="404" y="334"/>
                    <a:pt x="404" y="334"/>
                    <a:pt x="404" y="334"/>
                  </a:cubicBezTo>
                  <a:cubicBezTo>
                    <a:pt x="407" y="334"/>
                    <a:pt x="407" y="334"/>
                    <a:pt x="407" y="334"/>
                  </a:cubicBezTo>
                  <a:cubicBezTo>
                    <a:pt x="404" y="332"/>
                    <a:pt x="404" y="332"/>
                    <a:pt x="404" y="332"/>
                  </a:cubicBezTo>
                  <a:cubicBezTo>
                    <a:pt x="404" y="333"/>
                    <a:pt x="403" y="334"/>
                    <a:pt x="404" y="334"/>
                  </a:cubicBezTo>
                  <a:cubicBezTo>
                    <a:pt x="407" y="334"/>
                    <a:pt x="407" y="334"/>
                    <a:pt x="407" y="334"/>
                  </a:cubicBezTo>
                  <a:cubicBezTo>
                    <a:pt x="404" y="332"/>
                    <a:pt x="404" y="332"/>
                    <a:pt x="404" y="332"/>
                  </a:cubicBezTo>
                  <a:cubicBezTo>
                    <a:pt x="404" y="332"/>
                    <a:pt x="404" y="332"/>
                    <a:pt x="404" y="332"/>
                  </a:cubicBezTo>
                  <a:cubicBezTo>
                    <a:pt x="407" y="334"/>
                    <a:pt x="407" y="334"/>
                    <a:pt x="407" y="334"/>
                  </a:cubicBezTo>
                  <a:cubicBezTo>
                    <a:pt x="406" y="331"/>
                    <a:pt x="406" y="331"/>
                    <a:pt x="406" y="331"/>
                  </a:cubicBezTo>
                  <a:cubicBezTo>
                    <a:pt x="405" y="331"/>
                    <a:pt x="405" y="332"/>
                    <a:pt x="404" y="332"/>
                  </a:cubicBezTo>
                  <a:cubicBezTo>
                    <a:pt x="407" y="334"/>
                    <a:pt x="407" y="334"/>
                    <a:pt x="407" y="334"/>
                  </a:cubicBezTo>
                  <a:cubicBezTo>
                    <a:pt x="406" y="331"/>
                    <a:pt x="406" y="331"/>
                    <a:pt x="406" y="331"/>
                  </a:cubicBezTo>
                  <a:cubicBezTo>
                    <a:pt x="407" y="334"/>
                    <a:pt x="407" y="334"/>
                    <a:pt x="407" y="334"/>
                  </a:cubicBezTo>
                  <a:cubicBezTo>
                    <a:pt x="407" y="331"/>
                    <a:pt x="407" y="331"/>
                    <a:pt x="407" y="331"/>
                  </a:cubicBezTo>
                  <a:cubicBezTo>
                    <a:pt x="407" y="331"/>
                    <a:pt x="406" y="331"/>
                    <a:pt x="406" y="331"/>
                  </a:cubicBezTo>
                  <a:cubicBezTo>
                    <a:pt x="407" y="334"/>
                    <a:pt x="407" y="334"/>
                    <a:pt x="407" y="334"/>
                  </a:cubicBezTo>
                  <a:cubicBezTo>
                    <a:pt x="407" y="331"/>
                    <a:pt x="407" y="331"/>
                    <a:pt x="407" y="331"/>
                  </a:cubicBezTo>
                  <a:cubicBezTo>
                    <a:pt x="407" y="332"/>
                    <a:pt x="407" y="332"/>
                    <a:pt x="407" y="332"/>
                  </a:cubicBezTo>
                  <a:cubicBezTo>
                    <a:pt x="407" y="331"/>
                    <a:pt x="407" y="331"/>
                    <a:pt x="407" y="331"/>
                  </a:cubicBezTo>
                  <a:cubicBezTo>
                    <a:pt x="407" y="331"/>
                    <a:pt x="407" y="331"/>
                    <a:pt x="407" y="331"/>
                  </a:cubicBezTo>
                  <a:cubicBezTo>
                    <a:pt x="407" y="332"/>
                    <a:pt x="407" y="332"/>
                    <a:pt x="407" y="332"/>
                  </a:cubicBezTo>
                  <a:cubicBezTo>
                    <a:pt x="407" y="331"/>
                    <a:pt x="407" y="331"/>
                    <a:pt x="407" y="331"/>
                  </a:cubicBezTo>
                  <a:cubicBezTo>
                    <a:pt x="407" y="331"/>
                    <a:pt x="406" y="331"/>
                    <a:pt x="405" y="330"/>
                  </a:cubicBezTo>
                  <a:cubicBezTo>
                    <a:pt x="401" y="329"/>
                    <a:pt x="393" y="325"/>
                    <a:pt x="382" y="319"/>
                  </a:cubicBezTo>
                  <a:cubicBezTo>
                    <a:pt x="343" y="298"/>
                    <a:pt x="269" y="255"/>
                    <a:pt x="204" y="217"/>
                  </a:cubicBezTo>
                  <a:cubicBezTo>
                    <a:pt x="172" y="198"/>
                    <a:pt x="142" y="181"/>
                    <a:pt x="120" y="168"/>
                  </a:cubicBezTo>
                  <a:cubicBezTo>
                    <a:pt x="109" y="161"/>
                    <a:pt x="100" y="156"/>
                    <a:pt x="93" y="153"/>
                  </a:cubicBezTo>
                  <a:cubicBezTo>
                    <a:pt x="90" y="151"/>
                    <a:pt x="87" y="149"/>
                    <a:pt x="85" y="148"/>
                  </a:cubicBezTo>
                  <a:cubicBezTo>
                    <a:pt x="84" y="148"/>
                    <a:pt x="84" y="147"/>
                    <a:pt x="83" y="147"/>
                  </a:cubicBezTo>
                  <a:cubicBezTo>
                    <a:pt x="82" y="147"/>
                    <a:pt x="82" y="147"/>
                    <a:pt x="82" y="147"/>
                  </a:cubicBezTo>
                  <a:cubicBezTo>
                    <a:pt x="82" y="147"/>
                    <a:pt x="82" y="147"/>
                    <a:pt x="82" y="147"/>
                  </a:cubicBezTo>
                  <a:cubicBezTo>
                    <a:pt x="81" y="146"/>
                    <a:pt x="81" y="146"/>
                    <a:pt x="80" y="146"/>
                  </a:cubicBezTo>
                  <a:cubicBezTo>
                    <a:pt x="80" y="146"/>
                    <a:pt x="80" y="146"/>
                    <a:pt x="79" y="147"/>
                  </a:cubicBezTo>
                  <a:cubicBezTo>
                    <a:pt x="78" y="147"/>
                    <a:pt x="77" y="147"/>
                    <a:pt x="77" y="148"/>
                  </a:cubicBezTo>
                  <a:cubicBezTo>
                    <a:pt x="76" y="150"/>
                    <a:pt x="76" y="153"/>
                    <a:pt x="78" y="154"/>
                  </a:cubicBezTo>
                  <a:cubicBezTo>
                    <a:pt x="364" y="333"/>
                    <a:pt x="364" y="333"/>
                    <a:pt x="364" y="333"/>
                  </a:cubicBezTo>
                  <a:cubicBezTo>
                    <a:pt x="366" y="329"/>
                    <a:pt x="366" y="329"/>
                    <a:pt x="366" y="329"/>
                  </a:cubicBezTo>
                  <a:cubicBezTo>
                    <a:pt x="363" y="327"/>
                    <a:pt x="363" y="327"/>
                    <a:pt x="363" y="327"/>
                  </a:cubicBezTo>
                  <a:cubicBezTo>
                    <a:pt x="366" y="329"/>
                    <a:pt x="366" y="329"/>
                    <a:pt x="366" y="329"/>
                  </a:cubicBezTo>
                  <a:cubicBezTo>
                    <a:pt x="365" y="326"/>
                    <a:pt x="365" y="326"/>
                    <a:pt x="365" y="326"/>
                  </a:cubicBezTo>
                  <a:cubicBezTo>
                    <a:pt x="364" y="326"/>
                    <a:pt x="364" y="326"/>
                    <a:pt x="363" y="327"/>
                  </a:cubicBezTo>
                  <a:cubicBezTo>
                    <a:pt x="366" y="329"/>
                    <a:pt x="366" y="329"/>
                    <a:pt x="366" y="329"/>
                  </a:cubicBezTo>
                  <a:cubicBezTo>
                    <a:pt x="365" y="326"/>
                    <a:pt x="365" y="326"/>
                    <a:pt x="365" y="326"/>
                  </a:cubicBezTo>
                  <a:cubicBezTo>
                    <a:pt x="366" y="328"/>
                    <a:pt x="366" y="328"/>
                    <a:pt x="366" y="328"/>
                  </a:cubicBezTo>
                  <a:cubicBezTo>
                    <a:pt x="366" y="325"/>
                    <a:pt x="366" y="325"/>
                    <a:pt x="366" y="325"/>
                  </a:cubicBezTo>
                  <a:cubicBezTo>
                    <a:pt x="366" y="325"/>
                    <a:pt x="365" y="325"/>
                    <a:pt x="365" y="326"/>
                  </a:cubicBezTo>
                  <a:cubicBezTo>
                    <a:pt x="366" y="328"/>
                    <a:pt x="366" y="328"/>
                    <a:pt x="366" y="328"/>
                  </a:cubicBezTo>
                  <a:cubicBezTo>
                    <a:pt x="366" y="325"/>
                    <a:pt x="366" y="325"/>
                    <a:pt x="366" y="325"/>
                  </a:cubicBezTo>
                  <a:cubicBezTo>
                    <a:pt x="366" y="326"/>
                    <a:pt x="366" y="326"/>
                    <a:pt x="366" y="326"/>
                  </a:cubicBezTo>
                  <a:cubicBezTo>
                    <a:pt x="366" y="325"/>
                    <a:pt x="366" y="325"/>
                    <a:pt x="366" y="325"/>
                  </a:cubicBezTo>
                  <a:cubicBezTo>
                    <a:pt x="366" y="325"/>
                    <a:pt x="366" y="325"/>
                    <a:pt x="366" y="325"/>
                  </a:cubicBezTo>
                  <a:cubicBezTo>
                    <a:pt x="366" y="326"/>
                    <a:pt x="366" y="326"/>
                    <a:pt x="366" y="326"/>
                  </a:cubicBezTo>
                  <a:cubicBezTo>
                    <a:pt x="366" y="325"/>
                    <a:pt x="366" y="325"/>
                    <a:pt x="366" y="325"/>
                  </a:cubicBezTo>
                  <a:cubicBezTo>
                    <a:pt x="366" y="325"/>
                    <a:pt x="365" y="325"/>
                    <a:pt x="364" y="325"/>
                  </a:cubicBezTo>
                  <a:cubicBezTo>
                    <a:pt x="361" y="324"/>
                    <a:pt x="354" y="320"/>
                    <a:pt x="344" y="315"/>
                  </a:cubicBezTo>
                  <a:cubicBezTo>
                    <a:pt x="311" y="297"/>
                    <a:pt x="249" y="260"/>
                    <a:pt x="193" y="228"/>
                  </a:cubicBezTo>
                  <a:cubicBezTo>
                    <a:pt x="165" y="212"/>
                    <a:pt x="139" y="196"/>
                    <a:pt x="119" y="185"/>
                  </a:cubicBezTo>
                  <a:cubicBezTo>
                    <a:pt x="109" y="180"/>
                    <a:pt x="101" y="175"/>
                    <a:pt x="94" y="172"/>
                  </a:cubicBezTo>
                  <a:cubicBezTo>
                    <a:pt x="91" y="170"/>
                    <a:pt x="89" y="169"/>
                    <a:pt x="86" y="168"/>
                  </a:cubicBezTo>
                  <a:cubicBezTo>
                    <a:pt x="85" y="168"/>
                    <a:pt x="84" y="168"/>
                    <a:pt x="83" y="167"/>
                  </a:cubicBezTo>
                  <a:cubicBezTo>
                    <a:pt x="83" y="167"/>
                    <a:pt x="82" y="167"/>
                    <a:pt x="81" y="167"/>
                  </a:cubicBezTo>
                  <a:cubicBezTo>
                    <a:pt x="80" y="167"/>
                    <a:pt x="80" y="167"/>
                    <a:pt x="79" y="167"/>
                  </a:cubicBezTo>
                  <a:cubicBezTo>
                    <a:pt x="78" y="167"/>
                    <a:pt x="77" y="168"/>
                    <a:pt x="77" y="169"/>
                  </a:cubicBezTo>
                  <a:cubicBezTo>
                    <a:pt x="76" y="171"/>
                    <a:pt x="76" y="173"/>
                    <a:pt x="78" y="174"/>
                  </a:cubicBezTo>
                  <a:cubicBezTo>
                    <a:pt x="173" y="233"/>
                    <a:pt x="173" y="233"/>
                    <a:pt x="173" y="233"/>
                  </a:cubicBezTo>
                  <a:cubicBezTo>
                    <a:pt x="83" y="183"/>
                    <a:pt x="83" y="183"/>
                    <a:pt x="83" y="183"/>
                  </a:cubicBezTo>
                  <a:cubicBezTo>
                    <a:pt x="81" y="181"/>
                    <a:pt x="78" y="182"/>
                    <a:pt x="77" y="184"/>
                  </a:cubicBezTo>
                  <a:cubicBezTo>
                    <a:pt x="76" y="186"/>
                    <a:pt x="77" y="188"/>
                    <a:pt x="78" y="189"/>
                  </a:cubicBezTo>
                  <a:cubicBezTo>
                    <a:pt x="307" y="332"/>
                    <a:pt x="307" y="332"/>
                    <a:pt x="307" y="332"/>
                  </a:cubicBezTo>
                  <a:cubicBezTo>
                    <a:pt x="309" y="329"/>
                    <a:pt x="309" y="329"/>
                    <a:pt x="309" y="329"/>
                  </a:cubicBezTo>
                  <a:cubicBezTo>
                    <a:pt x="305" y="326"/>
                    <a:pt x="305" y="326"/>
                    <a:pt x="305" y="326"/>
                  </a:cubicBezTo>
                  <a:cubicBezTo>
                    <a:pt x="308" y="328"/>
                    <a:pt x="308" y="328"/>
                    <a:pt x="308" y="328"/>
                  </a:cubicBezTo>
                  <a:cubicBezTo>
                    <a:pt x="307" y="325"/>
                    <a:pt x="307" y="325"/>
                    <a:pt x="307" y="325"/>
                  </a:cubicBezTo>
                  <a:cubicBezTo>
                    <a:pt x="307" y="325"/>
                    <a:pt x="306" y="326"/>
                    <a:pt x="305" y="326"/>
                  </a:cubicBezTo>
                  <a:cubicBezTo>
                    <a:pt x="308" y="328"/>
                    <a:pt x="308" y="328"/>
                    <a:pt x="308" y="328"/>
                  </a:cubicBezTo>
                  <a:cubicBezTo>
                    <a:pt x="307" y="325"/>
                    <a:pt x="307" y="325"/>
                    <a:pt x="307" y="325"/>
                  </a:cubicBezTo>
                  <a:cubicBezTo>
                    <a:pt x="308" y="328"/>
                    <a:pt x="308" y="328"/>
                    <a:pt x="308" y="328"/>
                  </a:cubicBezTo>
                  <a:cubicBezTo>
                    <a:pt x="308" y="325"/>
                    <a:pt x="308" y="325"/>
                    <a:pt x="308" y="325"/>
                  </a:cubicBezTo>
                  <a:cubicBezTo>
                    <a:pt x="308" y="325"/>
                    <a:pt x="308" y="325"/>
                    <a:pt x="307" y="325"/>
                  </a:cubicBezTo>
                  <a:cubicBezTo>
                    <a:pt x="308" y="328"/>
                    <a:pt x="308" y="328"/>
                    <a:pt x="308" y="328"/>
                  </a:cubicBezTo>
                  <a:cubicBezTo>
                    <a:pt x="308" y="325"/>
                    <a:pt x="308" y="325"/>
                    <a:pt x="308" y="325"/>
                  </a:cubicBezTo>
                  <a:cubicBezTo>
                    <a:pt x="308" y="326"/>
                    <a:pt x="308" y="326"/>
                    <a:pt x="308" y="326"/>
                  </a:cubicBezTo>
                  <a:cubicBezTo>
                    <a:pt x="308" y="325"/>
                    <a:pt x="308" y="325"/>
                    <a:pt x="308" y="325"/>
                  </a:cubicBezTo>
                  <a:cubicBezTo>
                    <a:pt x="308" y="325"/>
                    <a:pt x="308" y="325"/>
                    <a:pt x="308" y="325"/>
                  </a:cubicBezTo>
                  <a:cubicBezTo>
                    <a:pt x="308" y="326"/>
                    <a:pt x="308" y="326"/>
                    <a:pt x="308" y="326"/>
                  </a:cubicBezTo>
                  <a:cubicBezTo>
                    <a:pt x="308" y="325"/>
                    <a:pt x="308" y="325"/>
                    <a:pt x="308" y="325"/>
                  </a:cubicBezTo>
                  <a:cubicBezTo>
                    <a:pt x="308" y="325"/>
                    <a:pt x="308" y="325"/>
                    <a:pt x="307" y="324"/>
                  </a:cubicBezTo>
                  <a:cubicBezTo>
                    <a:pt x="304" y="323"/>
                    <a:pt x="298" y="320"/>
                    <a:pt x="290" y="316"/>
                  </a:cubicBezTo>
                  <a:cubicBezTo>
                    <a:pt x="261" y="302"/>
                    <a:pt x="208" y="271"/>
                    <a:pt x="162" y="245"/>
                  </a:cubicBezTo>
                  <a:cubicBezTo>
                    <a:pt x="139" y="231"/>
                    <a:pt x="117" y="219"/>
                    <a:pt x="101" y="210"/>
                  </a:cubicBezTo>
                  <a:cubicBezTo>
                    <a:pt x="93" y="205"/>
                    <a:pt x="86" y="201"/>
                    <a:pt x="82" y="199"/>
                  </a:cubicBezTo>
                  <a:cubicBezTo>
                    <a:pt x="79" y="197"/>
                    <a:pt x="77" y="196"/>
                    <a:pt x="76" y="196"/>
                  </a:cubicBezTo>
                  <a:cubicBezTo>
                    <a:pt x="75" y="195"/>
                    <a:pt x="75" y="195"/>
                    <a:pt x="74" y="195"/>
                  </a:cubicBezTo>
                  <a:cubicBezTo>
                    <a:pt x="73" y="194"/>
                    <a:pt x="73" y="194"/>
                    <a:pt x="73" y="194"/>
                  </a:cubicBezTo>
                  <a:cubicBezTo>
                    <a:pt x="73" y="194"/>
                    <a:pt x="73" y="194"/>
                    <a:pt x="73" y="194"/>
                  </a:cubicBezTo>
                  <a:cubicBezTo>
                    <a:pt x="73" y="194"/>
                    <a:pt x="72" y="194"/>
                    <a:pt x="72" y="194"/>
                  </a:cubicBezTo>
                  <a:cubicBezTo>
                    <a:pt x="71" y="194"/>
                    <a:pt x="71" y="194"/>
                    <a:pt x="70" y="194"/>
                  </a:cubicBezTo>
                  <a:cubicBezTo>
                    <a:pt x="70" y="195"/>
                    <a:pt x="69" y="195"/>
                    <a:pt x="68" y="196"/>
                  </a:cubicBezTo>
                  <a:cubicBezTo>
                    <a:pt x="67" y="198"/>
                    <a:pt x="68" y="200"/>
                    <a:pt x="70" y="202"/>
                  </a:cubicBezTo>
                  <a:cubicBezTo>
                    <a:pt x="275" y="330"/>
                    <a:pt x="275" y="330"/>
                    <a:pt x="275" y="330"/>
                  </a:cubicBezTo>
                  <a:cubicBezTo>
                    <a:pt x="277" y="327"/>
                    <a:pt x="277" y="327"/>
                    <a:pt x="277" y="327"/>
                  </a:cubicBezTo>
                  <a:cubicBezTo>
                    <a:pt x="274" y="324"/>
                    <a:pt x="274" y="324"/>
                    <a:pt x="274" y="324"/>
                  </a:cubicBezTo>
                  <a:cubicBezTo>
                    <a:pt x="277" y="326"/>
                    <a:pt x="277" y="326"/>
                    <a:pt x="277" y="326"/>
                  </a:cubicBezTo>
                  <a:cubicBezTo>
                    <a:pt x="276" y="323"/>
                    <a:pt x="276" y="323"/>
                    <a:pt x="276" y="323"/>
                  </a:cubicBezTo>
                  <a:cubicBezTo>
                    <a:pt x="275" y="323"/>
                    <a:pt x="274" y="324"/>
                    <a:pt x="274" y="324"/>
                  </a:cubicBezTo>
                  <a:cubicBezTo>
                    <a:pt x="277" y="326"/>
                    <a:pt x="277" y="326"/>
                    <a:pt x="277" y="326"/>
                  </a:cubicBezTo>
                  <a:cubicBezTo>
                    <a:pt x="276" y="323"/>
                    <a:pt x="276" y="323"/>
                    <a:pt x="276" y="323"/>
                  </a:cubicBezTo>
                  <a:cubicBezTo>
                    <a:pt x="277" y="326"/>
                    <a:pt x="277" y="326"/>
                    <a:pt x="277" y="326"/>
                  </a:cubicBezTo>
                  <a:cubicBezTo>
                    <a:pt x="277" y="323"/>
                    <a:pt x="277" y="323"/>
                    <a:pt x="277" y="323"/>
                  </a:cubicBezTo>
                  <a:cubicBezTo>
                    <a:pt x="277" y="323"/>
                    <a:pt x="276" y="323"/>
                    <a:pt x="276" y="323"/>
                  </a:cubicBezTo>
                  <a:cubicBezTo>
                    <a:pt x="277" y="326"/>
                    <a:pt x="277" y="326"/>
                    <a:pt x="277" y="326"/>
                  </a:cubicBezTo>
                  <a:cubicBezTo>
                    <a:pt x="277" y="323"/>
                    <a:pt x="277" y="323"/>
                    <a:pt x="277" y="323"/>
                  </a:cubicBezTo>
                  <a:cubicBezTo>
                    <a:pt x="277" y="325"/>
                    <a:pt x="277" y="325"/>
                    <a:pt x="277" y="325"/>
                  </a:cubicBezTo>
                  <a:cubicBezTo>
                    <a:pt x="277" y="323"/>
                    <a:pt x="277" y="323"/>
                    <a:pt x="277" y="323"/>
                  </a:cubicBezTo>
                  <a:cubicBezTo>
                    <a:pt x="277" y="323"/>
                    <a:pt x="277" y="323"/>
                    <a:pt x="277" y="323"/>
                  </a:cubicBezTo>
                  <a:cubicBezTo>
                    <a:pt x="277" y="325"/>
                    <a:pt x="277" y="325"/>
                    <a:pt x="277" y="325"/>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6" y="322"/>
                  </a:cubicBezTo>
                  <a:cubicBezTo>
                    <a:pt x="274" y="321"/>
                    <a:pt x="268" y="319"/>
                    <a:pt x="262" y="315"/>
                  </a:cubicBezTo>
                  <a:cubicBezTo>
                    <a:pt x="238" y="303"/>
                    <a:pt x="192" y="277"/>
                    <a:pt x="152" y="255"/>
                  </a:cubicBezTo>
                  <a:cubicBezTo>
                    <a:pt x="132" y="244"/>
                    <a:pt x="113" y="233"/>
                    <a:pt x="99" y="225"/>
                  </a:cubicBezTo>
                  <a:cubicBezTo>
                    <a:pt x="91" y="222"/>
                    <a:pt x="85" y="218"/>
                    <a:pt x="80" y="216"/>
                  </a:cubicBezTo>
                  <a:cubicBezTo>
                    <a:pt x="78" y="215"/>
                    <a:pt x="76" y="214"/>
                    <a:pt x="74" y="214"/>
                  </a:cubicBezTo>
                  <a:cubicBezTo>
                    <a:pt x="74" y="213"/>
                    <a:pt x="73" y="213"/>
                    <a:pt x="72" y="213"/>
                  </a:cubicBezTo>
                  <a:cubicBezTo>
                    <a:pt x="71" y="213"/>
                    <a:pt x="71" y="212"/>
                    <a:pt x="70" y="212"/>
                  </a:cubicBezTo>
                  <a:cubicBezTo>
                    <a:pt x="69" y="212"/>
                    <a:pt x="69" y="212"/>
                    <a:pt x="68" y="213"/>
                  </a:cubicBezTo>
                  <a:cubicBezTo>
                    <a:pt x="67" y="213"/>
                    <a:pt x="66" y="213"/>
                    <a:pt x="66" y="214"/>
                  </a:cubicBezTo>
                  <a:cubicBezTo>
                    <a:pt x="69" y="217"/>
                    <a:pt x="69" y="217"/>
                    <a:pt x="69" y="217"/>
                  </a:cubicBezTo>
                  <a:cubicBezTo>
                    <a:pt x="66" y="214"/>
                    <a:pt x="66" y="214"/>
                    <a:pt x="66" y="214"/>
                  </a:cubicBezTo>
                  <a:cubicBezTo>
                    <a:pt x="65" y="215"/>
                    <a:pt x="65" y="216"/>
                    <a:pt x="65" y="217"/>
                  </a:cubicBezTo>
                  <a:cubicBezTo>
                    <a:pt x="65" y="218"/>
                    <a:pt x="66" y="218"/>
                    <a:pt x="66" y="219"/>
                  </a:cubicBezTo>
                  <a:cubicBezTo>
                    <a:pt x="66" y="219"/>
                    <a:pt x="67" y="220"/>
                    <a:pt x="67" y="220"/>
                  </a:cubicBezTo>
                  <a:cubicBezTo>
                    <a:pt x="67" y="220"/>
                    <a:pt x="68" y="221"/>
                    <a:pt x="68" y="221"/>
                  </a:cubicBezTo>
                  <a:cubicBezTo>
                    <a:pt x="71" y="223"/>
                    <a:pt x="75" y="225"/>
                    <a:pt x="81" y="229"/>
                  </a:cubicBezTo>
                  <a:cubicBezTo>
                    <a:pt x="101" y="241"/>
                    <a:pt x="140" y="264"/>
                    <a:pt x="175" y="285"/>
                  </a:cubicBezTo>
                  <a:cubicBezTo>
                    <a:pt x="192" y="295"/>
                    <a:pt x="208" y="305"/>
                    <a:pt x="219" y="312"/>
                  </a:cubicBezTo>
                  <a:cubicBezTo>
                    <a:pt x="225" y="316"/>
                    <a:pt x="230" y="319"/>
                    <a:pt x="233" y="322"/>
                  </a:cubicBezTo>
                  <a:cubicBezTo>
                    <a:pt x="235" y="323"/>
                    <a:pt x="236" y="324"/>
                    <a:pt x="237" y="324"/>
                  </a:cubicBezTo>
                  <a:cubicBezTo>
                    <a:pt x="237" y="325"/>
                    <a:pt x="237" y="325"/>
                    <a:pt x="237" y="325"/>
                  </a:cubicBezTo>
                  <a:cubicBezTo>
                    <a:pt x="238" y="324"/>
                    <a:pt x="238" y="324"/>
                    <a:pt x="238" y="324"/>
                  </a:cubicBezTo>
                  <a:cubicBezTo>
                    <a:pt x="237" y="325"/>
                    <a:pt x="237" y="325"/>
                    <a:pt x="237" y="325"/>
                  </a:cubicBezTo>
                  <a:cubicBezTo>
                    <a:pt x="237" y="325"/>
                    <a:pt x="237" y="325"/>
                    <a:pt x="237" y="325"/>
                  </a:cubicBezTo>
                  <a:cubicBezTo>
                    <a:pt x="238" y="324"/>
                    <a:pt x="238" y="324"/>
                    <a:pt x="238" y="324"/>
                  </a:cubicBezTo>
                  <a:cubicBezTo>
                    <a:pt x="237" y="325"/>
                    <a:pt x="237" y="325"/>
                    <a:pt x="237" y="325"/>
                  </a:cubicBezTo>
                  <a:cubicBezTo>
                    <a:pt x="240" y="323"/>
                    <a:pt x="240" y="323"/>
                    <a:pt x="240" y="323"/>
                  </a:cubicBezTo>
                  <a:cubicBezTo>
                    <a:pt x="237" y="323"/>
                    <a:pt x="237" y="323"/>
                    <a:pt x="237" y="323"/>
                  </a:cubicBezTo>
                  <a:cubicBezTo>
                    <a:pt x="237" y="324"/>
                    <a:pt x="237" y="324"/>
                    <a:pt x="237" y="325"/>
                  </a:cubicBezTo>
                  <a:cubicBezTo>
                    <a:pt x="240" y="323"/>
                    <a:pt x="240" y="323"/>
                    <a:pt x="240" y="323"/>
                  </a:cubicBezTo>
                  <a:cubicBezTo>
                    <a:pt x="237" y="323"/>
                    <a:pt x="237" y="323"/>
                    <a:pt x="237" y="323"/>
                  </a:cubicBezTo>
                  <a:cubicBezTo>
                    <a:pt x="240" y="323"/>
                    <a:pt x="240" y="323"/>
                    <a:pt x="240" y="323"/>
                  </a:cubicBezTo>
                  <a:cubicBezTo>
                    <a:pt x="237" y="322"/>
                    <a:pt x="237" y="322"/>
                    <a:pt x="237" y="322"/>
                  </a:cubicBezTo>
                  <a:cubicBezTo>
                    <a:pt x="237" y="322"/>
                    <a:pt x="237" y="323"/>
                    <a:pt x="237" y="323"/>
                  </a:cubicBezTo>
                  <a:cubicBezTo>
                    <a:pt x="240" y="323"/>
                    <a:pt x="240" y="323"/>
                    <a:pt x="240" y="323"/>
                  </a:cubicBezTo>
                  <a:cubicBezTo>
                    <a:pt x="237" y="322"/>
                    <a:pt x="237" y="322"/>
                    <a:pt x="237" y="322"/>
                  </a:cubicBezTo>
                  <a:cubicBezTo>
                    <a:pt x="241" y="324"/>
                    <a:pt x="241" y="324"/>
                    <a:pt x="241" y="324"/>
                  </a:cubicBezTo>
                  <a:cubicBezTo>
                    <a:pt x="237" y="321"/>
                    <a:pt x="237" y="321"/>
                    <a:pt x="237" y="321"/>
                  </a:cubicBezTo>
                  <a:cubicBezTo>
                    <a:pt x="241" y="324"/>
                    <a:pt x="241" y="324"/>
                    <a:pt x="241" y="324"/>
                  </a:cubicBezTo>
                  <a:cubicBezTo>
                    <a:pt x="239" y="320"/>
                    <a:pt x="239" y="320"/>
                    <a:pt x="239" y="320"/>
                  </a:cubicBezTo>
                  <a:cubicBezTo>
                    <a:pt x="239" y="320"/>
                    <a:pt x="238" y="320"/>
                    <a:pt x="237" y="321"/>
                  </a:cubicBezTo>
                  <a:cubicBezTo>
                    <a:pt x="241" y="324"/>
                    <a:pt x="241" y="324"/>
                    <a:pt x="241" y="324"/>
                  </a:cubicBezTo>
                  <a:cubicBezTo>
                    <a:pt x="239" y="320"/>
                    <a:pt x="239" y="320"/>
                    <a:pt x="239" y="320"/>
                  </a:cubicBezTo>
                  <a:cubicBezTo>
                    <a:pt x="240" y="323"/>
                    <a:pt x="240" y="323"/>
                    <a:pt x="240" y="323"/>
                  </a:cubicBezTo>
                  <a:cubicBezTo>
                    <a:pt x="240" y="320"/>
                    <a:pt x="240" y="320"/>
                    <a:pt x="240" y="320"/>
                  </a:cubicBezTo>
                  <a:cubicBezTo>
                    <a:pt x="240" y="320"/>
                    <a:pt x="240" y="320"/>
                    <a:pt x="239" y="320"/>
                  </a:cubicBezTo>
                  <a:cubicBezTo>
                    <a:pt x="240" y="323"/>
                    <a:pt x="240" y="323"/>
                    <a:pt x="240" y="323"/>
                  </a:cubicBezTo>
                  <a:cubicBezTo>
                    <a:pt x="240" y="320"/>
                    <a:pt x="240" y="320"/>
                    <a:pt x="240" y="320"/>
                  </a:cubicBezTo>
                  <a:cubicBezTo>
                    <a:pt x="240" y="322"/>
                    <a:pt x="240" y="322"/>
                    <a:pt x="240" y="322"/>
                  </a:cubicBezTo>
                  <a:cubicBezTo>
                    <a:pt x="241" y="320"/>
                    <a:pt x="241" y="320"/>
                    <a:pt x="241" y="320"/>
                  </a:cubicBezTo>
                  <a:cubicBezTo>
                    <a:pt x="241" y="320"/>
                    <a:pt x="241" y="320"/>
                    <a:pt x="240" y="320"/>
                  </a:cubicBezTo>
                  <a:cubicBezTo>
                    <a:pt x="240" y="322"/>
                    <a:pt x="240" y="322"/>
                    <a:pt x="240" y="322"/>
                  </a:cubicBezTo>
                  <a:cubicBezTo>
                    <a:pt x="241" y="320"/>
                    <a:pt x="241" y="320"/>
                    <a:pt x="241" y="320"/>
                  </a:cubicBezTo>
                  <a:cubicBezTo>
                    <a:pt x="241" y="320"/>
                    <a:pt x="240" y="319"/>
                    <a:pt x="238" y="318"/>
                  </a:cubicBezTo>
                  <a:cubicBezTo>
                    <a:pt x="231" y="315"/>
                    <a:pt x="216" y="308"/>
                    <a:pt x="199" y="299"/>
                  </a:cubicBezTo>
                  <a:cubicBezTo>
                    <a:pt x="172" y="285"/>
                    <a:pt x="137" y="267"/>
                    <a:pt x="110" y="253"/>
                  </a:cubicBezTo>
                  <a:cubicBezTo>
                    <a:pt x="96" y="245"/>
                    <a:pt x="83" y="239"/>
                    <a:pt x="75" y="234"/>
                  </a:cubicBezTo>
                  <a:cubicBezTo>
                    <a:pt x="70" y="232"/>
                    <a:pt x="67" y="230"/>
                    <a:pt x="64" y="229"/>
                  </a:cubicBezTo>
                  <a:cubicBezTo>
                    <a:pt x="63" y="228"/>
                    <a:pt x="62" y="228"/>
                    <a:pt x="62" y="227"/>
                  </a:cubicBezTo>
                  <a:cubicBezTo>
                    <a:pt x="61" y="227"/>
                    <a:pt x="61" y="227"/>
                    <a:pt x="61" y="227"/>
                  </a:cubicBezTo>
                  <a:cubicBezTo>
                    <a:pt x="61" y="227"/>
                    <a:pt x="61" y="227"/>
                    <a:pt x="61" y="227"/>
                  </a:cubicBezTo>
                  <a:cubicBezTo>
                    <a:pt x="61" y="227"/>
                    <a:pt x="61" y="227"/>
                    <a:pt x="61" y="227"/>
                  </a:cubicBezTo>
                  <a:cubicBezTo>
                    <a:pt x="60" y="227"/>
                    <a:pt x="60" y="227"/>
                    <a:pt x="60" y="227"/>
                  </a:cubicBezTo>
                  <a:cubicBezTo>
                    <a:pt x="60" y="227"/>
                    <a:pt x="60" y="227"/>
                    <a:pt x="60" y="227"/>
                  </a:cubicBezTo>
                  <a:cubicBezTo>
                    <a:pt x="60" y="226"/>
                    <a:pt x="60" y="226"/>
                    <a:pt x="60" y="226"/>
                  </a:cubicBezTo>
                  <a:cubicBezTo>
                    <a:pt x="60" y="226"/>
                    <a:pt x="59" y="226"/>
                    <a:pt x="59" y="226"/>
                  </a:cubicBezTo>
                  <a:cubicBezTo>
                    <a:pt x="57" y="226"/>
                    <a:pt x="56" y="227"/>
                    <a:pt x="55" y="228"/>
                  </a:cubicBezTo>
                  <a:cubicBezTo>
                    <a:pt x="55" y="229"/>
                    <a:pt x="55" y="230"/>
                    <a:pt x="55" y="230"/>
                  </a:cubicBezTo>
                  <a:cubicBezTo>
                    <a:pt x="55" y="232"/>
                    <a:pt x="55" y="232"/>
                    <a:pt x="56" y="233"/>
                  </a:cubicBezTo>
                  <a:cubicBezTo>
                    <a:pt x="56" y="234"/>
                    <a:pt x="57" y="234"/>
                    <a:pt x="57" y="235"/>
                  </a:cubicBezTo>
                  <a:cubicBezTo>
                    <a:pt x="58" y="235"/>
                    <a:pt x="59" y="236"/>
                    <a:pt x="61" y="238"/>
                  </a:cubicBezTo>
                  <a:cubicBezTo>
                    <a:pt x="68" y="242"/>
                    <a:pt x="80" y="250"/>
                    <a:pt x="95" y="260"/>
                  </a:cubicBezTo>
                  <a:cubicBezTo>
                    <a:pt x="118" y="274"/>
                    <a:pt x="146" y="291"/>
                    <a:pt x="168" y="304"/>
                  </a:cubicBezTo>
                  <a:cubicBezTo>
                    <a:pt x="180" y="311"/>
                    <a:pt x="190" y="317"/>
                    <a:pt x="197" y="321"/>
                  </a:cubicBezTo>
                  <a:cubicBezTo>
                    <a:pt x="200" y="324"/>
                    <a:pt x="203" y="325"/>
                    <a:pt x="205" y="326"/>
                  </a:cubicBezTo>
                  <a:cubicBezTo>
                    <a:pt x="206" y="327"/>
                    <a:pt x="207" y="328"/>
                    <a:pt x="207" y="328"/>
                  </a:cubicBezTo>
                  <a:cubicBezTo>
                    <a:pt x="208" y="328"/>
                    <a:pt x="208" y="328"/>
                    <a:pt x="208" y="328"/>
                  </a:cubicBezTo>
                  <a:cubicBezTo>
                    <a:pt x="208" y="328"/>
                    <a:pt x="208" y="328"/>
                    <a:pt x="208" y="328"/>
                  </a:cubicBezTo>
                  <a:cubicBezTo>
                    <a:pt x="209" y="326"/>
                    <a:pt x="209" y="326"/>
                    <a:pt x="209" y="326"/>
                  </a:cubicBezTo>
                  <a:cubicBezTo>
                    <a:pt x="208" y="328"/>
                    <a:pt x="208" y="328"/>
                    <a:pt x="208" y="328"/>
                  </a:cubicBezTo>
                  <a:cubicBezTo>
                    <a:pt x="208" y="328"/>
                    <a:pt x="208" y="328"/>
                    <a:pt x="208" y="328"/>
                  </a:cubicBezTo>
                  <a:cubicBezTo>
                    <a:pt x="209" y="326"/>
                    <a:pt x="209" y="326"/>
                    <a:pt x="209" y="326"/>
                  </a:cubicBezTo>
                  <a:cubicBezTo>
                    <a:pt x="208" y="328"/>
                    <a:pt x="208" y="328"/>
                    <a:pt x="208" y="328"/>
                  </a:cubicBezTo>
                  <a:cubicBezTo>
                    <a:pt x="210" y="325"/>
                    <a:pt x="210" y="325"/>
                    <a:pt x="210" y="325"/>
                  </a:cubicBezTo>
                  <a:cubicBezTo>
                    <a:pt x="207" y="328"/>
                    <a:pt x="207" y="328"/>
                    <a:pt x="207" y="328"/>
                  </a:cubicBezTo>
                  <a:cubicBezTo>
                    <a:pt x="208" y="328"/>
                    <a:pt x="208" y="328"/>
                    <a:pt x="208" y="328"/>
                  </a:cubicBezTo>
                  <a:cubicBezTo>
                    <a:pt x="210" y="325"/>
                    <a:pt x="210" y="325"/>
                    <a:pt x="210" y="325"/>
                  </a:cubicBezTo>
                  <a:cubicBezTo>
                    <a:pt x="207" y="328"/>
                    <a:pt x="207" y="328"/>
                    <a:pt x="207" y="328"/>
                  </a:cubicBezTo>
                  <a:cubicBezTo>
                    <a:pt x="210" y="325"/>
                    <a:pt x="210" y="325"/>
                    <a:pt x="210" y="325"/>
                  </a:cubicBezTo>
                  <a:cubicBezTo>
                    <a:pt x="207" y="327"/>
                    <a:pt x="207" y="327"/>
                    <a:pt x="207" y="327"/>
                  </a:cubicBezTo>
                  <a:cubicBezTo>
                    <a:pt x="207" y="328"/>
                    <a:pt x="207" y="328"/>
                    <a:pt x="207" y="328"/>
                  </a:cubicBezTo>
                  <a:cubicBezTo>
                    <a:pt x="210" y="325"/>
                    <a:pt x="210" y="325"/>
                    <a:pt x="210" y="325"/>
                  </a:cubicBezTo>
                  <a:cubicBezTo>
                    <a:pt x="207" y="327"/>
                    <a:pt x="207" y="327"/>
                    <a:pt x="207" y="327"/>
                  </a:cubicBezTo>
                  <a:cubicBezTo>
                    <a:pt x="210" y="325"/>
                    <a:pt x="210" y="325"/>
                    <a:pt x="210" y="325"/>
                  </a:cubicBezTo>
                  <a:cubicBezTo>
                    <a:pt x="207" y="327"/>
                    <a:pt x="207" y="327"/>
                    <a:pt x="207" y="327"/>
                  </a:cubicBezTo>
                  <a:cubicBezTo>
                    <a:pt x="207" y="327"/>
                    <a:pt x="207" y="327"/>
                    <a:pt x="207" y="327"/>
                  </a:cubicBezTo>
                  <a:cubicBezTo>
                    <a:pt x="210" y="325"/>
                    <a:pt x="210" y="325"/>
                    <a:pt x="210" y="325"/>
                  </a:cubicBezTo>
                  <a:cubicBezTo>
                    <a:pt x="207" y="327"/>
                    <a:pt x="207" y="327"/>
                    <a:pt x="207" y="327"/>
                  </a:cubicBezTo>
                  <a:cubicBezTo>
                    <a:pt x="210" y="325"/>
                    <a:pt x="210" y="325"/>
                    <a:pt x="210" y="325"/>
                  </a:cubicBezTo>
                  <a:cubicBezTo>
                    <a:pt x="206" y="325"/>
                    <a:pt x="206" y="325"/>
                    <a:pt x="206" y="325"/>
                  </a:cubicBezTo>
                  <a:cubicBezTo>
                    <a:pt x="206" y="326"/>
                    <a:pt x="207" y="326"/>
                    <a:pt x="207" y="327"/>
                  </a:cubicBezTo>
                  <a:cubicBezTo>
                    <a:pt x="210" y="325"/>
                    <a:pt x="210" y="325"/>
                    <a:pt x="210" y="325"/>
                  </a:cubicBezTo>
                  <a:cubicBezTo>
                    <a:pt x="206" y="325"/>
                    <a:pt x="206" y="325"/>
                    <a:pt x="206" y="325"/>
                  </a:cubicBezTo>
                  <a:cubicBezTo>
                    <a:pt x="210" y="325"/>
                    <a:pt x="210" y="325"/>
                    <a:pt x="210" y="325"/>
                  </a:cubicBezTo>
                  <a:cubicBezTo>
                    <a:pt x="207" y="323"/>
                    <a:pt x="207" y="323"/>
                    <a:pt x="207" y="323"/>
                  </a:cubicBezTo>
                  <a:cubicBezTo>
                    <a:pt x="210" y="325"/>
                    <a:pt x="210" y="325"/>
                    <a:pt x="210" y="325"/>
                  </a:cubicBezTo>
                  <a:cubicBezTo>
                    <a:pt x="209" y="321"/>
                    <a:pt x="209" y="321"/>
                    <a:pt x="209" y="321"/>
                  </a:cubicBezTo>
                  <a:cubicBezTo>
                    <a:pt x="208" y="321"/>
                    <a:pt x="207" y="322"/>
                    <a:pt x="207" y="323"/>
                  </a:cubicBezTo>
                  <a:cubicBezTo>
                    <a:pt x="210" y="325"/>
                    <a:pt x="210" y="325"/>
                    <a:pt x="210" y="325"/>
                  </a:cubicBezTo>
                  <a:cubicBezTo>
                    <a:pt x="209" y="321"/>
                    <a:pt x="209" y="321"/>
                    <a:pt x="209" y="321"/>
                  </a:cubicBezTo>
                  <a:cubicBezTo>
                    <a:pt x="210" y="324"/>
                    <a:pt x="210" y="324"/>
                    <a:pt x="210" y="324"/>
                  </a:cubicBezTo>
                  <a:cubicBezTo>
                    <a:pt x="210" y="321"/>
                    <a:pt x="210" y="321"/>
                    <a:pt x="210" y="321"/>
                  </a:cubicBezTo>
                  <a:cubicBezTo>
                    <a:pt x="210" y="321"/>
                    <a:pt x="209" y="321"/>
                    <a:pt x="209" y="321"/>
                  </a:cubicBezTo>
                  <a:cubicBezTo>
                    <a:pt x="210" y="324"/>
                    <a:pt x="210" y="324"/>
                    <a:pt x="210" y="324"/>
                  </a:cubicBezTo>
                  <a:cubicBezTo>
                    <a:pt x="210" y="321"/>
                    <a:pt x="210" y="321"/>
                    <a:pt x="210" y="321"/>
                  </a:cubicBezTo>
                  <a:cubicBezTo>
                    <a:pt x="210" y="323"/>
                    <a:pt x="210" y="323"/>
                    <a:pt x="210" y="323"/>
                  </a:cubicBezTo>
                  <a:cubicBezTo>
                    <a:pt x="210" y="321"/>
                    <a:pt x="210" y="321"/>
                    <a:pt x="210" y="321"/>
                  </a:cubicBezTo>
                  <a:cubicBezTo>
                    <a:pt x="210" y="321"/>
                    <a:pt x="210" y="321"/>
                    <a:pt x="210" y="321"/>
                  </a:cubicBezTo>
                  <a:cubicBezTo>
                    <a:pt x="210" y="323"/>
                    <a:pt x="210" y="323"/>
                    <a:pt x="210" y="323"/>
                  </a:cubicBezTo>
                  <a:cubicBezTo>
                    <a:pt x="210" y="321"/>
                    <a:pt x="210" y="321"/>
                    <a:pt x="210" y="321"/>
                  </a:cubicBezTo>
                  <a:cubicBezTo>
                    <a:pt x="210" y="321"/>
                    <a:pt x="209" y="321"/>
                    <a:pt x="207" y="320"/>
                  </a:cubicBezTo>
                  <a:cubicBezTo>
                    <a:pt x="201" y="317"/>
                    <a:pt x="188" y="311"/>
                    <a:pt x="172" y="303"/>
                  </a:cubicBezTo>
                  <a:cubicBezTo>
                    <a:pt x="149" y="291"/>
                    <a:pt x="119" y="275"/>
                    <a:pt x="95" y="262"/>
                  </a:cubicBezTo>
                  <a:cubicBezTo>
                    <a:pt x="83" y="255"/>
                    <a:pt x="72" y="249"/>
                    <a:pt x="65" y="245"/>
                  </a:cubicBezTo>
                  <a:cubicBezTo>
                    <a:pt x="57" y="241"/>
                    <a:pt x="53" y="239"/>
                    <a:pt x="53" y="239"/>
                  </a:cubicBezTo>
                  <a:cubicBezTo>
                    <a:pt x="51" y="238"/>
                    <a:pt x="49" y="238"/>
                    <a:pt x="47" y="240"/>
                  </a:cubicBezTo>
                  <a:cubicBezTo>
                    <a:pt x="47" y="241"/>
                    <a:pt x="47" y="242"/>
                    <a:pt x="47" y="242"/>
                  </a:cubicBezTo>
                  <a:cubicBezTo>
                    <a:pt x="47" y="244"/>
                    <a:pt x="47" y="244"/>
                    <a:pt x="47" y="245"/>
                  </a:cubicBezTo>
                  <a:cubicBezTo>
                    <a:pt x="48" y="245"/>
                    <a:pt x="48" y="246"/>
                    <a:pt x="49" y="246"/>
                  </a:cubicBezTo>
                  <a:cubicBezTo>
                    <a:pt x="50" y="247"/>
                    <a:pt x="51" y="248"/>
                    <a:pt x="52" y="249"/>
                  </a:cubicBezTo>
                  <a:cubicBezTo>
                    <a:pt x="58" y="253"/>
                    <a:pt x="68" y="260"/>
                    <a:pt x="81" y="268"/>
                  </a:cubicBezTo>
                  <a:cubicBezTo>
                    <a:pt x="118" y="291"/>
                    <a:pt x="175" y="325"/>
                    <a:pt x="175" y="325"/>
                  </a:cubicBezTo>
                  <a:cubicBezTo>
                    <a:pt x="177" y="321"/>
                    <a:pt x="177" y="321"/>
                    <a:pt x="177" y="321"/>
                  </a:cubicBezTo>
                  <a:cubicBezTo>
                    <a:pt x="179" y="317"/>
                    <a:pt x="179" y="317"/>
                    <a:pt x="179" y="317"/>
                  </a:cubicBezTo>
                  <a:cubicBezTo>
                    <a:pt x="48" y="255"/>
                    <a:pt x="48" y="255"/>
                    <a:pt x="48" y="255"/>
                  </a:cubicBezTo>
                  <a:cubicBezTo>
                    <a:pt x="46" y="254"/>
                    <a:pt x="44" y="255"/>
                    <a:pt x="43" y="257"/>
                  </a:cubicBezTo>
                  <a:cubicBezTo>
                    <a:pt x="42" y="259"/>
                    <a:pt x="42" y="261"/>
                    <a:pt x="44" y="262"/>
                  </a:cubicBezTo>
                  <a:cubicBezTo>
                    <a:pt x="44" y="262"/>
                    <a:pt x="46" y="263"/>
                    <a:pt x="49" y="265"/>
                  </a:cubicBezTo>
                  <a:cubicBezTo>
                    <a:pt x="58" y="271"/>
                    <a:pt x="83" y="285"/>
                    <a:pt x="105" y="299"/>
                  </a:cubicBezTo>
                  <a:cubicBezTo>
                    <a:pt x="116" y="305"/>
                    <a:pt x="126" y="312"/>
                    <a:pt x="134" y="317"/>
                  </a:cubicBezTo>
                  <a:cubicBezTo>
                    <a:pt x="138" y="319"/>
                    <a:pt x="141" y="321"/>
                    <a:pt x="143" y="323"/>
                  </a:cubicBezTo>
                  <a:cubicBezTo>
                    <a:pt x="144" y="323"/>
                    <a:pt x="145" y="324"/>
                    <a:pt x="145" y="324"/>
                  </a:cubicBezTo>
                  <a:cubicBezTo>
                    <a:pt x="145" y="325"/>
                    <a:pt x="145" y="325"/>
                    <a:pt x="145" y="325"/>
                  </a:cubicBezTo>
                  <a:cubicBezTo>
                    <a:pt x="145" y="325"/>
                    <a:pt x="145" y="325"/>
                    <a:pt x="145" y="325"/>
                  </a:cubicBezTo>
                  <a:cubicBezTo>
                    <a:pt x="147" y="323"/>
                    <a:pt x="147" y="323"/>
                    <a:pt x="147" y="323"/>
                  </a:cubicBezTo>
                  <a:cubicBezTo>
                    <a:pt x="145" y="324"/>
                    <a:pt x="145" y="324"/>
                    <a:pt x="145" y="324"/>
                  </a:cubicBezTo>
                  <a:cubicBezTo>
                    <a:pt x="145" y="325"/>
                    <a:pt x="145" y="325"/>
                    <a:pt x="145" y="325"/>
                  </a:cubicBezTo>
                  <a:cubicBezTo>
                    <a:pt x="147" y="323"/>
                    <a:pt x="147" y="323"/>
                    <a:pt x="147" y="323"/>
                  </a:cubicBezTo>
                  <a:cubicBezTo>
                    <a:pt x="145" y="324"/>
                    <a:pt x="145" y="324"/>
                    <a:pt x="145" y="324"/>
                  </a:cubicBezTo>
                  <a:cubicBezTo>
                    <a:pt x="148" y="323"/>
                    <a:pt x="148" y="323"/>
                    <a:pt x="148" y="323"/>
                  </a:cubicBezTo>
                  <a:cubicBezTo>
                    <a:pt x="144" y="323"/>
                    <a:pt x="144" y="323"/>
                    <a:pt x="144" y="323"/>
                  </a:cubicBezTo>
                  <a:cubicBezTo>
                    <a:pt x="144" y="324"/>
                    <a:pt x="145" y="324"/>
                    <a:pt x="145" y="324"/>
                  </a:cubicBezTo>
                  <a:cubicBezTo>
                    <a:pt x="148" y="323"/>
                    <a:pt x="148" y="323"/>
                    <a:pt x="148" y="323"/>
                  </a:cubicBezTo>
                  <a:cubicBezTo>
                    <a:pt x="144" y="323"/>
                    <a:pt x="144" y="323"/>
                    <a:pt x="144" y="323"/>
                  </a:cubicBezTo>
                  <a:cubicBezTo>
                    <a:pt x="148" y="323"/>
                    <a:pt x="148" y="323"/>
                    <a:pt x="148" y="323"/>
                  </a:cubicBezTo>
                  <a:cubicBezTo>
                    <a:pt x="145" y="320"/>
                    <a:pt x="145" y="320"/>
                    <a:pt x="145" y="320"/>
                  </a:cubicBezTo>
                  <a:cubicBezTo>
                    <a:pt x="145" y="321"/>
                    <a:pt x="144" y="322"/>
                    <a:pt x="144" y="323"/>
                  </a:cubicBezTo>
                  <a:cubicBezTo>
                    <a:pt x="148" y="323"/>
                    <a:pt x="148" y="323"/>
                    <a:pt x="148" y="323"/>
                  </a:cubicBezTo>
                  <a:cubicBezTo>
                    <a:pt x="145" y="320"/>
                    <a:pt x="145" y="320"/>
                    <a:pt x="145" y="320"/>
                  </a:cubicBezTo>
                  <a:cubicBezTo>
                    <a:pt x="148" y="323"/>
                    <a:pt x="148" y="323"/>
                    <a:pt x="148" y="323"/>
                  </a:cubicBezTo>
                  <a:cubicBezTo>
                    <a:pt x="145" y="320"/>
                    <a:pt x="145" y="320"/>
                    <a:pt x="145" y="320"/>
                  </a:cubicBezTo>
                  <a:cubicBezTo>
                    <a:pt x="148" y="323"/>
                    <a:pt x="148" y="323"/>
                    <a:pt x="148" y="323"/>
                  </a:cubicBezTo>
                  <a:cubicBezTo>
                    <a:pt x="147" y="319"/>
                    <a:pt x="147" y="319"/>
                    <a:pt x="147" y="319"/>
                  </a:cubicBezTo>
                  <a:cubicBezTo>
                    <a:pt x="147" y="319"/>
                    <a:pt x="146" y="319"/>
                    <a:pt x="145" y="320"/>
                  </a:cubicBezTo>
                  <a:cubicBezTo>
                    <a:pt x="148" y="323"/>
                    <a:pt x="148" y="323"/>
                    <a:pt x="148" y="323"/>
                  </a:cubicBezTo>
                  <a:cubicBezTo>
                    <a:pt x="147" y="319"/>
                    <a:pt x="147" y="319"/>
                    <a:pt x="147" y="319"/>
                  </a:cubicBezTo>
                  <a:cubicBezTo>
                    <a:pt x="148" y="322"/>
                    <a:pt x="148" y="322"/>
                    <a:pt x="148" y="322"/>
                  </a:cubicBezTo>
                  <a:cubicBezTo>
                    <a:pt x="148" y="319"/>
                    <a:pt x="148" y="319"/>
                    <a:pt x="148" y="319"/>
                  </a:cubicBezTo>
                  <a:cubicBezTo>
                    <a:pt x="148" y="319"/>
                    <a:pt x="148" y="319"/>
                    <a:pt x="147" y="319"/>
                  </a:cubicBezTo>
                  <a:cubicBezTo>
                    <a:pt x="148" y="322"/>
                    <a:pt x="148" y="322"/>
                    <a:pt x="148" y="322"/>
                  </a:cubicBezTo>
                  <a:cubicBezTo>
                    <a:pt x="148" y="319"/>
                    <a:pt x="148" y="319"/>
                    <a:pt x="148" y="319"/>
                  </a:cubicBezTo>
                  <a:cubicBezTo>
                    <a:pt x="148" y="322"/>
                    <a:pt x="148" y="322"/>
                    <a:pt x="148" y="322"/>
                  </a:cubicBezTo>
                  <a:cubicBezTo>
                    <a:pt x="149" y="319"/>
                    <a:pt x="149" y="319"/>
                    <a:pt x="149" y="319"/>
                  </a:cubicBezTo>
                  <a:cubicBezTo>
                    <a:pt x="149" y="319"/>
                    <a:pt x="149" y="319"/>
                    <a:pt x="148" y="319"/>
                  </a:cubicBezTo>
                  <a:cubicBezTo>
                    <a:pt x="148" y="322"/>
                    <a:pt x="148" y="322"/>
                    <a:pt x="148" y="322"/>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8" y="318"/>
                    <a:pt x="147" y="318"/>
                  </a:cubicBezTo>
                  <a:cubicBezTo>
                    <a:pt x="143" y="316"/>
                    <a:pt x="133" y="312"/>
                    <a:pt x="122" y="307"/>
                  </a:cubicBezTo>
                  <a:cubicBezTo>
                    <a:pt x="105" y="299"/>
                    <a:pt x="84" y="289"/>
                    <a:pt x="66" y="281"/>
                  </a:cubicBezTo>
                  <a:cubicBezTo>
                    <a:pt x="57" y="277"/>
                    <a:pt x="50" y="274"/>
                    <a:pt x="44" y="271"/>
                  </a:cubicBezTo>
                  <a:cubicBezTo>
                    <a:pt x="41" y="270"/>
                    <a:pt x="39" y="269"/>
                    <a:pt x="37" y="268"/>
                  </a:cubicBezTo>
                  <a:cubicBezTo>
                    <a:pt x="36" y="268"/>
                    <a:pt x="35" y="267"/>
                    <a:pt x="35" y="267"/>
                  </a:cubicBezTo>
                  <a:cubicBezTo>
                    <a:pt x="34" y="267"/>
                    <a:pt x="34" y="267"/>
                    <a:pt x="34" y="267"/>
                  </a:cubicBezTo>
                  <a:cubicBezTo>
                    <a:pt x="33" y="267"/>
                    <a:pt x="33" y="267"/>
                    <a:pt x="33" y="267"/>
                  </a:cubicBezTo>
                  <a:cubicBezTo>
                    <a:pt x="33" y="267"/>
                    <a:pt x="33" y="267"/>
                    <a:pt x="32" y="267"/>
                  </a:cubicBezTo>
                  <a:cubicBezTo>
                    <a:pt x="32" y="267"/>
                    <a:pt x="32" y="267"/>
                    <a:pt x="31" y="267"/>
                  </a:cubicBezTo>
                  <a:cubicBezTo>
                    <a:pt x="31" y="267"/>
                    <a:pt x="31" y="267"/>
                    <a:pt x="30" y="267"/>
                  </a:cubicBezTo>
                  <a:cubicBezTo>
                    <a:pt x="30" y="268"/>
                    <a:pt x="29" y="268"/>
                    <a:pt x="29" y="269"/>
                  </a:cubicBezTo>
                  <a:cubicBezTo>
                    <a:pt x="28" y="270"/>
                    <a:pt x="28" y="273"/>
                    <a:pt x="30" y="274"/>
                  </a:cubicBezTo>
                  <a:cubicBezTo>
                    <a:pt x="111" y="324"/>
                    <a:pt x="111" y="324"/>
                    <a:pt x="111" y="324"/>
                  </a:cubicBezTo>
                  <a:cubicBezTo>
                    <a:pt x="113" y="321"/>
                    <a:pt x="113" y="321"/>
                    <a:pt x="113" y="321"/>
                  </a:cubicBezTo>
                  <a:cubicBezTo>
                    <a:pt x="110" y="319"/>
                    <a:pt x="110" y="319"/>
                    <a:pt x="110" y="319"/>
                  </a:cubicBezTo>
                  <a:cubicBezTo>
                    <a:pt x="113" y="321"/>
                    <a:pt x="113" y="321"/>
                    <a:pt x="113" y="321"/>
                  </a:cubicBezTo>
                  <a:cubicBezTo>
                    <a:pt x="111" y="318"/>
                    <a:pt x="111" y="318"/>
                    <a:pt x="111" y="318"/>
                  </a:cubicBezTo>
                  <a:cubicBezTo>
                    <a:pt x="110" y="318"/>
                    <a:pt x="110" y="318"/>
                    <a:pt x="110" y="319"/>
                  </a:cubicBezTo>
                  <a:cubicBezTo>
                    <a:pt x="113" y="321"/>
                    <a:pt x="113" y="321"/>
                    <a:pt x="113" y="321"/>
                  </a:cubicBezTo>
                  <a:cubicBezTo>
                    <a:pt x="111" y="318"/>
                    <a:pt x="111" y="318"/>
                    <a:pt x="111" y="318"/>
                  </a:cubicBezTo>
                  <a:cubicBezTo>
                    <a:pt x="113" y="321"/>
                    <a:pt x="113" y="321"/>
                    <a:pt x="113" y="321"/>
                  </a:cubicBezTo>
                  <a:cubicBezTo>
                    <a:pt x="113" y="317"/>
                    <a:pt x="113" y="317"/>
                    <a:pt x="113" y="317"/>
                  </a:cubicBezTo>
                  <a:cubicBezTo>
                    <a:pt x="112" y="317"/>
                    <a:pt x="112" y="317"/>
                    <a:pt x="111" y="318"/>
                  </a:cubicBezTo>
                  <a:cubicBezTo>
                    <a:pt x="113" y="321"/>
                    <a:pt x="113" y="321"/>
                    <a:pt x="113" y="321"/>
                  </a:cubicBezTo>
                  <a:cubicBezTo>
                    <a:pt x="113" y="317"/>
                    <a:pt x="113" y="317"/>
                    <a:pt x="113" y="317"/>
                  </a:cubicBezTo>
                  <a:cubicBezTo>
                    <a:pt x="113" y="319"/>
                    <a:pt x="113" y="319"/>
                    <a:pt x="113" y="319"/>
                  </a:cubicBezTo>
                  <a:cubicBezTo>
                    <a:pt x="113" y="317"/>
                    <a:pt x="113" y="317"/>
                    <a:pt x="113" y="317"/>
                  </a:cubicBezTo>
                  <a:cubicBezTo>
                    <a:pt x="113" y="317"/>
                    <a:pt x="113" y="317"/>
                    <a:pt x="113" y="317"/>
                  </a:cubicBezTo>
                  <a:cubicBezTo>
                    <a:pt x="113" y="319"/>
                    <a:pt x="113" y="319"/>
                    <a:pt x="113" y="319"/>
                  </a:cubicBezTo>
                  <a:cubicBezTo>
                    <a:pt x="113" y="317"/>
                    <a:pt x="113" y="317"/>
                    <a:pt x="113" y="317"/>
                  </a:cubicBezTo>
                  <a:cubicBezTo>
                    <a:pt x="113" y="317"/>
                    <a:pt x="112" y="317"/>
                    <a:pt x="111" y="317"/>
                  </a:cubicBezTo>
                  <a:cubicBezTo>
                    <a:pt x="108" y="316"/>
                    <a:pt x="100" y="313"/>
                    <a:pt x="92" y="309"/>
                  </a:cubicBezTo>
                  <a:cubicBezTo>
                    <a:pt x="79" y="304"/>
                    <a:pt x="62" y="297"/>
                    <a:pt x="49" y="292"/>
                  </a:cubicBezTo>
                  <a:cubicBezTo>
                    <a:pt x="42" y="289"/>
                    <a:pt x="37" y="287"/>
                    <a:pt x="33" y="285"/>
                  </a:cubicBezTo>
                  <a:cubicBezTo>
                    <a:pt x="28" y="283"/>
                    <a:pt x="26" y="282"/>
                    <a:pt x="26" y="282"/>
                  </a:cubicBezTo>
                  <a:cubicBezTo>
                    <a:pt x="25" y="282"/>
                    <a:pt x="23" y="282"/>
                    <a:pt x="22" y="282"/>
                  </a:cubicBezTo>
                  <a:cubicBezTo>
                    <a:pt x="21" y="283"/>
                    <a:pt x="20" y="284"/>
                    <a:pt x="20" y="286"/>
                  </a:cubicBezTo>
                  <a:cubicBezTo>
                    <a:pt x="20" y="287"/>
                    <a:pt x="21" y="287"/>
                    <a:pt x="21" y="287"/>
                  </a:cubicBezTo>
                  <a:cubicBezTo>
                    <a:pt x="21" y="288"/>
                    <a:pt x="21" y="288"/>
                    <a:pt x="21" y="288"/>
                  </a:cubicBezTo>
                  <a:cubicBezTo>
                    <a:pt x="22" y="289"/>
                    <a:pt x="22" y="289"/>
                    <a:pt x="22" y="289"/>
                  </a:cubicBezTo>
                  <a:cubicBezTo>
                    <a:pt x="22" y="289"/>
                    <a:pt x="23" y="290"/>
                    <a:pt x="23" y="290"/>
                  </a:cubicBezTo>
                  <a:cubicBezTo>
                    <a:pt x="25" y="291"/>
                    <a:pt x="29" y="294"/>
                    <a:pt x="35" y="297"/>
                  </a:cubicBezTo>
                  <a:cubicBezTo>
                    <a:pt x="50" y="307"/>
                    <a:pt x="75" y="322"/>
                    <a:pt x="75" y="322"/>
                  </a:cubicBezTo>
                  <a:cubicBezTo>
                    <a:pt x="77" y="319"/>
                    <a:pt x="77" y="319"/>
                    <a:pt x="77" y="319"/>
                  </a:cubicBezTo>
                  <a:cubicBezTo>
                    <a:pt x="78" y="315"/>
                    <a:pt x="78" y="315"/>
                    <a:pt x="78" y="315"/>
                  </a:cubicBezTo>
                  <a:cubicBezTo>
                    <a:pt x="21" y="295"/>
                    <a:pt x="21" y="295"/>
                    <a:pt x="21" y="295"/>
                  </a:cubicBezTo>
                  <a:cubicBezTo>
                    <a:pt x="19" y="294"/>
                    <a:pt x="17" y="295"/>
                    <a:pt x="16" y="297"/>
                  </a:cubicBezTo>
                  <a:cubicBezTo>
                    <a:pt x="15" y="299"/>
                    <a:pt x="16" y="301"/>
                    <a:pt x="17" y="302"/>
                  </a:cubicBezTo>
                  <a:cubicBezTo>
                    <a:pt x="18" y="302"/>
                    <a:pt x="19" y="303"/>
                    <a:pt x="22" y="305"/>
                  </a:cubicBezTo>
                  <a:cubicBezTo>
                    <a:pt x="26" y="307"/>
                    <a:pt x="33" y="311"/>
                    <a:pt x="38" y="314"/>
                  </a:cubicBezTo>
                  <a:cubicBezTo>
                    <a:pt x="41" y="316"/>
                    <a:pt x="43" y="317"/>
                    <a:pt x="45" y="319"/>
                  </a:cubicBezTo>
                  <a:cubicBezTo>
                    <a:pt x="45" y="319"/>
                    <a:pt x="46" y="320"/>
                    <a:pt x="46" y="320"/>
                  </a:cubicBezTo>
                  <a:cubicBezTo>
                    <a:pt x="47" y="320"/>
                    <a:pt x="47" y="320"/>
                    <a:pt x="47" y="320"/>
                  </a:cubicBezTo>
                  <a:cubicBezTo>
                    <a:pt x="47" y="320"/>
                    <a:pt x="47" y="320"/>
                    <a:pt x="47" y="320"/>
                  </a:cubicBezTo>
                  <a:cubicBezTo>
                    <a:pt x="48" y="318"/>
                    <a:pt x="48" y="318"/>
                    <a:pt x="48" y="318"/>
                  </a:cubicBezTo>
                  <a:cubicBezTo>
                    <a:pt x="47" y="320"/>
                    <a:pt x="47" y="320"/>
                    <a:pt x="47" y="320"/>
                  </a:cubicBezTo>
                  <a:cubicBezTo>
                    <a:pt x="47" y="320"/>
                    <a:pt x="47" y="320"/>
                    <a:pt x="47" y="320"/>
                  </a:cubicBezTo>
                  <a:cubicBezTo>
                    <a:pt x="48" y="318"/>
                    <a:pt x="48" y="318"/>
                    <a:pt x="48" y="318"/>
                  </a:cubicBezTo>
                  <a:cubicBezTo>
                    <a:pt x="47" y="320"/>
                    <a:pt x="47" y="320"/>
                    <a:pt x="47" y="320"/>
                  </a:cubicBezTo>
                  <a:cubicBezTo>
                    <a:pt x="49" y="317"/>
                    <a:pt x="49" y="317"/>
                    <a:pt x="49" y="317"/>
                  </a:cubicBezTo>
                  <a:cubicBezTo>
                    <a:pt x="46" y="319"/>
                    <a:pt x="46" y="319"/>
                    <a:pt x="46" y="319"/>
                  </a:cubicBezTo>
                  <a:cubicBezTo>
                    <a:pt x="47" y="320"/>
                    <a:pt x="47" y="320"/>
                    <a:pt x="47" y="320"/>
                  </a:cubicBezTo>
                  <a:cubicBezTo>
                    <a:pt x="49" y="317"/>
                    <a:pt x="49" y="317"/>
                    <a:pt x="49" y="317"/>
                  </a:cubicBezTo>
                  <a:cubicBezTo>
                    <a:pt x="46" y="319"/>
                    <a:pt x="46" y="319"/>
                    <a:pt x="46" y="319"/>
                  </a:cubicBezTo>
                  <a:cubicBezTo>
                    <a:pt x="49" y="317"/>
                    <a:pt x="49" y="317"/>
                    <a:pt x="49" y="317"/>
                  </a:cubicBezTo>
                  <a:cubicBezTo>
                    <a:pt x="46" y="317"/>
                    <a:pt x="46" y="317"/>
                    <a:pt x="46" y="317"/>
                  </a:cubicBezTo>
                  <a:cubicBezTo>
                    <a:pt x="46" y="318"/>
                    <a:pt x="46" y="319"/>
                    <a:pt x="46" y="319"/>
                  </a:cubicBezTo>
                  <a:cubicBezTo>
                    <a:pt x="49" y="317"/>
                    <a:pt x="49" y="317"/>
                    <a:pt x="49" y="317"/>
                  </a:cubicBezTo>
                  <a:cubicBezTo>
                    <a:pt x="46" y="317"/>
                    <a:pt x="46" y="317"/>
                    <a:pt x="46" y="317"/>
                  </a:cubicBezTo>
                  <a:cubicBezTo>
                    <a:pt x="50" y="317"/>
                    <a:pt x="50" y="317"/>
                    <a:pt x="50" y="317"/>
                  </a:cubicBezTo>
                  <a:cubicBezTo>
                    <a:pt x="46" y="315"/>
                    <a:pt x="46" y="315"/>
                    <a:pt x="46" y="315"/>
                  </a:cubicBezTo>
                  <a:cubicBezTo>
                    <a:pt x="46" y="316"/>
                    <a:pt x="46" y="317"/>
                    <a:pt x="46" y="317"/>
                  </a:cubicBezTo>
                  <a:cubicBezTo>
                    <a:pt x="50" y="317"/>
                    <a:pt x="50" y="317"/>
                    <a:pt x="50" y="317"/>
                  </a:cubicBezTo>
                  <a:cubicBezTo>
                    <a:pt x="46" y="315"/>
                    <a:pt x="46" y="315"/>
                    <a:pt x="46" y="315"/>
                  </a:cubicBezTo>
                  <a:cubicBezTo>
                    <a:pt x="50" y="317"/>
                    <a:pt x="50" y="317"/>
                    <a:pt x="50" y="317"/>
                  </a:cubicBezTo>
                  <a:cubicBezTo>
                    <a:pt x="46" y="315"/>
                    <a:pt x="46" y="315"/>
                    <a:pt x="46" y="315"/>
                  </a:cubicBezTo>
                  <a:cubicBezTo>
                    <a:pt x="50" y="317"/>
                    <a:pt x="50" y="317"/>
                    <a:pt x="50" y="317"/>
                  </a:cubicBezTo>
                  <a:cubicBezTo>
                    <a:pt x="48" y="314"/>
                    <a:pt x="48" y="314"/>
                    <a:pt x="48" y="314"/>
                  </a:cubicBezTo>
                  <a:cubicBezTo>
                    <a:pt x="47" y="314"/>
                    <a:pt x="47" y="314"/>
                    <a:pt x="46" y="315"/>
                  </a:cubicBezTo>
                  <a:cubicBezTo>
                    <a:pt x="50" y="317"/>
                    <a:pt x="50" y="317"/>
                    <a:pt x="50" y="317"/>
                  </a:cubicBezTo>
                  <a:cubicBezTo>
                    <a:pt x="48" y="314"/>
                    <a:pt x="48" y="314"/>
                    <a:pt x="48" y="314"/>
                  </a:cubicBezTo>
                  <a:cubicBezTo>
                    <a:pt x="49" y="317"/>
                    <a:pt x="49" y="317"/>
                    <a:pt x="49" y="317"/>
                  </a:cubicBezTo>
                  <a:cubicBezTo>
                    <a:pt x="49" y="313"/>
                    <a:pt x="49" y="313"/>
                    <a:pt x="49" y="313"/>
                  </a:cubicBezTo>
                  <a:cubicBezTo>
                    <a:pt x="49" y="313"/>
                    <a:pt x="48" y="313"/>
                    <a:pt x="48" y="314"/>
                  </a:cubicBezTo>
                  <a:cubicBezTo>
                    <a:pt x="49" y="317"/>
                    <a:pt x="49" y="317"/>
                    <a:pt x="49" y="317"/>
                  </a:cubicBezTo>
                  <a:cubicBezTo>
                    <a:pt x="49" y="313"/>
                    <a:pt x="49" y="313"/>
                    <a:pt x="49" y="313"/>
                  </a:cubicBezTo>
                  <a:cubicBezTo>
                    <a:pt x="49" y="317"/>
                    <a:pt x="49" y="317"/>
                    <a:pt x="49" y="317"/>
                  </a:cubicBezTo>
                  <a:cubicBezTo>
                    <a:pt x="49" y="313"/>
                    <a:pt x="49" y="313"/>
                    <a:pt x="49" y="313"/>
                  </a:cubicBezTo>
                  <a:cubicBezTo>
                    <a:pt x="49" y="313"/>
                    <a:pt x="49" y="313"/>
                    <a:pt x="49" y="313"/>
                  </a:cubicBezTo>
                  <a:cubicBezTo>
                    <a:pt x="49" y="317"/>
                    <a:pt x="49" y="317"/>
                    <a:pt x="49" y="317"/>
                  </a:cubicBezTo>
                  <a:cubicBezTo>
                    <a:pt x="49" y="313"/>
                    <a:pt x="49" y="313"/>
                    <a:pt x="49" y="313"/>
                  </a:cubicBezTo>
                  <a:cubicBezTo>
                    <a:pt x="49" y="316"/>
                    <a:pt x="49" y="316"/>
                    <a:pt x="49" y="316"/>
                  </a:cubicBezTo>
                  <a:cubicBezTo>
                    <a:pt x="50" y="313"/>
                    <a:pt x="50" y="313"/>
                    <a:pt x="50" y="313"/>
                  </a:cubicBezTo>
                  <a:cubicBezTo>
                    <a:pt x="49" y="313"/>
                    <a:pt x="49" y="313"/>
                    <a:pt x="49" y="313"/>
                  </a:cubicBezTo>
                  <a:cubicBezTo>
                    <a:pt x="49" y="316"/>
                    <a:pt x="49" y="316"/>
                    <a:pt x="49" y="316"/>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49" y="313"/>
                    <a:pt x="48" y="313"/>
                    <a:pt x="47" y="313"/>
                  </a:cubicBezTo>
                  <a:cubicBezTo>
                    <a:pt x="42" y="312"/>
                    <a:pt x="33" y="309"/>
                    <a:pt x="25" y="307"/>
                  </a:cubicBezTo>
                  <a:cubicBezTo>
                    <a:pt x="17" y="305"/>
                    <a:pt x="11" y="303"/>
                    <a:pt x="11" y="303"/>
                  </a:cubicBezTo>
                  <a:cubicBezTo>
                    <a:pt x="9" y="302"/>
                    <a:pt x="7" y="303"/>
                    <a:pt x="6" y="305"/>
                  </a:cubicBezTo>
                  <a:cubicBezTo>
                    <a:pt x="5" y="307"/>
                    <a:pt x="6" y="309"/>
                    <a:pt x="8" y="310"/>
                  </a:cubicBezTo>
                  <a:cubicBezTo>
                    <a:pt x="11" y="312"/>
                    <a:pt x="11" y="312"/>
                    <a:pt x="11" y="312"/>
                  </a:cubicBezTo>
                  <a:cubicBezTo>
                    <a:pt x="5" y="312"/>
                    <a:pt x="5" y="312"/>
                    <a:pt x="5" y="312"/>
                  </a:cubicBezTo>
                  <a:cubicBezTo>
                    <a:pt x="3" y="311"/>
                    <a:pt x="1" y="313"/>
                    <a:pt x="0" y="314"/>
                  </a:cubicBezTo>
                  <a:cubicBezTo>
                    <a:pt x="0" y="316"/>
                    <a:pt x="1" y="318"/>
                    <a:pt x="2" y="319"/>
                  </a:cubicBezTo>
                  <a:cubicBezTo>
                    <a:pt x="7" y="322"/>
                    <a:pt x="7" y="322"/>
                    <a:pt x="7" y="322"/>
                  </a:cubicBezTo>
                  <a:cubicBezTo>
                    <a:pt x="9" y="323"/>
                    <a:pt x="12" y="323"/>
                    <a:pt x="13" y="321"/>
                  </a:cubicBezTo>
                  <a:cubicBezTo>
                    <a:pt x="14" y="319"/>
                    <a:pt x="14" y="317"/>
                    <a:pt x="12" y="3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5" name="Google Shape;195;p14"/>
            <p:cNvSpPr/>
            <p:nvPr/>
          </p:nvSpPr>
          <p:spPr>
            <a:xfrm>
              <a:off x="10044406" y="1688706"/>
              <a:ext cx="56707" cy="127591"/>
            </a:xfrm>
            <a:custGeom>
              <a:rect b="b" l="l" r="r" t="t"/>
              <a:pathLst>
                <a:path extrusionOk="0" h="66" w="29">
                  <a:moveTo>
                    <a:pt x="4" y="0"/>
                  </a:moveTo>
                  <a:cubicBezTo>
                    <a:pt x="2" y="27"/>
                    <a:pt x="0" y="43"/>
                    <a:pt x="29" y="6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6" name="Google Shape;196;p14"/>
            <p:cNvSpPr/>
            <p:nvPr/>
          </p:nvSpPr>
          <p:spPr>
            <a:xfrm>
              <a:off x="10025976" y="1674529"/>
              <a:ext cx="103490" cy="158780"/>
            </a:xfrm>
            <a:custGeom>
              <a:rect b="b" l="l" r="r" t="t"/>
              <a:pathLst>
                <a:path extrusionOk="0" h="82" w="54">
                  <a:moveTo>
                    <a:pt x="2" y="10"/>
                  </a:moveTo>
                  <a:cubicBezTo>
                    <a:pt x="1" y="22"/>
                    <a:pt x="0" y="34"/>
                    <a:pt x="3" y="46"/>
                  </a:cubicBezTo>
                  <a:cubicBezTo>
                    <a:pt x="7" y="59"/>
                    <a:pt x="18" y="69"/>
                    <a:pt x="28" y="78"/>
                  </a:cubicBezTo>
                  <a:cubicBezTo>
                    <a:pt x="33" y="82"/>
                    <a:pt x="54" y="73"/>
                    <a:pt x="50" y="69"/>
                  </a:cubicBezTo>
                  <a:cubicBezTo>
                    <a:pt x="39" y="60"/>
                    <a:pt x="30" y="51"/>
                    <a:pt x="26" y="37"/>
                  </a:cubicBezTo>
                  <a:cubicBezTo>
                    <a:pt x="23" y="26"/>
                    <a:pt x="25" y="15"/>
                    <a:pt x="25" y="4"/>
                  </a:cubicBezTo>
                  <a:cubicBezTo>
                    <a:pt x="26" y="0"/>
                    <a:pt x="3" y="3"/>
                    <a:pt x="2"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7" name="Google Shape;197;p14"/>
            <p:cNvSpPr/>
            <p:nvPr/>
          </p:nvSpPr>
          <p:spPr>
            <a:xfrm>
              <a:off x="10337864" y="1578127"/>
              <a:ext cx="171539" cy="45366"/>
            </a:xfrm>
            <a:custGeom>
              <a:rect b="b" l="l" r="r" t="t"/>
              <a:pathLst>
                <a:path extrusionOk="0" h="23" w="89">
                  <a:moveTo>
                    <a:pt x="28" y="17"/>
                  </a:moveTo>
                  <a:cubicBezTo>
                    <a:pt x="36" y="13"/>
                    <a:pt x="46" y="17"/>
                    <a:pt x="54" y="20"/>
                  </a:cubicBezTo>
                  <a:cubicBezTo>
                    <a:pt x="61" y="23"/>
                    <a:pt x="68" y="21"/>
                    <a:pt x="74" y="18"/>
                  </a:cubicBezTo>
                  <a:cubicBezTo>
                    <a:pt x="75" y="18"/>
                    <a:pt x="89" y="12"/>
                    <a:pt x="84" y="10"/>
                  </a:cubicBezTo>
                  <a:cubicBezTo>
                    <a:pt x="59" y="0"/>
                    <a:pt x="35" y="2"/>
                    <a:pt x="10" y="13"/>
                  </a:cubicBezTo>
                  <a:cubicBezTo>
                    <a:pt x="8" y="14"/>
                    <a:pt x="0" y="20"/>
                    <a:pt x="6" y="21"/>
                  </a:cubicBezTo>
                  <a:cubicBezTo>
                    <a:pt x="13" y="23"/>
                    <a:pt x="22" y="20"/>
                    <a:pt x="28"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8" name="Google Shape;198;p14"/>
            <p:cNvSpPr/>
            <p:nvPr/>
          </p:nvSpPr>
          <p:spPr>
            <a:xfrm>
              <a:off x="9935245" y="1904192"/>
              <a:ext cx="375684" cy="860528"/>
            </a:xfrm>
            <a:custGeom>
              <a:rect b="b" l="l" r="r" t="t"/>
              <a:pathLst>
                <a:path extrusionOk="0" h="446" w="195">
                  <a:moveTo>
                    <a:pt x="159" y="13"/>
                  </a:moveTo>
                  <a:cubicBezTo>
                    <a:pt x="105" y="148"/>
                    <a:pt x="0" y="278"/>
                    <a:pt x="39" y="431"/>
                  </a:cubicBezTo>
                  <a:cubicBezTo>
                    <a:pt x="42" y="446"/>
                    <a:pt x="73" y="437"/>
                    <a:pt x="70" y="423"/>
                  </a:cubicBezTo>
                  <a:cubicBezTo>
                    <a:pt x="32" y="275"/>
                    <a:pt x="136" y="147"/>
                    <a:pt x="189" y="17"/>
                  </a:cubicBezTo>
                  <a:cubicBezTo>
                    <a:pt x="195" y="0"/>
                    <a:pt x="164" y="1"/>
                    <a:pt x="15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199" name="Google Shape;199;p14"/>
            <p:cNvSpPr/>
            <p:nvPr/>
          </p:nvSpPr>
          <p:spPr>
            <a:xfrm>
              <a:off x="10167743" y="1692959"/>
              <a:ext cx="287788" cy="114832"/>
            </a:xfrm>
            <a:custGeom>
              <a:rect b="b" l="l" r="r" t="t"/>
              <a:pathLst>
                <a:path extrusionOk="0" h="60" w="149">
                  <a:moveTo>
                    <a:pt x="124" y="10"/>
                  </a:moveTo>
                  <a:cubicBezTo>
                    <a:pt x="109" y="26"/>
                    <a:pt x="92" y="38"/>
                    <a:pt x="69" y="35"/>
                  </a:cubicBezTo>
                  <a:cubicBezTo>
                    <a:pt x="51" y="33"/>
                    <a:pt x="35" y="20"/>
                    <a:pt x="24" y="5"/>
                  </a:cubicBezTo>
                  <a:cubicBezTo>
                    <a:pt x="20" y="0"/>
                    <a:pt x="0" y="9"/>
                    <a:pt x="1" y="11"/>
                  </a:cubicBezTo>
                  <a:cubicBezTo>
                    <a:pt x="38" y="60"/>
                    <a:pt x="106" y="50"/>
                    <a:pt x="145" y="8"/>
                  </a:cubicBezTo>
                  <a:cubicBezTo>
                    <a:pt x="149" y="3"/>
                    <a:pt x="127" y="6"/>
                    <a:pt x="124"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0" name="Google Shape;200;p14"/>
            <p:cNvSpPr/>
            <p:nvPr/>
          </p:nvSpPr>
          <p:spPr>
            <a:xfrm>
              <a:off x="10275487" y="1725566"/>
              <a:ext cx="147438" cy="111996"/>
            </a:xfrm>
            <a:custGeom>
              <a:rect b="b" l="l" r="r" t="t"/>
              <a:pathLst>
                <a:path extrusionOk="0" h="58" w="76">
                  <a:moveTo>
                    <a:pt x="53" y="13"/>
                  </a:moveTo>
                  <a:cubicBezTo>
                    <a:pt x="52" y="22"/>
                    <a:pt x="52" y="33"/>
                    <a:pt x="45" y="40"/>
                  </a:cubicBezTo>
                  <a:cubicBezTo>
                    <a:pt x="43" y="43"/>
                    <a:pt x="31" y="36"/>
                    <a:pt x="28" y="34"/>
                  </a:cubicBezTo>
                  <a:cubicBezTo>
                    <a:pt x="22" y="30"/>
                    <a:pt x="0" y="39"/>
                    <a:pt x="10" y="45"/>
                  </a:cubicBezTo>
                  <a:cubicBezTo>
                    <a:pt x="24" y="54"/>
                    <a:pt x="40" y="58"/>
                    <a:pt x="55" y="50"/>
                  </a:cubicBezTo>
                  <a:cubicBezTo>
                    <a:pt x="71" y="42"/>
                    <a:pt x="75" y="26"/>
                    <a:pt x="76" y="10"/>
                  </a:cubicBezTo>
                  <a:cubicBezTo>
                    <a:pt x="76" y="0"/>
                    <a:pt x="53" y="5"/>
                    <a:pt x="53"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1" name="Google Shape;201;p14"/>
            <p:cNvSpPr/>
            <p:nvPr/>
          </p:nvSpPr>
          <p:spPr>
            <a:xfrm>
              <a:off x="8161734" y="897644"/>
              <a:ext cx="405455" cy="582664"/>
            </a:xfrm>
            <a:custGeom>
              <a:rect b="b" l="l" r="r" t="t"/>
              <a:pathLst>
                <a:path extrusionOk="0" h="302" w="210">
                  <a:moveTo>
                    <a:pt x="12" y="142"/>
                  </a:moveTo>
                  <a:cubicBezTo>
                    <a:pt x="1" y="141"/>
                    <a:pt x="1" y="141"/>
                    <a:pt x="1" y="141"/>
                  </a:cubicBezTo>
                  <a:cubicBezTo>
                    <a:pt x="0" y="148"/>
                    <a:pt x="0" y="155"/>
                    <a:pt x="0" y="162"/>
                  </a:cubicBezTo>
                  <a:cubicBezTo>
                    <a:pt x="0" y="198"/>
                    <a:pt x="9" y="231"/>
                    <a:pt x="24" y="256"/>
                  </a:cubicBezTo>
                  <a:cubicBezTo>
                    <a:pt x="32" y="269"/>
                    <a:pt x="42" y="279"/>
                    <a:pt x="53" y="287"/>
                  </a:cubicBezTo>
                  <a:cubicBezTo>
                    <a:pt x="64" y="295"/>
                    <a:pt x="77" y="300"/>
                    <a:pt x="91" y="302"/>
                  </a:cubicBezTo>
                  <a:cubicBezTo>
                    <a:pt x="93" y="302"/>
                    <a:pt x="95" y="302"/>
                    <a:pt x="98" y="302"/>
                  </a:cubicBezTo>
                  <a:cubicBezTo>
                    <a:pt x="112" y="302"/>
                    <a:pt x="126" y="298"/>
                    <a:pt x="138" y="290"/>
                  </a:cubicBezTo>
                  <a:cubicBezTo>
                    <a:pt x="157" y="279"/>
                    <a:pt x="173" y="261"/>
                    <a:pt x="186" y="239"/>
                  </a:cubicBezTo>
                  <a:cubicBezTo>
                    <a:pt x="198" y="217"/>
                    <a:pt x="206" y="190"/>
                    <a:pt x="209" y="161"/>
                  </a:cubicBezTo>
                  <a:cubicBezTo>
                    <a:pt x="209" y="154"/>
                    <a:pt x="210" y="147"/>
                    <a:pt x="210" y="140"/>
                  </a:cubicBezTo>
                  <a:cubicBezTo>
                    <a:pt x="210" y="104"/>
                    <a:pt x="201" y="71"/>
                    <a:pt x="185" y="46"/>
                  </a:cubicBezTo>
                  <a:cubicBezTo>
                    <a:pt x="177" y="34"/>
                    <a:pt x="168" y="23"/>
                    <a:pt x="157" y="15"/>
                  </a:cubicBezTo>
                  <a:cubicBezTo>
                    <a:pt x="146" y="7"/>
                    <a:pt x="133" y="2"/>
                    <a:pt x="119" y="1"/>
                  </a:cubicBezTo>
                  <a:cubicBezTo>
                    <a:pt x="117" y="1"/>
                    <a:pt x="114" y="0"/>
                    <a:pt x="112" y="0"/>
                  </a:cubicBezTo>
                  <a:cubicBezTo>
                    <a:pt x="98" y="0"/>
                    <a:pt x="84" y="5"/>
                    <a:pt x="71" y="12"/>
                  </a:cubicBezTo>
                  <a:cubicBezTo>
                    <a:pt x="52" y="23"/>
                    <a:pt x="36" y="41"/>
                    <a:pt x="24" y="63"/>
                  </a:cubicBezTo>
                  <a:cubicBezTo>
                    <a:pt x="12" y="85"/>
                    <a:pt x="4" y="112"/>
                    <a:pt x="1" y="141"/>
                  </a:cubicBezTo>
                  <a:cubicBezTo>
                    <a:pt x="12" y="142"/>
                    <a:pt x="12" y="142"/>
                    <a:pt x="12" y="142"/>
                  </a:cubicBezTo>
                  <a:cubicBezTo>
                    <a:pt x="23" y="143"/>
                    <a:pt x="23" y="143"/>
                    <a:pt x="23" y="143"/>
                  </a:cubicBezTo>
                  <a:cubicBezTo>
                    <a:pt x="26" y="108"/>
                    <a:pt x="38" y="77"/>
                    <a:pt x="55" y="56"/>
                  </a:cubicBezTo>
                  <a:cubicBezTo>
                    <a:pt x="63" y="45"/>
                    <a:pt x="73" y="37"/>
                    <a:pt x="82" y="31"/>
                  </a:cubicBezTo>
                  <a:cubicBezTo>
                    <a:pt x="92" y="26"/>
                    <a:pt x="102" y="23"/>
                    <a:pt x="112" y="23"/>
                  </a:cubicBezTo>
                  <a:cubicBezTo>
                    <a:pt x="114" y="23"/>
                    <a:pt x="115" y="23"/>
                    <a:pt x="117" y="23"/>
                  </a:cubicBezTo>
                  <a:cubicBezTo>
                    <a:pt x="127" y="24"/>
                    <a:pt x="136" y="27"/>
                    <a:pt x="144" y="33"/>
                  </a:cubicBezTo>
                  <a:cubicBezTo>
                    <a:pt x="156" y="42"/>
                    <a:pt x="167" y="56"/>
                    <a:pt x="175" y="75"/>
                  </a:cubicBezTo>
                  <a:cubicBezTo>
                    <a:pt x="183" y="93"/>
                    <a:pt x="188" y="116"/>
                    <a:pt x="188" y="140"/>
                  </a:cubicBezTo>
                  <a:cubicBezTo>
                    <a:pt x="188" y="146"/>
                    <a:pt x="187" y="153"/>
                    <a:pt x="187" y="159"/>
                  </a:cubicBezTo>
                  <a:cubicBezTo>
                    <a:pt x="183" y="194"/>
                    <a:pt x="171" y="225"/>
                    <a:pt x="155" y="246"/>
                  </a:cubicBezTo>
                  <a:cubicBezTo>
                    <a:pt x="146" y="257"/>
                    <a:pt x="137" y="266"/>
                    <a:pt x="127" y="271"/>
                  </a:cubicBezTo>
                  <a:cubicBezTo>
                    <a:pt x="118" y="277"/>
                    <a:pt x="108" y="280"/>
                    <a:pt x="98" y="280"/>
                  </a:cubicBezTo>
                  <a:cubicBezTo>
                    <a:pt x="96" y="280"/>
                    <a:pt x="94" y="280"/>
                    <a:pt x="93" y="279"/>
                  </a:cubicBezTo>
                  <a:cubicBezTo>
                    <a:pt x="83" y="279"/>
                    <a:pt x="74" y="275"/>
                    <a:pt x="66" y="269"/>
                  </a:cubicBezTo>
                  <a:cubicBezTo>
                    <a:pt x="53" y="260"/>
                    <a:pt x="42" y="246"/>
                    <a:pt x="34" y="227"/>
                  </a:cubicBezTo>
                  <a:cubicBezTo>
                    <a:pt x="27" y="209"/>
                    <a:pt x="22" y="186"/>
                    <a:pt x="22" y="162"/>
                  </a:cubicBezTo>
                  <a:cubicBezTo>
                    <a:pt x="22" y="156"/>
                    <a:pt x="22" y="150"/>
                    <a:pt x="23" y="143"/>
                  </a:cubicBezTo>
                  <a:lnTo>
                    <a:pt x="12" y="14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2" name="Google Shape;202;p14"/>
            <p:cNvSpPr/>
            <p:nvPr/>
          </p:nvSpPr>
          <p:spPr>
            <a:xfrm>
              <a:off x="8139051" y="774306"/>
              <a:ext cx="545805" cy="844934"/>
            </a:xfrm>
            <a:custGeom>
              <a:rect b="b" l="l" r="r" t="t"/>
              <a:pathLst>
                <a:path extrusionOk="0" h="438" w="283">
                  <a:moveTo>
                    <a:pt x="17" y="207"/>
                  </a:moveTo>
                  <a:cubicBezTo>
                    <a:pt x="1" y="206"/>
                    <a:pt x="1" y="206"/>
                    <a:pt x="1" y="206"/>
                  </a:cubicBezTo>
                  <a:cubicBezTo>
                    <a:pt x="0" y="217"/>
                    <a:pt x="0" y="228"/>
                    <a:pt x="0" y="239"/>
                  </a:cubicBezTo>
                  <a:cubicBezTo>
                    <a:pt x="0" y="290"/>
                    <a:pt x="11" y="337"/>
                    <a:pt x="32" y="373"/>
                  </a:cubicBezTo>
                  <a:cubicBezTo>
                    <a:pt x="42" y="391"/>
                    <a:pt x="55" y="406"/>
                    <a:pt x="69" y="418"/>
                  </a:cubicBezTo>
                  <a:cubicBezTo>
                    <a:pt x="84" y="429"/>
                    <a:pt x="102" y="436"/>
                    <a:pt x="120" y="438"/>
                  </a:cubicBezTo>
                  <a:cubicBezTo>
                    <a:pt x="123" y="438"/>
                    <a:pt x="126" y="438"/>
                    <a:pt x="129" y="438"/>
                  </a:cubicBezTo>
                  <a:cubicBezTo>
                    <a:pt x="149" y="438"/>
                    <a:pt x="168" y="432"/>
                    <a:pt x="185" y="421"/>
                  </a:cubicBezTo>
                  <a:cubicBezTo>
                    <a:pt x="211" y="405"/>
                    <a:pt x="233" y="379"/>
                    <a:pt x="249" y="346"/>
                  </a:cubicBezTo>
                  <a:cubicBezTo>
                    <a:pt x="266" y="314"/>
                    <a:pt x="277" y="275"/>
                    <a:pt x="281" y="232"/>
                  </a:cubicBezTo>
                  <a:cubicBezTo>
                    <a:pt x="282" y="221"/>
                    <a:pt x="283" y="210"/>
                    <a:pt x="283" y="199"/>
                  </a:cubicBezTo>
                  <a:cubicBezTo>
                    <a:pt x="283" y="148"/>
                    <a:pt x="271" y="101"/>
                    <a:pt x="251" y="65"/>
                  </a:cubicBezTo>
                  <a:cubicBezTo>
                    <a:pt x="240" y="47"/>
                    <a:pt x="228" y="32"/>
                    <a:pt x="213" y="21"/>
                  </a:cubicBezTo>
                  <a:cubicBezTo>
                    <a:pt x="198" y="9"/>
                    <a:pt x="181" y="2"/>
                    <a:pt x="162" y="0"/>
                  </a:cubicBezTo>
                  <a:cubicBezTo>
                    <a:pt x="159" y="0"/>
                    <a:pt x="156" y="0"/>
                    <a:pt x="153" y="0"/>
                  </a:cubicBezTo>
                  <a:cubicBezTo>
                    <a:pt x="133" y="0"/>
                    <a:pt x="114" y="6"/>
                    <a:pt x="97" y="17"/>
                  </a:cubicBezTo>
                  <a:cubicBezTo>
                    <a:pt x="71" y="33"/>
                    <a:pt x="50" y="59"/>
                    <a:pt x="33" y="92"/>
                  </a:cubicBezTo>
                  <a:cubicBezTo>
                    <a:pt x="16" y="124"/>
                    <a:pt x="5" y="163"/>
                    <a:pt x="1" y="206"/>
                  </a:cubicBezTo>
                  <a:cubicBezTo>
                    <a:pt x="17" y="207"/>
                    <a:pt x="17" y="207"/>
                    <a:pt x="17" y="207"/>
                  </a:cubicBezTo>
                  <a:cubicBezTo>
                    <a:pt x="32" y="209"/>
                    <a:pt x="32" y="209"/>
                    <a:pt x="32" y="209"/>
                  </a:cubicBezTo>
                  <a:cubicBezTo>
                    <a:pt x="37" y="157"/>
                    <a:pt x="54" y="111"/>
                    <a:pt x="77" y="80"/>
                  </a:cubicBezTo>
                  <a:cubicBezTo>
                    <a:pt x="88" y="64"/>
                    <a:pt x="101" y="51"/>
                    <a:pt x="114" y="43"/>
                  </a:cubicBezTo>
                  <a:cubicBezTo>
                    <a:pt x="127" y="35"/>
                    <a:pt x="140" y="31"/>
                    <a:pt x="153" y="31"/>
                  </a:cubicBezTo>
                  <a:cubicBezTo>
                    <a:pt x="155" y="31"/>
                    <a:pt x="157" y="31"/>
                    <a:pt x="159" y="31"/>
                  </a:cubicBezTo>
                  <a:cubicBezTo>
                    <a:pt x="171" y="32"/>
                    <a:pt x="183" y="37"/>
                    <a:pt x="194" y="45"/>
                  </a:cubicBezTo>
                  <a:cubicBezTo>
                    <a:pt x="210" y="58"/>
                    <a:pt x="225" y="79"/>
                    <a:pt x="235" y="105"/>
                  </a:cubicBezTo>
                  <a:cubicBezTo>
                    <a:pt x="246" y="132"/>
                    <a:pt x="252" y="164"/>
                    <a:pt x="252" y="199"/>
                  </a:cubicBezTo>
                  <a:cubicBezTo>
                    <a:pt x="252" y="209"/>
                    <a:pt x="251" y="219"/>
                    <a:pt x="250" y="229"/>
                  </a:cubicBezTo>
                  <a:cubicBezTo>
                    <a:pt x="245" y="281"/>
                    <a:pt x="228" y="327"/>
                    <a:pt x="206" y="358"/>
                  </a:cubicBezTo>
                  <a:cubicBezTo>
                    <a:pt x="194" y="374"/>
                    <a:pt x="182" y="387"/>
                    <a:pt x="169" y="395"/>
                  </a:cubicBezTo>
                  <a:cubicBezTo>
                    <a:pt x="155" y="403"/>
                    <a:pt x="142" y="407"/>
                    <a:pt x="129" y="407"/>
                  </a:cubicBezTo>
                  <a:cubicBezTo>
                    <a:pt x="127" y="407"/>
                    <a:pt x="125" y="407"/>
                    <a:pt x="123" y="407"/>
                  </a:cubicBezTo>
                  <a:cubicBezTo>
                    <a:pt x="111" y="406"/>
                    <a:pt x="99" y="401"/>
                    <a:pt x="88" y="393"/>
                  </a:cubicBezTo>
                  <a:cubicBezTo>
                    <a:pt x="72" y="380"/>
                    <a:pt x="57" y="360"/>
                    <a:pt x="47" y="333"/>
                  </a:cubicBezTo>
                  <a:cubicBezTo>
                    <a:pt x="37" y="306"/>
                    <a:pt x="31" y="274"/>
                    <a:pt x="31" y="239"/>
                  </a:cubicBezTo>
                  <a:cubicBezTo>
                    <a:pt x="31" y="229"/>
                    <a:pt x="31" y="219"/>
                    <a:pt x="32" y="209"/>
                  </a:cubicBezTo>
                  <a:lnTo>
                    <a:pt x="17" y="20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3" name="Google Shape;203;p14"/>
            <p:cNvSpPr/>
            <p:nvPr/>
          </p:nvSpPr>
          <p:spPr>
            <a:xfrm>
              <a:off x="8598378" y="899061"/>
              <a:ext cx="670560" cy="260852"/>
            </a:xfrm>
            <a:custGeom>
              <a:rect b="b" l="l" r="r" t="t"/>
              <a:pathLst>
                <a:path extrusionOk="0" h="184" w="473">
                  <a:moveTo>
                    <a:pt x="0" y="29"/>
                  </a:moveTo>
                  <a:lnTo>
                    <a:pt x="464" y="184"/>
                  </a:lnTo>
                  <a:lnTo>
                    <a:pt x="473" y="154"/>
                  </a:lnTo>
                  <a:lnTo>
                    <a:pt x="9" y="0"/>
                  </a:lnTo>
                  <a:lnTo>
                    <a:pt x="0"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4" name="Google Shape;204;p14"/>
            <p:cNvSpPr/>
            <p:nvPr/>
          </p:nvSpPr>
          <p:spPr>
            <a:xfrm>
              <a:off x="8598378" y="899061"/>
              <a:ext cx="670560" cy="260852"/>
            </a:xfrm>
            <a:custGeom>
              <a:rect b="b" l="l" r="r" t="t"/>
              <a:pathLst>
                <a:path extrusionOk="0" h="184" w="473">
                  <a:moveTo>
                    <a:pt x="0" y="29"/>
                  </a:moveTo>
                  <a:lnTo>
                    <a:pt x="464" y="184"/>
                  </a:lnTo>
                  <a:lnTo>
                    <a:pt x="473" y="154"/>
                  </a:lnTo>
                  <a:lnTo>
                    <a:pt x="9"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5" name="Google Shape;205;p14"/>
            <p:cNvSpPr/>
            <p:nvPr/>
          </p:nvSpPr>
          <p:spPr>
            <a:xfrm>
              <a:off x="8472205" y="1548356"/>
              <a:ext cx="642206" cy="123338"/>
            </a:xfrm>
            <a:custGeom>
              <a:rect b="b" l="l" r="r" t="t"/>
              <a:pathLst>
                <a:path extrusionOk="0" h="87" w="453">
                  <a:moveTo>
                    <a:pt x="0" y="31"/>
                  </a:moveTo>
                  <a:lnTo>
                    <a:pt x="451" y="87"/>
                  </a:lnTo>
                  <a:lnTo>
                    <a:pt x="453" y="54"/>
                  </a:lnTo>
                  <a:lnTo>
                    <a:pt x="3" y="0"/>
                  </a:lnTo>
                  <a:lnTo>
                    <a:pt x="0" y="3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6" name="Google Shape;206;p14"/>
            <p:cNvSpPr/>
            <p:nvPr/>
          </p:nvSpPr>
          <p:spPr>
            <a:xfrm>
              <a:off x="8472205" y="1548356"/>
              <a:ext cx="642206" cy="123338"/>
            </a:xfrm>
            <a:custGeom>
              <a:rect b="b" l="l" r="r" t="t"/>
              <a:pathLst>
                <a:path extrusionOk="0" h="87" w="453">
                  <a:moveTo>
                    <a:pt x="0" y="31"/>
                  </a:moveTo>
                  <a:lnTo>
                    <a:pt x="451" y="87"/>
                  </a:lnTo>
                  <a:lnTo>
                    <a:pt x="453" y="54"/>
                  </a:lnTo>
                  <a:lnTo>
                    <a:pt x="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7" name="Google Shape;207;p14"/>
            <p:cNvSpPr/>
            <p:nvPr/>
          </p:nvSpPr>
          <p:spPr>
            <a:xfrm>
              <a:off x="9076134" y="1090447"/>
              <a:ext cx="246675" cy="605347"/>
            </a:xfrm>
            <a:custGeom>
              <a:rect b="b" l="l" r="r" t="t"/>
              <a:pathLst>
                <a:path extrusionOk="0" h="314" w="128">
                  <a:moveTo>
                    <a:pt x="68" y="28"/>
                  </a:moveTo>
                  <a:cubicBezTo>
                    <a:pt x="83" y="73"/>
                    <a:pt x="83" y="122"/>
                    <a:pt x="78" y="168"/>
                  </a:cubicBezTo>
                  <a:cubicBezTo>
                    <a:pt x="73" y="209"/>
                    <a:pt x="60" y="270"/>
                    <a:pt x="17" y="288"/>
                  </a:cubicBezTo>
                  <a:cubicBezTo>
                    <a:pt x="12" y="291"/>
                    <a:pt x="0" y="299"/>
                    <a:pt x="6" y="307"/>
                  </a:cubicBezTo>
                  <a:cubicBezTo>
                    <a:pt x="13" y="314"/>
                    <a:pt x="27" y="311"/>
                    <a:pt x="35" y="308"/>
                  </a:cubicBezTo>
                  <a:cubicBezTo>
                    <a:pt x="86" y="286"/>
                    <a:pt x="108" y="233"/>
                    <a:pt x="118" y="182"/>
                  </a:cubicBezTo>
                  <a:cubicBezTo>
                    <a:pt x="128" y="129"/>
                    <a:pt x="128" y="68"/>
                    <a:pt x="111" y="16"/>
                  </a:cubicBezTo>
                  <a:cubicBezTo>
                    <a:pt x="106" y="0"/>
                    <a:pt x="63" y="12"/>
                    <a:pt x="68" y="2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8" name="Google Shape;208;p14"/>
            <p:cNvSpPr/>
            <p:nvPr/>
          </p:nvSpPr>
          <p:spPr>
            <a:xfrm>
              <a:off x="9290203" y="1165584"/>
              <a:ext cx="569905" cy="223993"/>
            </a:xfrm>
            <a:custGeom>
              <a:rect b="b" l="l" r="r" t="t"/>
              <a:pathLst>
                <a:path extrusionOk="0" h="158" w="402">
                  <a:moveTo>
                    <a:pt x="0" y="29"/>
                  </a:moveTo>
                  <a:lnTo>
                    <a:pt x="392" y="158"/>
                  </a:lnTo>
                  <a:lnTo>
                    <a:pt x="402" y="129"/>
                  </a:lnTo>
                  <a:lnTo>
                    <a:pt x="10" y="0"/>
                  </a:lnTo>
                  <a:lnTo>
                    <a:pt x="0"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09" name="Google Shape;209;p14"/>
            <p:cNvSpPr/>
            <p:nvPr/>
          </p:nvSpPr>
          <p:spPr>
            <a:xfrm>
              <a:off x="9290203" y="1165584"/>
              <a:ext cx="569905" cy="223993"/>
            </a:xfrm>
            <a:custGeom>
              <a:rect b="b" l="l" r="r" t="t"/>
              <a:pathLst>
                <a:path extrusionOk="0" h="158" w="402">
                  <a:moveTo>
                    <a:pt x="0" y="29"/>
                  </a:moveTo>
                  <a:lnTo>
                    <a:pt x="392" y="158"/>
                  </a:lnTo>
                  <a:lnTo>
                    <a:pt x="402" y="129"/>
                  </a:lnTo>
                  <a:lnTo>
                    <a:pt x="1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0" name="Google Shape;210;p14"/>
            <p:cNvSpPr/>
            <p:nvPr/>
          </p:nvSpPr>
          <p:spPr>
            <a:xfrm>
              <a:off x="9213648" y="1599393"/>
              <a:ext cx="595424" cy="117667"/>
            </a:xfrm>
            <a:custGeom>
              <a:rect b="b" l="l" r="r" t="t"/>
              <a:pathLst>
                <a:path extrusionOk="0" h="83" w="420">
                  <a:moveTo>
                    <a:pt x="0" y="30"/>
                  </a:moveTo>
                  <a:lnTo>
                    <a:pt x="417" y="83"/>
                  </a:lnTo>
                  <a:lnTo>
                    <a:pt x="420" y="53"/>
                  </a:lnTo>
                  <a:lnTo>
                    <a:pt x="4" y="0"/>
                  </a:lnTo>
                  <a:lnTo>
                    <a:pt x="0" y="30"/>
                  </a:lnTo>
                  <a:close/>
                </a:path>
              </a:pathLst>
            </a:custGeom>
            <a:solidFill>
              <a:srgbClr val="5858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1" name="Google Shape;211;p14"/>
            <p:cNvSpPr/>
            <p:nvPr/>
          </p:nvSpPr>
          <p:spPr>
            <a:xfrm>
              <a:off x="9213648" y="1599393"/>
              <a:ext cx="595424" cy="117667"/>
            </a:xfrm>
            <a:custGeom>
              <a:rect b="b" l="l" r="r" t="t"/>
              <a:pathLst>
                <a:path extrusionOk="0" h="83" w="420">
                  <a:moveTo>
                    <a:pt x="0" y="30"/>
                  </a:moveTo>
                  <a:lnTo>
                    <a:pt x="417" y="83"/>
                  </a:lnTo>
                  <a:lnTo>
                    <a:pt x="420" y="53"/>
                  </a:lnTo>
                  <a:lnTo>
                    <a:pt x="4" y="0"/>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2" name="Google Shape;212;p14"/>
            <p:cNvSpPr/>
            <p:nvPr/>
          </p:nvSpPr>
          <p:spPr>
            <a:xfrm>
              <a:off x="9705581" y="1324364"/>
              <a:ext cx="208398" cy="392696"/>
            </a:xfrm>
            <a:custGeom>
              <a:rect b="b" l="l" r="r" t="t"/>
              <a:pathLst>
                <a:path extrusionOk="0" h="204" w="108">
                  <a:moveTo>
                    <a:pt x="51" y="26"/>
                  </a:moveTo>
                  <a:cubicBezTo>
                    <a:pt x="61" y="80"/>
                    <a:pt x="74" y="143"/>
                    <a:pt x="23" y="181"/>
                  </a:cubicBezTo>
                  <a:cubicBezTo>
                    <a:pt x="0" y="198"/>
                    <a:pt x="36" y="204"/>
                    <a:pt x="50" y="194"/>
                  </a:cubicBezTo>
                  <a:cubicBezTo>
                    <a:pt x="78" y="174"/>
                    <a:pt x="97" y="149"/>
                    <a:pt x="103" y="114"/>
                  </a:cubicBezTo>
                  <a:cubicBezTo>
                    <a:pt x="108" y="81"/>
                    <a:pt x="100" y="47"/>
                    <a:pt x="94" y="15"/>
                  </a:cubicBezTo>
                  <a:cubicBezTo>
                    <a:pt x="91" y="0"/>
                    <a:pt x="48" y="10"/>
                    <a:pt x="51"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3" name="Google Shape;213;p14"/>
            <p:cNvSpPr/>
            <p:nvPr/>
          </p:nvSpPr>
          <p:spPr>
            <a:xfrm>
              <a:off x="9823248" y="1405171"/>
              <a:ext cx="479174" cy="158780"/>
            </a:xfrm>
            <a:custGeom>
              <a:rect b="b" l="l" r="r" t="t"/>
              <a:pathLst>
                <a:path extrusionOk="0" h="82" w="249">
                  <a:moveTo>
                    <a:pt x="24" y="27"/>
                  </a:moveTo>
                  <a:cubicBezTo>
                    <a:pt x="82" y="44"/>
                    <a:pt x="140" y="64"/>
                    <a:pt x="199" y="79"/>
                  </a:cubicBezTo>
                  <a:cubicBezTo>
                    <a:pt x="212" y="82"/>
                    <a:pt x="249" y="62"/>
                    <a:pt x="225" y="56"/>
                  </a:cubicBezTo>
                  <a:cubicBezTo>
                    <a:pt x="166" y="41"/>
                    <a:pt x="109" y="21"/>
                    <a:pt x="50" y="4"/>
                  </a:cubicBezTo>
                  <a:cubicBezTo>
                    <a:pt x="37" y="0"/>
                    <a:pt x="0" y="20"/>
                    <a:pt x="24" y="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4" name="Google Shape;214;p14"/>
            <p:cNvSpPr/>
            <p:nvPr/>
          </p:nvSpPr>
          <p:spPr>
            <a:xfrm>
              <a:off x="9787807" y="1660353"/>
              <a:ext cx="469250" cy="59542"/>
            </a:xfrm>
            <a:custGeom>
              <a:rect b="b" l="l" r="r" t="t"/>
              <a:pathLst>
                <a:path extrusionOk="0" h="31" w="243">
                  <a:moveTo>
                    <a:pt x="17" y="22"/>
                  </a:moveTo>
                  <a:cubicBezTo>
                    <a:pt x="81" y="23"/>
                    <a:pt x="144" y="30"/>
                    <a:pt x="207" y="31"/>
                  </a:cubicBezTo>
                  <a:cubicBezTo>
                    <a:pt x="217" y="31"/>
                    <a:pt x="230" y="27"/>
                    <a:pt x="236" y="20"/>
                  </a:cubicBezTo>
                  <a:cubicBezTo>
                    <a:pt x="243" y="12"/>
                    <a:pt x="230" y="10"/>
                    <a:pt x="225" y="10"/>
                  </a:cubicBezTo>
                  <a:cubicBezTo>
                    <a:pt x="162" y="8"/>
                    <a:pt x="98" y="2"/>
                    <a:pt x="35" y="1"/>
                  </a:cubicBezTo>
                  <a:cubicBezTo>
                    <a:pt x="25" y="0"/>
                    <a:pt x="12" y="4"/>
                    <a:pt x="6" y="12"/>
                  </a:cubicBezTo>
                  <a:cubicBezTo>
                    <a:pt x="0" y="20"/>
                    <a:pt x="12" y="22"/>
                    <a:pt x="17"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5" name="Google Shape;215;p14"/>
            <p:cNvSpPr/>
            <p:nvPr/>
          </p:nvSpPr>
          <p:spPr>
            <a:xfrm>
              <a:off x="10167743" y="1517167"/>
              <a:ext cx="129008" cy="199892"/>
            </a:xfrm>
            <a:custGeom>
              <a:rect b="b" l="l" r="r" t="t"/>
              <a:pathLst>
                <a:path extrusionOk="0" h="104" w="67">
                  <a:moveTo>
                    <a:pt x="28" y="22"/>
                  </a:moveTo>
                  <a:cubicBezTo>
                    <a:pt x="34" y="43"/>
                    <a:pt x="33" y="65"/>
                    <a:pt x="15" y="80"/>
                  </a:cubicBezTo>
                  <a:cubicBezTo>
                    <a:pt x="0" y="94"/>
                    <a:pt x="24" y="104"/>
                    <a:pt x="36" y="94"/>
                  </a:cubicBezTo>
                  <a:cubicBezTo>
                    <a:pt x="60" y="72"/>
                    <a:pt x="67" y="45"/>
                    <a:pt x="59" y="14"/>
                  </a:cubicBezTo>
                  <a:cubicBezTo>
                    <a:pt x="55" y="0"/>
                    <a:pt x="24" y="8"/>
                    <a:pt x="28"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6" name="Google Shape;216;p14"/>
            <p:cNvSpPr/>
            <p:nvPr/>
          </p:nvSpPr>
          <p:spPr>
            <a:xfrm>
              <a:off x="8319096" y="1121636"/>
              <a:ext cx="53872" cy="109161"/>
            </a:xfrm>
            <a:custGeom>
              <a:rect b="b" l="l" r="r" t="t"/>
              <a:pathLst>
                <a:path extrusionOk="0" h="57" w="28">
                  <a:moveTo>
                    <a:pt x="2" y="30"/>
                  </a:moveTo>
                  <a:cubicBezTo>
                    <a:pt x="3" y="45"/>
                    <a:pt x="9" y="57"/>
                    <a:pt x="16" y="57"/>
                  </a:cubicBezTo>
                  <a:cubicBezTo>
                    <a:pt x="24" y="56"/>
                    <a:pt x="28" y="43"/>
                    <a:pt x="27" y="28"/>
                  </a:cubicBezTo>
                  <a:cubicBezTo>
                    <a:pt x="26" y="13"/>
                    <a:pt x="19" y="0"/>
                    <a:pt x="12" y="1"/>
                  </a:cubicBezTo>
                  <a:cubicBezTo>
                    <a:pt x="5" y="2"/>
                    <a:pt x="0" y="14"/>
                    <a:pt x="2" y="30"/>
                  </a:cubicBezTo>
                  <a:close/>
                </a:path>
              </a:pathLst>
            </a:custGeom>
            <a:solidFill>
              <a:srgbClr val="5858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7" name="Google Shape;217;p14"/>
            <p:cNvSpPr/>
            <p:nvPr/>
          </p:nvSpPr>
          <p:spPr>
            <a:xfrm>
              <a:off x="8299248" y="1100371"/>
              <a:ext cx="94984" cy="154526"/>
            </a:xfrm>
            <a:custGeom>
              <a:rect b="b" l="l" r="r" t="t"/>
              <a:pathLst>
                <a:path extrusionOk="0" h="80" w="49">
                  <a:moveTo>
                    <a:pt x="12" y="41"/>
                  </a:moveTo>
                  <a:cubicBezTo>
                    <a:pt x="0" y="42"/>
                    <a:pt x="0" y="42"/>
                    <a:pt x="0" y="42"/>
                  </a:cubicBezTo>
                  <a:cubicBezTo>
                    <a:pt x="0" y="51"/>
                    <a:pt x="3" y="59"/>
                    <a:pt x="6" y="65"/>
                  </a:cubicBezTo>
                  <a:cubicBezTo>
                    <a:pt x="8" y="69"/>
                    <a:pt x="10" y="72"/>
                    <a:pt x="13" y="75"/>
                  </a:cubicBezTo>
                  <a:cubicBezTo>
                    <a:pt x="15" y="76"/>
                    <a:pt x="17" y="77"/>
                    <a:pt x="19" y="78"/>
                  </a:cubicBezTo>
                  <a:cubicBezTo>
                    <a:pt x="21" y="79"/>
                    <a:pt x="23" y="80"/>
                    <a:pt x="26" y="80"/>
                  </a:cubicBezTo>
                  <a:cubicBezTo>
                    <a:pt x="26" y="80"/>
                    <a:pt x="27" y="80"/>
                    <a:pt x="27" y="79"/>
                  </a:cubicBezTo>
                  <a:cubicBezTo>
                    <a:pt x="27" y="79"/>
                    <a:pt x="27" y="79"/>
                    <a:pt x="27" y="79"/>
                  </a:cubicBezTo>
                  <a:cubicBezTo>
                    <a:pt x="27" y="79"/>
                    <a:pt x="27" y="79"/>
                    <a:pt x="27" y="79"/>
                  </a:cubicBezTo>
                  <a:cubicBezTo>
                    <a:pt x="30" y="79"/>
                    <a:pt x="32" y="79"/>
                    <a:pt x="34" y="78"/>
                  </a:cubicBezTo>
                  <a:cubicBezTo>
                    <a:pt x="37" y="76"/>
                    <a:pt x="40" y="73"/>
                    <a:pt x="42" y="71"/>
                  </a:cubicBezTo>
                  <a:cubicBezTo>
                    <a:pt x="45" y="67"/>
                    <a:pt x="46" y="63"/>
                    <a:pt x="48" y="58"/>
                  </a:cubicBezTo>
                  <a:cubicBezTo>
                    <a:pt x="49" y="54"/>
                    <a:pt x="49" y="49"/>
                    <a:pt x="49" y="43"/>
                  </a:cubicBezTo>
                  <a:cubicBezTo>
                    <a:pt x="49" y="42"/>
                    <a:pt x="49" y="40"/>
                    <a:pt x="49" y="38"/>
                  </a:cubicBezTo>
                  <a:cubicBezTo>
                    <a:pt x="48" y="29"/>
                    <a:pt x="46" y="21"/>
                    <a:pt x="43" y="14"/>
                  </a:cubicBezTo>
                  <a:cubicBezTo>
                    <a:pt x="41" y="11"/>
                    <a:pt x="39" y="8"/>
                    <a:pt x="36" y="5"/>
                  </a:cubicBezTo>
                  <a:cubicBezTo>
                    <a:pt x="34" y="4"/>
                    <a:pt x="32" y="2"/>
                    <a:pt x="30" y="2"/>
                  </a:cubicBezTo>
                  <a:cubicBezTo>
                    <a:pt x="28" y="1"/>
                    <a:pt x="25" y="0"/>
                    <a:pt x="23" y="0"/>
                  </a:cubicBezTo>
                  <a:cubicBezTo>
                    <a:pt x="22" y="0"/>
                    <a:pt x="22" y="0"/>
                    <a:pt x="21" y="0"/>
                  </a:cubicBezTo>
                  <a:cubicBezTo>
                    <a:pt x="22" y="0"/>
                    <a:pt x="22" y="0"/>
                    <a:pt x="22" y="0"/>
                  </a:cubicBezTo>
                  <a:cubicBezTo>
                    <a:pt x="19" y="0"/>
                    <a:pt x="17" y="1"/>
                    <a:pt x="15" y="2"/>
                  </a:cubicBezTo>
                  <a:cubicBezTo>
                    <a:pt x="11" y="4"/>
                    <a:pt x="9" y="6"/>
                    <a:pt x="7" y="9"/>
                  </a:cubicBezTo>
                  <a:cubicBezTo>
                    <a:pt x="4" y="13"/>
                    <a:pt x="2" y="17"/>
                    <a:pt x="1" y="21"/>
                  </a:cubicBezTo>
                  <a:cubicBezTo>
                    <a:pt x="0" y="26"/>
                    <a:pt x="0" y="31"/>
                    <a:pt x="0" y="36"/>
                  </a:cubicBezTo>
                  <a:cubicBezTo>
                    <a:pt x="0" y="38"/>
                    <a:pt x="0" y="40"/>
                    <a:pt x="0" y="42"/>
                  </a:cubicBezTo>
                  <a:cubicBezTo>
                    <a:pt x="12" y="41"/>
                    <a:pt x="12" y="41"/>
                    <a:pt x="12" y="41"/>
                  </a:cubicBezTo>
                  <a:cubicBezTo>
                    <a:pt x="23" y="40"/>
                    <a:pt x="23" y="40"/>
                    <a:pt x="23" y="40"/>
                  </a:cubicBezTo>
                  <a:cubicBezTo>
                    <a:pt x="23" y="39"/>
                    <a:pt x="23" y="37"/>
                    <a:pt x="23" y="36"/>
                  </a:cubicBezTo>
                  <a:cubicBezTo>
                    <a:pt x="23" y="31"/>
                    <a:pt x="24" y="26"/>
                    <a:pt x="25" y="24"/>
                  </a:cubicBezTo>
                  <a:cubicBezTo>
                    <a:pt x="26" y="24"/>
                    <a:pt x="26" y="23"/>
                    <a:pt x="26" y="23"/>
                  </a:cubicBezTo>
                  <a:cubicBezTo>
                    <a:pt x="26" y="23"/>
                    <a:pt x="26" y="23"/>
                    <a:pt x="26" y="23"/>
                  </a:cubicBezTo>
                  <a:cubicBezTo>
                    <a:pt x="24" y="21"/>
                    <a:pt x="24" y="21"/>
                    <a:pt x="24" y="21"/>
                  </a:cubicBezTo>
                  <a:cubicBezTo>
                    <a:pt x="25" y="23"/>
                    <a:pt x="25" y="23"/>
                    <a:pt x="25" y="23"/>
                  </a:cubicBezTo>
                  <a:cubicBezTo>
                    <a:pt x="26" y="23"/>
                    <a:pt x="26" y="23"/>
                    <a:pt x="26" y="23"/>
                  </a:cubicBezTo>
                  <a:cubicBezTo>
                    <a:pt x="24" y="21"/>
                    <a:pt x="24" y="21"/>
                    <a:pt x="24" y="21"/>
                  </a:cubicBezTo>
                  <a:cubicBezTo>
                    <a:pt x="25" y="23"/>
                    <a:pt x="25" y="23"/>
                    <a:pt x="25" y="23"/>
                  </a:cubicBezTo>
                  <a:cubicBezTo>
                    <a:pt x="23" y="18"/>
                    <a:pt x="23" y="18"/>
                    <a:pt x="23" y="18"/>
                  </a:cubicBezTo>
                  <a:cubicBezTo>
                    <a:pt x="23" y="24"/>
                    <a:pt x="23" y="24"/>
                    <a:pt x="23" y="24"/>
                  </a:cubicBezTo>
                  <a:cubicBezTo>
                    <a:pt x="24" y="24"/>
                    <a:pt x="25" y="24"/>
                    <a:pt x="25" y="23"/>
                  </a:cubicBezTo>
                  <a:cubicBezTo>
                    <a:pt x="23" y="18"/>
                    <a:pt x="23" y="18"/>
                    <a:pt x="23" y="18"/>
                  </a:cubicBezTo>
                  <a:cubicBezTo>
                    <a:pt x="23" y="24"/>
                    <a:pt x="23" y="24"/>
                    <a:pt x="23" y="24"/>
                  </a:cubicBezTo>
                  <a:cubicBezTo>
                    <a:pt x="23" y="24"/>
                    <a:pt x="23" y="24"/>
                    <a:pt x="23" y="24"/>
                  </a:cubicBezTo>
                  <a:cubicBezTo>
                    <a:pt x="23" y="24"/>
                    <a:pt x="23" y="24"/>
                    <a:pt x="23" y="24"/>
                  </a:cubicBezTo>
                  <a:cubicBezTo>
                    <a:pt x="23" y="18"/>
                    <a:pt x="23" y="18"/>
                    <a:pt x="23" y="18"/>
                  </a:cubicBezTo>
                  <a:cubicBezTo>
                    <a:pt x="23" y="24"/>
                    <a:pt x="23" y="24"/>
                    <a:pt x="23" y="24"/>
                  </a:cubicBezTo>
                  <a:cubicBezTo>
                    <a:pt x="23" y="24"/>
                    <a:pt x="23" y="24"/>
                    <a:pt x="23" y="24"/>
                  </a:cubicBezTo>
                  <a:cubicBezTo>
                    <a:pt x="23" y="18"/>
                    <a:pt x="23" y="18"/>
                    <a:pt x="23" y="18"/>
                  </a:cubicBezTo>
                  <a:cubicBezTo>
                    <a:pt x="23" y="24"/>
                    <a:pt x="23" y="24"/>
                    <a:pt x="23" y="24"/>
                  </a:cubicBezTo>
                  <a:cubicBezTo>
                    <a:pt x="23" y="19"/>
                    <a:pt x="23" y="19"/>
                    <a:pt x="23" y="19"/>
                  </a:cubicBezTo>
                  <a:cubicBezTo>
                    <a:pt x="21" y="23"/>
                    <a:pt x="21" y="23"/>
                    <a:pt x="21" y="23"/>
                  </a:cubicBezTo>
                  <a:cubicBezTo>
                    <a:pt x="21" y="24"/>
                    <a:pt x="22" y="24"/>
                    <a:pt x="23" y="24"/>
                  </a:cubicBezTo>
                  <a:cubicBezTo>
                    <a:pt x="23" y="19"/>
                    <a:pt x="23" y="19"/>
                    <a:pt x="23" y="19"/>
                  </a:cubicBezTo>
                  <a:cubicBezTo>
                    <a:pt x="21" y="23"/>
                    <a:pt x="21" y="23"/>
                    <a:pt x="21" y="23"/>
                  </a:cubicBezTo>
                  <a:cubicBezTo>
                    <a:pt x="22" y="21"/>
                    <a:pt x="22" y="21"/>
                    <a:pt x="22" y="21"/>
                  </a:cubicBezTo>
                  <a:cubicBezTo>
                    <a:pt x="20" y="23"/>
                    <a:pt x="20" y="23"/>
                    <a:pt x="20" y="23"/>
                  </a:cubicBezTo>
                  <a:cubicBezTo>
                    <a:pt x="20" y="23"/>
                    <a:pt x="20" y="23"/>
                    <a:pt x="21" y="23"/>
                  </a:cubicBezTo>
                  <a:cubicBezTo>
                    <a:pt x="22" y="21"/>
                    <a:pt x="22" y="21"/>
                    <a:pt x="22" y="21"/>
                  </a:cubicBezTo>
                  <a:cubicBezTo>
                    <a:pt x="20" y="23"/>
                    <a:pt x="20" y="23"/>
                    <a:pt x="20" y="23"/>
                  </a:cubicBezTo>
                  <a:cubicBezTo>
                    <a:pt x="20" y="23"/>
                    <a:pt x="20" y="23"/>
                    <a:pt x="20" y="23"/>
                  </a:cubicBezTo>
                  <a:cubicBezTo>
                    <a:pt x="21" y="23"/>
                    <a:pt x="22" y="25"/>
                    <a:pt x="23" y="28"/>
                  </a:cubicBezTo>
                  <a:cubicBezTo>
                    <a:pt x="24" y="31"/>
                    <a:pt x="25" y="35"/>
                    <a:pt x="25" y="40"/>
                  </a:cubicBezTo>
                  <a:cubicBezTo>
                    <a:pt x="26" y="41"/>
                    <a:pt x="26" y="42"/>
                    <a:pt x="26" y="43"/>
                  </a:cubicBezTo>
                  <a:cubicBezTo>
                    <a:pt x="26" y="49"/>
                    <a:pt x="25" y="53"/>
                    <a:pt x="24" y="55"/>
                  </a:cubicBezTo>
                  <a:cubicBezTo>
                    <a:pt x="23" y="56"/>
                    <a:pt x="23" y="56"/>
                    <a:pt x="23" y="57"/>
                  </a:cubicBezTo>
                  <a:cubicBezTo>
                    <a:pt x="23" y="57"/>
                    <a:pt x="23" y="57"/>
                    <a:pt x="23" y="57"/>
                  </a:cubicBezTo>
                  <a:cubicBezTo>
                    <a:pt x="25" y="59"/>
                    <a:pt x="25" y="59"/>
                    <a:pt x="25" y="59"/>
                  </a:cubicBezTo>
                  <a:cubicBezTo>
                    <a:pt x="23" y="56"/>
                    <a:pt x="23" y="56"/>
                    <a:pt x="23" y="56"/>
                  </a:cubicBezTo>
                  <a:cubicBezTo>
                    <a:pt x="23" y="57"/>
                    <a:pt x="23" y="57"/>
                    <a:pt x="23" y="57"/>
                  </a:cubicBezTo>
                  <a:cubicBezTo>
                    <a:pt x="25" y="59"/>
                    <a:pt x="25" y="59"/>
                    <a:pt x="25" y="59"/>
                  </a:cubicBezTo>
                  <a:cubicBezTo>
                    <a:pt x="23" y="56"/>
                    <a:pt x="23" y="56"/>
                    <a:pt x="23" y="56"/>
                  </a:cubicBezTo>
                  <a:cubicBezTo>
                    <a:pt x="26" y="61"/>
                    <a:pt x="26" y="61"/>
                    <a:pt x="26" y="61"/>
                  </a:cubicBezTo>
                  <a:cubicBezTo>
                    <a:pt x="26" y="56"/>
                    <a:pt x="26" y="56"/>
                    <a:pt x="26" y="56"/>
                  </a:cubicBezTo>
                  <a:cubicBezTo>
                    <a:pt x="25" y="56"/>
                    <a:pt x="24" y="56"/>
                    <a:pt x="23" y="56"/>
                  </a:cubicBezTo>
                  <a:cubicBezTo>
                    <a:pt x="26" y="61"/>
                    <a:pt x="26" y="61"/>
                    <a:pt x="26" y="61"/>
                  </a:cubicBezTo>
                  <a:cubicBezTo>
                    <a:pt x="26" y="56"/>
                    <a:pt x="26" y="56"/>
                    <a:pt x="26" y="56"/>
                  </a:cubicBezTo>
                  <a:cubicBezTo>
                    <a:pt x="26" y="56"/>
                    <a:pt x="26" y="56"/>
                    <a:pt x="26" y="56"/>
                  </a:cubicBezTo>
                  <a:cubicBezTo>
                    <a:pt x="26" y="61"/>
                    <a:pt x="26" y="61"/>
                    <a:pt x="26" y="61"/>
                  </a:cubicBezTo>
                  <a:cubicBezTo>
                    <a:pt x="26" y="56"/>
                    <a:pt x="26" y="56"/>
                    <a:pt x="26" y="56"/>
                  </a:cubicBezTo>
                  <a:cubicBezTo>
                    <a:pt x="26" y="56"/>
                    <a:pt x="26" y="56"/>
                    <a:pt x="26" y="56"/>
                  </a:cubicBezTo>
                  <a:cubicBezTo>
                    <a:pt x="26" y="61"/>
                    <a:pt x="26" y="61"/>
                    <a:pt x="26" y="61"/>
                  </a:cubicBezTo>
                  <a:cubicBezTo>
                    <a:pt x="26" y="56"/>
                    <a:pt x="26" y="56"/>
                    <a:pt x="26" y="56"/>
                  </a:cubicBezTo>
                  <a:cubicBezTo>
                    <a:pt x="26" y="61"/>
                    <a:pt x="26" y="61"/>
                    <a:pt x="26" y="61"/>
                  </a:cubicBezTo>
                  <a:cubicBezTo>
                    <a:pt x="28" y="56"/>
                    <a:pt x="28" y="56"/>
                    <a:pt x="28" y="56"/>
                  </a:cubicBezTo>
                  <a:cubicBezTo>
                    <a:pt x="28" y="56"/>
                    <a:pt x="27" y="56"/>
                    <a:pt x="26" y="56"/>
                  </a:cubicBezTo>
                  <a:cubicBezTo>
                    <a:pt x="26" y="61"/>
                    <a:pt x="26" y="61"/>
                    <a:pt x="26" y="61"/>
                  </a:cubicBezTo>
                  <a:cubicBezTo>
                    <a:pt x="28" y="56"/>
                    <a:pt x="28" y="56"/>
                    <a:pt x="28" y="56"/>
                  </a:cubicBezTo>
                  <a:cubicBezTo>
                    <a:pt x="27" y="59"/>
                    <a:pt x="27" y="59"/>
                    <a:pt x="27" y="59"/>
                  </a:cubicBezTo>
                  <a:cubicBezTo>
                    <a:pt x="29" y="56"/>
                    <a:pt x="29" y="56"/>
                    <a:pt x="29" y="56"/>
                  </a:cubicBezTo>
                  <a:cubicBezTo>
                    <a:pt x="29" y="56"/>
                    <a:pt x="28" y="56"/>
                    <a:pt x="28" y="56"/>
                  </a:cubicBezTo>
                  <a:cubicBezTo>
                    <a:pt x="27" y="59"/>
                    <a:pt x="27" y="59"/>
                    <a:pt x="27" y="59"/>
                  </a:cubicBezTo>
                  <a:cubicBezTo>
                    <a:pt x="29" y="56"/>
                    <a:pt x="29" y="56"/>
                    <a:pt x="29" y="56"/>
                  </a:cubicBezTo>
                  <a:cubicBezTo>
                    <a:pt x="29" y="56"/>
                    <a:pt x="29" y="56"/>
                    <a:pt x="29" y="56"/>
                  </a:cubicBezTo>
                  <a:cubicBezTo>
                    <a:pt x="28" y="56"/>
                    <a:pt x="27" y="54"/>
                    <a:pt x="26" y="51"/>
                  </a:cubicBezTo>
                  <a:cubicBezTo>
                    <a:pt x="25" y="48"/>
                    <a:pt x="24" y="44"/>
                    <a:pt x="23" y="40"/>
                  </a:cubicBezTo>
                  <a:lnTo>
                    <a:pt x="12" y="4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8" name="Google Shape;218;p14"/>
            <p:cNvSpPr/>
            <p:nvPr/>
          </p:nvSpPr>
          <p:spPr>
            <a:xfrm>
              <a:off x="9660216" y="1692959"/>
              <a:ext cx="554311" cy="301965"/>
            </a:xfrm>
            <a:custGeom>
              <a:rect b="b" l="l" r="r" t="t"/>
              <a:pathLst>
                <a:path extrusionOk="0" h="157" w="287">
                  <a:moveTo>
                    <a:pt x="272" y="147"/>
                  </a:moveTo>
                  <a:cubicBezTo>
                    <a:pt x="244" y="148"/>
                    <a:pt x="216" y="147"/>
                    <a:pt x="188" y="146"/>
                  </a:cubicBezTo>
                  <a:cubicBezTo>
                    <a:pt x="156" y="145"/>
                    <a:pt x="123" y="144"/>
                    <a:pt x="92" y="139"/>
                  </a:cubicBezTo>
                  <a:cubicBezTo>
                    <a:pt x="67" y="135"/>
                    <a:pt x="60" y="102"/>
                    <a:pt x="53" y="82"/>
                  </a:cubicBezTo>
                  <a:cubicBezTo>
                    <a:pt x="44" y="57"/>
                    <a:pt x="39" y="26"/>
                    <a:pt x="24" y="5"/>
                  </a:cubicBezTo>
                  <a:cubicBezTo>
                    <a:pt x="21" y="0"/>
                    <a:pt x="0" y="9"/>
                    <a:pt x="1" y="11"/>
                  </a:cubicBezTo>
                  <a:cubicBezTo>
                    <a:pt x="18" y="35"/>
                    <a:pt x="23" y="69"/>
                    <a:pt x="33" y="96"/>
                  </a:cubicBezTo>
                  <a:cubicBezTo>
                    <a:pt x="41" y="118"/>
                    <a:pt x="47" y="143"/>
                    <a:pt x="72" y="147"/>
                  </a:cubicBezTo>
                  <a:cubicBezTo>
                    <a:pt x="105" y="153"/>
                    <a:pt x="140" y="154"/>
                    <a:pt x="173" y="155"/>
                  </a:cubicBezTo>
                  <a:cubicBezTo>
                    <a:pt x="202" y="156"/>
                    <a:pt x="232" y="157"/>
                    <a:pt x="262" y="155"/>
                  </a:cubicBezTo>
                  <a:cubicBezTo>
                    <a:pt x="268" y="155"/>
                    <a:pt x="287" y="146"/>
                    <a:pt x="272" y="14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19" name="Google Shape;219;p14"/>
            <p:cNvSpPr/>
            <p:nvPr/>
          </p:nvSpPr>
          <p:spPr>
            <a:xfrm>
              <a:off x="10079848" y="2897982"/>
              <a:ext cx="650713" cy="1060420"/>
            </a:xfrm>
            <a:custGeom>
              <a:rect b="b" l="l" r="r" t="t"/>
              <a:pathLst>
                <a:path extrusionOk="0" h="549" w="338">
                  <a:moveTo>
                    <a:pt x="320" y="525"/>
                  </a:moveTo>
                  <a:cubicBezTo>
                    <a:pt x="225" y="489"/>
                    <a:pt x="156" y="407"/>
                    <a:pt x="109" y="321"/>
                  </a:cubicBezTo>
                  <a:cubicBezTo>
                    <a:pt x="59" y="229"/>
                    <a:pt x="31" y="120"/>
                    <a:pt x="39" y="15"/>
                  </a:cubicBezTo>
                  <a:cubicBezTo>
                    <a:pt x="40" y="0"/>
                    <a:pt x="9" y="5"/>
                    <a:pt x="8" y="18"/>
                  </a:cubicBezTo>
                  <a:cubicBezTo>
                    <a:pt x="0" y="126"/>
                    <a:pt x="28" y="234"/>
                    <a:pt x="78" y="329"/>
                  </a:cubicBezTo>
                  <a:cubicBezTo>
                    <a:pt x="126" y="422"/>
                    <a:pt x="202" y="506"/>
                    <a:pt x="301" y="545"/>
                  </a:cubicBezTo>
                  <a:cubicBezTo>
                    <a:pt x="314" y="549"/>
                    <a:pt x="338" y="532"/>
                    <a:pt x="320" y="52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20" name="Google Shape;220;p14"/>
            <p:cNvSpPr/>
            <p:nvPr/>
          </p:nvSpPr>
          <p:spPr>
            <a:xfrm>
              <a:off x="9647457" y="2788821"/>
              <a:ext cx="418214" cy="1121379"/>
            </a:xfrm>
            <a:custGeom>
              <a:rect b="b" l="l" r="r" t="t"/>
              <a:pathLst>
                <a:path extrusionOk="0" h="581" w="217">
                  <a:moveTo>
                    <a:pt x="145" y="11"/>
                  </a:moveTo>
                  <a:cubicBezTo>
                    <a:pt x="61" y="84"/>
                    <a:pt x="0" y="179"/>
                    <a:pt x="14" y="294"/>
                  </a:cubicBezTo>
                  <a:cubicBezTo>
                    <a:pt x="28" y="403"/>
                    <a:pt x="104" y="496"/>
                    <a:pt x="178" y="571"/>
                  </a:cubicBezTo>
                  <a:cubicBezTo>
                    <a:pt x="188" y="581"/>
                    <a:pt x="217" y="568"/>
                    <a:pt x="206" y="557"/>
                  </a:cubicBezTo>
                  <a:cubicBezTo>
                    <a:pt x="135" y="486"/>
                    <a:pt x="68" y="402"/>
                    <a:pt x="48" y="301"/>
                  </a:cubicBezTo>
                  <a:cubicBezTo>
                    <a:pt x="26" y="192"/>
                    <a:pt x="86" y="95"/>
                    <a:pt x="165" y="25"/>
                  </a:cubicBezTo>
                  <a:cubicBezTo>
                    <a:pt x="181" y="11"/>
                    <a:pt x="156" y="0"/>
                    <a:pt x="145"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21" name="Google Shape;221;p14"/>
            <p:cNvSpPr/>
            <p:nvPr/>
          </p:nvSpPr>
          <p:spPr>
            <a:xfrm>
              <a:off x="9935245" y="3869089"/>
              <a:ext cx="195639" cy="231081"/>
            </a:xfrm>
            <a:custGeom>
              <a:rect b="b" l="l" r="r" t="t"/>
              <a:pathLst>
                <a:path extrusionOk="0" h="120" w="102">
                  <a:moveTo>
                    <a:pt x="30" y="14"/>
                  </a:moveTo>
                  <a:cubicBezTo>
                    <a:pt x="95" y="35"/>
                    <a:pt x="38" y="92"/>
                    <a:pt x="5" y="113"/>
                  </a:cubicBezTo>
                  <a:cubicBezTo>
                    <a:pt x="0" y="116"/>
                    <a:pt x="1" y="120"/>
                    <a:pt x="7" y="120"/>
                  </a:cubicBezTo>
                  <a:cubicBezTo>
                    <a:pt x="14" y="120"/>
                    <a:pt x="22" y="118"/>
                    <a:pt x="29" y="114"/>
                  </a:cubicBezTo>
                  <a:cubicBezTo>
                    <a:pt x="51" y="100"/>
                    <a:pt x="73" y="81"/>
                    <a:pt x="87" y="57"/>
                  </a:cubicBezTo>
                  <a:cubicBezTo>
                    <a:pt x="102" y="29"/>
                    <a:pt x="82" y="11"/>
                    <a:pt x="56" y="2"/>
                  </a:cubicBezTo>
                  <a:cubicBezTo>
                    <a:pt x="49" y="0"/>
                    <a:pt x="21" y="12"/>
                    <a:pt x="30" y="1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22" name="Google Shape;222;p14"/>
            <p:cNvSpPr/>
            <p:nvPr/>
          </p:nvSpPr>
          <p:spPr>
            <a:xfrm>
              <a:off x="10455531" y="3897443"/>
              <a:ext cx="260852" cy="272193"/>
            </a:xfrm>
            <a:custGeom>
              <a:rect b="b" l="l" r="r" t="t"/>
              <a:pathLst>
                <a:path extrusionOk="0" h="141" w="135">
                  <a:moveTo>
                    <a:pt x="103" y="19"/>
                  </a:moveTo>
                  <a:cubicBezTo>
                    <a:pt x="103" y="69"/>
                    <a:pt x="60" y="97"/>
                    <a:pt x="19" y="117"/>
                  </a:cubicBezTo>
                  <a:cubicBezTo>
                    <a:pt x="0" y="126"/>
                    <a:pt x="17" y="141"/>
                    <a:pt x="33" y="133"/>
                  </a:cubicBezTo>
                  <a:cubicBezTo>
                    <a:pt x="80" y="111"/>
                    <a:pt x="135" y="75"/>
                    <a:pt x="134" y="16"/>
                  </a:cubicBezTo>
                  <a:cubicBezTo>
                    <a:pt x="134" y="0"/>
                    <a:pt x="102" y="6"/>
                    <a:pt x="103"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23" name="Google Shape;223;p14"/>
            <p:cNvSpPr/>
            <p:nvPr/>
          </p:nvSpPr>
          <p:spPr>
            <a:xfrm>
              <a:off x="9485842" y="1644758"/>
              <a:ext cx="741444" cy="734355"/>
            </a:xfrm>
            <a:custGeom>
              <a:rect b="b" l="l" r="r" t="t"/>
              <a:pathLst>
                <a:path extrusionOk="0" h="381" w="385">
                  <a:moveTo>
                    <a:pt x="8" y="11"/>
                  </a:moveTo>
                  <a:cubicBezTo>
                    <a:pt x="0" y="68"/>
                    <a:pt x="11" y="128"/>
                    <a:pt x="30" y="182"/>
                  </a:cubicBezTo>
                  <a:cubicBezTo>
                    <a:pt x="51" y="240"/>
                    <a:pt x="87" y="299"/>
                    <a:pt x="143" y="329"/>
                  </a:cubicBezTo>
                  <a:cubicBezTo>
                    <a:pt x="236" y="381"/>
                    <a:pt x="312" y="271"/>
                    <a:pt x="375" y="221"/>
                  </a:cubicBezTo>
                  <a:cubicBezTo>
                    <a:pt x="385" y="213"/>
                    <a:pt x="362" y="215"/>
                    <a:pt x="357" y="219"/>
                  </a:cubicBezTo>
                  <a:cubicBezTo>
                    <a:pt x="325" y="243"/>
                    <a:pt x="299" y="274"/>
                    <a:pt x="268" y="299"/>
                  </a:cubicBezTo>
                  <a:cubicBezTo>
                    <a:pt x="251" y="313"/>
                    <a:pt x="232" y="325"/>
                    <a:pt x="210" y="329"/>
                  </a:cubicBezTo>
                  <a:cubicBezTo>
                    <a:pt x="184" y="333"/>
                    <a:pt x="159" y="319"/>
                    <a:pt x="139" y="304"/>
                  </a:cubicBezTo>
                  <a:cubicBezTo>
                    <a:pt x="95" y="270"/>
                    <a:pt x="68" y="217"/>
                    <a:pt x="50" y="164"/>
                  </a:cubicBezTo>
                  <a:cubicBezTo>
                    <a:pt x="33" y="115"/>
                    <a:pt x="24" y="60"/>
                    <a:pt x="31" y="7"/>
                  </a:cubicBezTo>
                  <a:cubicBezTo>
                    <a:pt x="32" y="0"/>
                    <a:pt x="9" y="4"/>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24" name="Google Shape;224;p14"/>
            <p:cNvSpPr/>
            <p:nvPr/>
          </p:nvSpPr>
          <p:spPr>
            <a:xfrm>
              <a:off x="9253343" y="1597975"/>
              <a:ext cx="412543" cy="250928"/>
            </a:xfrm>
            <a:custGeom>
              <a:rect b="b" l="l" r="r" t="t"/>
              <a:pathLst>
                <a:path extrusionOk="0" h="130" w="214">
                  <a:moveTo>
                    <a:pt x="156" y="31"/>
                  </a:moveTo>
                  <a:cubicBezTo>
                    <a:pt x="214" y="130"/>
                    <a:pt x="0" y="11"/>
                    <a:pt x="111" y="0"/>
                  </a:cubicBezTo>
                  <a:cubicBezTo>
                    <a:pt x="114" y="13"/>
                    <a:pt x="126" y="21"/>
                    <a:pt x="129" y="28"/>
                  </a:cubicBezTo>
                  <a:cubicBezTo>
                    <a:pt x="133" y="22"/>
                    <a:pt x="143" y="18"/>
                    <a:pt x="148" y="11"/>
                  </a:cubicBezTo>
                  <a:cubicBezTo>
                    <a:pt x="153" y="14"/>
                    <a:pt x="157" y="23"/>
                    <a:pt x="163"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25" name="Google Shape;225;p14"/>
            <p:cNvSpPr/>
            <p:nvPr/>
          </p:nvSpPr>
          <p:spPr>
            <a:xfrm>
              <a:off x="9369593" y="1582380"/>
              <a:ext cx="235334" cy="171539"/>
            </a:xfrm>
            <a:custGeom>
              <a:rect b="b" l="l" r="r" t="t"/>
              <a:pathLst>
                <a:path extrusionOk="0" h="89" w="122">
                  <a:moveTo>
                    <a:pt x="82" y="43"/>
                  </a:moveTo>
                  <a:cubicBezTo>
                    <a:pt x="86" y="50"/>
                    <a:pt x="91" y="58"/>
                    <a:pt x="92" y="67"/>
                  </a:cubicBezTo>
                  <a:cubicBezTo>
                    <a:pt x="92" y="70"/>
                    <a:pt x="92" y="72"/>
                    <a:pt x="91" y="74"/>
                  </a:cubicBezTo>
                  <a:cubicBezTo>
                    <a:pt x="91" y="74"/>
                    <a:pt x="91" y="74"/>
                    <a:pt x="91" y="74"/>
                  </a:cubicBezTo>
                  <a:cubicBezTo>
                    <a:pt x="92" y="73"/>
                    <a:pt x="96" y="71"/>
                    <a:pt x="96" y="71"/>
                  </a:cubicBezTo>
                  <a:cubicBezTo>
                    <a:pt x="97" y="71"/>
                    <a:pt x="101" y="71"/>
                    <a:pt x="98" y="71"/>
                  </a:cubicBezTo>
                  <a:cubicBezTo>
                    <a:pt x="96" y="71"/>
                    <a:pt x="97" y="71"/>
                    <a:pt x="98" y="71"/>
                  </a:cubicBezTo>
                  <a:cubicBezTo>
                    <a:pt x="97" y="71"/>
                    <a:pt x="96" y="71"/>
                    <a:pt x="95" y="71"/>
                  </a:cubicBezTo>
                  <a:cubicBezTo>
                    <a:pt x="91" y="70"/>
                    <a:pt x="91" y="70"/>
                    <a:pt x="87" y="68"/>
                  </a:cubicBezTo>
                  <a:cubicBezTo>
                    <a:pt x="79" y="66"/>
                    <a:pt x="72" y="62"/>
                    <a:pt x="65" y="58"/>
                  </a:cubicBezTo>
                  <a:cubicBezTo>
                    <a:pt x="53" y="52"/>
                    <a:pt x="39" y="42"/>
                    <a:pt x="34" y="29"/>
                  </a:cubicBezTo>
                  <a:cubicBezTo>
                    <a:pt x="32" y="24"/>
                    <a:pt x="32" y="21"/>
                    <a:pt x="35" y="18"/>
                  </a:cubicBezTo>
                  <a:cubicBezTo>
                    <a:pt x="34" y="19"/>
                    <a:pt x="35" y="18"/>
                    <a:pt x="35" y="18"/>
                  </a:cubicBezTo>
                  <a:cubicBezTo>
                    <a:pt x="35" y="18"/>
                    <a:pt x="37" y="17"/>
                    <a:pt x="35" y="17"/>
                  </a:cubicBezTo>
                  <a:cubicBezTo>
                    <a:pt x="41" y="16"/>
                    <a:pt x="42" y="15"/>
                    <a:pt x="49" y="15"/>
                  </a:cubicBezTo>
                  <a:cubicBezTo>
                    <a:pt x="45" y="14"/>
                    <a:pt x="41" y="13"/>
                    <a:pt x="37" y="12"/>
                  </a:cubicBezTo>
                  <a:cubicBezTo>
                    <a:pt x="40" y="23"/>
                    <a:pt x="50" y="30"/>
                    <a:pt x="55" y="40"/>
                  </a:cubicBezTo>
                  <a:cubicBezTo>
                    <a:pt x="58" y="49"/>
                    <a:pt x="78" y="41"/>
                    <a:pt x="82" y="36"/>
                  </a:cubicBezTo>
                  <a:cubicBezTo>
                    <a:pt x="87" y="30"/>
                    <a:pt x="96" y="26"/>
                    <a:pt x="101" y="19"/>
                  </a:cubicBezTo>
                  <a:cubicBezTo>
                    <a:pt x="92" y="21"/>
                    <a:pt x="84" y="22"/>
                    <a:pt x="75" y="24"/>
                  </a:cubicBezTo>
                  <a:cubicBezTo>
                    <a:pt x="81" y="28"/>
                    <a:pt x="83" y="35"/>
                    <a:pt x="89" y="39"/>
                  </a:cubicBezTo>
                  <a:cubicBezTo>
                    <a:pt x="95" y="43"/>
                    <a:pt x="102" y="41"/>
                    <a:pt x="108" y="39"/>
                  </a:cubicBezTo>
                  <a:cubicBezTo>
                    <a:pt x="110" y="38"/>
                    <a:pt x="121" y="32"/>
                    <a:pt x="116" y="29"/>
                  </a:cubicBezTo>
                  <a:cubicBezTo>
                    <a:pt x="110" y="25"/>
                    <a:pt x="107" y="18"/>
                    <a:pt x="101" y="14"/>
                  </a:cubicBezTo>
                  <a:cubicBezTo>
                    <a:pt x="94" y="9"/>
                    <a:pt x="80" y="13"/>
                    <a:pt x="75" y="19"/>
                  </a:cubicBezTo>
                  <a:cubicBezTo>
                    <a:pt x="69" y="26"/>
                    <a:pt x="61" y="30"/>
                    <a:pt x="56" y="37"/>
                  </a:cubicBezTo>
                  <a:cubicBezTo>
                    <a:pt x="65" y="35"/>
                    <a:pt x="74" y="34"/>
                    <a:pt x="83" y="33"/>
                  </a:cubicBezTo>
                  <a:cubicBezTo>
                    <a:pt x="79" y="22"/>
                    <a:pt x="69" y="15"/>
                    <a:pt x="65" y="4"/>
                  </a:cubicBezTo>
                  <a:cubicBezTo>
                    <a:pt x="64" y="0"/>
                    <a:pt x="56" y="0"/>
                    <a:pt x="53" y="1"/>
                  </a:cubicBezTo>
                  <a:cubicBezTo>
                    <a:pt x="37" y="3"/>
                    <a:pt x="0" y="10"/>
                    <a:pt x="4" y="33"/>
                  </a:cubicBezTo>
                  <a:cubicBezTo>
                    <a:pt x="7" y="50"/>
                    <a:pt x="28" y="63"/>
                    <a:pt x="42" y="71"/>
                  </a:cubicBezTo>
                  <a:cubicBezTo>
                    <a:pt x="59" y="81"/>
                    <a:pt x="80" y="89"/>
                    <a:pt x="100" y="84"/>
                  </a:cubicBezTo>
                  <a:cubicBezTo>
                    <a:pt x="109" y="81"/>
                    <a:pt x="119" y="76"/>
                    <a:pt x="120" y="66"/>
                  </a:cubicBezTo>
                  <a:cubicBezTo>
                    <a:pt x="122" y="55"/>
                    <a:pt x="116" y="44"/>
                    <a:pt x="110" y="35"/>
                  </a:cubicBezTo>
                  <a:cubicBezTo>
                    <a:pt x="105" y="26"/>
                    <a:pt x="78" y="36"/>
                    <a:pt x="82" y="4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descr="Weather Forecast: Cloudy with a chance of extinction&#10;📦 Get my Flipbook Kit here ▶ https://andymation.com&#10;Other Flipbook Videos to help you get started:&#10;How to Make a Flipbook ▶ https://youtu.be/Un-BdBSOGKY&#10;How to do the Parallax Effect ▶ https://youtu.be/qiYF9PDixTY&#10;Flipbook Line Challenge ▶ https://youtu.be/9wN2RcAPhqA&#10;How to Use Reference and Weight ▶ https://youtu.be/Dp6rcbw77vI&#10;&#10;😎 Join my Patreon Community: https://www.patreon.com/andymation&#10;&#10;Social:&#10;Facebook ▶ https://facebook.com/theandymation&#10;Instagram ▶ https://instagram.com/andymation&#10;2nd YouTube Channel ▶ https://bit.ly/36IAHuK&#10;TikTok ▶ https://www.tiktok.com/@officialandymation&#10;&#10;🎵 Music I Use for YouTube ▶ https://goo.gl/VB78LG&#10;Mechanical Pencils I Use ▶ https://amzn.to/36PjdwK&#10;Copic Pens ▶ https://amzn.to/2Hd4fYG&#10;Basic Copic Marker Set ▶ https://amzn.to/390JYRP&#10;&#10;About Me:&#10;Welcome to the channel! In addition to making flipbooks, I am a stop-motion animator and worked on the Oscar-nominated movies ParaNorman, The Boxtrolls, Kubo and the Two Strings, and Missing Link. I fell in love with animation as a kid and have been doing it ever since. &#10;&#10;Business Inquiries ▶ https://bit.ly/38V8nrS&#10;&#10;📬 MAIL:&#10;Andymation&#10;7202 NE Hwy 99 Ste 106-255&#10;Vancouver, WA 98665&#10;USA&#10;&#10;&#10;Disclaimer: The above product links are affiliate links, and I may receive a small commission, which will help support this channel. This in no way affects your price. Thank you!" id="230" name="Google Shape;230;p15" title="FLIPBOOK - Cloudy with a Chance of Extinction">
            <a:hlinkClick r:id="rId3"/>
          </p:cNvPr>
          <p:cNvPicPr preferRelativeResize="0"/>
          <p:nvPr/>
        </p:nvPicPr>
        <p:blipFill>
          <a:blip r:embed="rId4">
            <a:alphaModFix/>
          </a:blip>
          <a:stretch>
            <a:fillRect/>
          </a:stretch>
        </p:blipFill>
        <p:spPr>
          <a:xfrm>
            <a:off x="2651049" y="1990725"/>
            <a:ext cx="6889914" cy="3875575"/>
          </a:xfrm>
          <a:prstGeom prst="rect">
            <a:avLst/>
          </a:prstGeom>
          <a:noFill/>
          <a:ln>
            <a:noFill/>
          </a:ln>
        </p:spPr>
      </p:pic>
      <p:sp>
        <p:nvSpPr>
          <p:cNvPr id="231" name="Google Shape;231;p15"/>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主題思考</a:t>
            </a:r>
            <a:endParaRPr sz="3600">
              <a:solidFill>
                <a:schemeClr val="dk1"/>
              </a:solidFill>
              <a:latin typeface="Yusei Magic"/>
              <a:ea typeface="Yusei Magic"/>
              <a:cs typeface="Yusei Magic"/>
              <a:sym typeface="Yusei Magic"/>
            </a:endParaRPr>
          </a:p>
        </p:txBody>
      </p:sp>
      <p:grpSp>
        <p:nvGrpSpPr>
          <p:cNvPr id="232" name="Google Shape;232;p15"/>
          <p:cNvGrpSpPr/>
          <p:nvPr/>
        </p:nvGrpSpPr>
        <p:grpSpPr>
          <a:xfrm>
            <a:off x="10186034" y="1213370"/>
            <a:ext cx="680752" cy="792730"/>
            <a:chOff x="4427538" y="929668"/>
            <a:chExt cx="3333750" cy="3753457"/>
          </a:xfrm>
        </p:grpSpPr>
        <p:sp>
          <p:nvSpPr>
            <p:cNvPr id="233" name="Google Shape;233;p15"/>
            <p:cNvSpPr/>
            <p:nvPr/>
          </p:nvSpPr>
          <p:spPr>
            <a:xfrm>
              <a:off x="5026026" y="1547813"/>
              <a:ext cx="2144713" cy="2363788"/>
            </a:xfrm>
            <a:custGeom>
              <a:rect b="b" l="l" r="r" t="t"/>
              <a:pathLst>
                <a:path extrusionOk="0" h="629" w="570">
                  <a:moveTo>
                    <a:pt x="558" y="231"/>
                  </a:moveTo>
                  <a:cubicBezTo>
                    <a:pt x="547" y="219"/>
                    <a:pt x="530" y="221"/>
                    <a:pt x="518" y="231"/>
                  </a:cubicBezTo>
                  <a:cubicBezTo>
                    <a:pt x="477" y="265"/>
                    <a:pt x="437" y="300"/>
                    <a:pt x="395" y="332"/>
                  </a:cubicBezTo>
                  <a:cubicBezTo>
                    <a:pt x="415" y="313"/>
                    <a:pt x="434" y="292"/>
                    <a:pt x="454" y="271"/>
                  </a:cubicBezTo>
                  <a:cubicBezTo>
                    <a:pt x="482" y="243"/>
                    <a:pt x="510" y="213"/>
                    <a:pt x="528" y="177"/>
                  </a:cubicBezTo>
                  <a:cubicBezTo>
                    <a:pt x="539" y="156"/>
                    <a:pt x="521" y="127"/>
                    <a:pt x="496" y="135"/>
                  </a:cubicBezTo>
                  <a:cubicBezTo>
                    <a:pt x="475" y="142"/>
                    <a:pt x="458" y="154"/>
                    <a:pt x="441" y="168"/>
                  </a:cubicBezTo>
                  <a:cubicBezTo>
                    <a:pt x="425" y="180"/>
                    <a:pt x="408" y="191"/>
                    <a:pt x="393" y="205"/>
                  </a:cubicBezTo>
                  <a:cubicBezTo>
                    <a:pt x="377" y="218"/>
                    <a:pt x="364" y="234"/>
                    <a:pt x="349" y="247"/>
                  </a:cubicBezTo>
                  <a:cubicBezTo>
                    <a:pt x="342" y="253"/>
                    <a:pt x="334" y="259"/>
                    <a:pt x="326" y="264"/>
                  </a:cubicBezTo>
                  <a:cubicBezTo>
                    <a:pt x="353" y="239"/>
                    <a:pt x="378" y="210"/>
                    <a:pt x="407" y="186"/>
                  </a:cubicBezTo>
                  <a:cubicBezTo>
                    <a:pt x="437" y="160"/>
                    <a:pt x="471" y="131"/>
                    <a:pt x="474" y="89"/>
                  </a:cubicBezTo>
                  <a:cubicBezTo>
                    <a:pt x="475" y="66"/>
                    <a:pt x="448" y="54"/>
                    <a:pt x="430" y="64"/>
                  </a:cubicBezTo>
                  <a:cubicBezTo>
                    <a:pt x="413" y="73"/>
                    <a:pt x="399" y="87"/>
                    <a:pt x="385" y="100"/>
                  </a:cubicBezTo>
                  <a:cubicBezTo>
                    <a:pt x="369" y="115"/>
                    <a:pt x="353" y="130"/>
                    <a:pt x="336" y="144"/>
                  </a:cubicBezTo>
                  <a:cubicBezTo>
                    <a:pt x="331" y="148"/>
                    <a:pt x="326" y="152"/>
                    <a:pt x="322" y="156"/>
                  </a:cubicBezTo>
                  <a:cubicBezTo>
                    <a:pt x="323" y="155"/>
                    <a:pt x="323" y="154"/>
                    <a:pt x="324" y="153"/>
                  </a:cubicBezTo>
                  <a:cubicBezTo>
                    <a:pt x="351" y="125"/>
                    <a:pt x="374" y="93"/>
                    <a:pt x="401" y="66"/>
                  </a:cubicBezTo>
                  <a:cubicBezTo>
                    <a:pt x="423" y="43"/>
                    <a:pt x="393" y="1"/>
                    <a:pt x="366" y="21"/>
                  </a:cubicBezTo>
                  <a:cubicBezTo>
                    <a:pt x="337" y="41"/>
                    <a:pt x="309" y="62"/>
                    <a:pt x="279" y="80"/>
                  </a:cubicBezTo>
                  <a:cubicBezTo>
                    <a:pt x="256" y="95"/>
                    <a:pt x="232" y="107"/>
                    <a:pt x="208" y="119"/>
                  </a:cubicBezTo>
                  <a:cubicBezTo>
                    <a:pt x="213" y="113"/>
                    <a:pt x="218" y="108"/>
                    <a:pt x="223" y="103"/>
                  </a:cubicBezTo>
                  <a:cubicBezTo>
                    <a:pt x="229" y="96"/>
                    <a:pt x="236" y="88"/>
                    <a:pt x="244" y="81"/>
                  </a:cubicBezTo>
                  <a:cubicBezTo>
                    <a:pt x="256" y="75"/>
                    <a:pt x="268" y="69"/>
                    <a:pt x="280" y="61"/>
                  </a:cubicBezTo>
                  <a:cubicBezTo>
                    <a:pt x="306" y="42"/>
                    <a:pt x="291" y="0"/>
                    <a:pt x="257" y="8"/>
                  </a:cubicBezTo>
                  <a:cubicBezTo>
                    <a:pt x="240" y="12"/>
                    <a:pt x="225" y="22"/>
                    <a:pt x="212" y="33"/>
                  </a:cubicBezTo>
                  <a:cubicBezTo>
                    <a:pt x="187" y="45"/>
                    <a:pt x="161" y="54"/>
                    <a:pt x="138" y="68"/>
                  </a:cubicBezTo>
                  <a:cubicBezTo>
                    <a:pt x="116" y="79"/>
                    <a:pt x="97" y="94"/>
                    <a:pt x="78" y="109"/>
                  </a:cubicBezTo>
                  <a:cubicBezTo>
                    <a:pt x="59" y="123"/>
                    <a:pt x="47" y="142"/>
                    <a:pt x="29" y="157"/>
                  </a:cubicBezTo>
                  <a:cubicBezTo>
                    <a:pt x="17" y="167"/>
                    <a:pt x="19" y="187"/>
                    <a:pt x="29" y="198"/>
                  </a:cubicBezTo>
                  <a:cubicBezTo>
                    <a:pt x="36" y="205"/>
                    <a:pt x="45" y="207"/>
                    <a:pt x="54" y="205"/>
                  </a:cubicBezTo>
                  <a:cubicBezTo>
                    <a:pt x="48" y="215"/>
                    <a:pt x="42" y="224"/>
                    <a:pt x="35" y="232"/>
                  </a:cubicBezTo>
                  <a:cubicBezTo>
                    <a:pt x="23" y="245"/>
                    <a:pt x="11" y="258"/>
                    <a:pt x="7" y="275"/>
                  </a:cubicBezTo>
                  <a:cubicBezTo>
                    <a:pt x="0" y="298"/>
                    <a:pt x="21" y="314"/>
                    <a:pt x="42" y="311"/>
                  </a:cubicBezTo>
                  <a:cubicBezTo>
                    <a:pt x="46" y="310"/>
                    <a:pt x="49" y="309"/>
                    <a:pt x="52" y="308"/>
                  </a:cubicBezTo>
                  <a:cubicBezTo>
                    <a:pt x="39" y="326"/>
                    <a:pt x="28" y="345"/>
                    <a:pt x="20" y="366"/>
                  </a:cubicBezTo>
                  <a:cubicBezTo>
                    <a:pt x="15" y="378"/>
                    <a:pt x="23" y="392"/>
                    <a:pt x="33" y="398"/>
                  </a:cubicBezTo>
                  <a:cubicBezTo>
                    <a:pt x="47" y="407"/>
                    <a:pt x="64" y="401"/>
                    <a:pt x="73" y="388"/>
                  </a:cubicBezTo>
                  <a:cubicBezTo>
                    <a:pt x="93" y="358"/>
                    <a:pt x="122" y="337"/>
                    <a:pt x="155" y="321"/>
                  </a:cubicBezTo>
                  <a:cubicBezTo>
                    <a:pt x="162" y="317"/>
                    <a:pt x="170" y="314"/>
                    <a:pt x="178" y="311"/>
                  </a:cubicBezTo>
                  <a:cubicBezTo>
                    <a:pt x="167" y="323"/>
                    <a:pt x="157" y="337"/>
                    <a:pt x="146" y="349"/>
                  </a:cubicBezTo>
                  <a:cubicBezTo>
                    <a:pt x="134" y="364"/>
                    <a:pt x="118" y="379"/>
                    <a:pt x="102" y="390"/>
                  </a:cubicBezTo>
                  <a:cubicBezTo>
                    <a:pt x="87" y="400"/>
                    <a:pt x="68" y="410"/>
                    <a:pt x="59" y="427"/>
                  </a:cubicBezTo>
                  <a:cubicBezTo>
                    <a:pt x="48" y="450"/>
                    <a:pt x="67" y="476"/>
                    <a:pt x="92" y="469"/>
                  </a:cubicBezTo>
                  <a:cubicBezTo>
                    <a:pt x="112" y="465"/>
                    <a:pt x="127" y="451"/>
                    <a:pt x="142" y="438"/>
                  </a:cubicBezTo>
                  <a:cubicBezTo>
                    <a:pt x="158" y="426"/>
                    <a:pt x="178" y="417"/>
                    <a:pt x="196" y="407"/>
                  </a:cubicBezTo>
                  <a:cubicBezTo>
                    <a:pt x="216" y="397"/>
                    <a:pt x="237" y="388"/>
                    <a:pt x="258" y="377"/>
                  </a:cubicBezTo>
                  <a:cubicBezTo>
                    <a:pt x="260" y="376"/>
                    <a:pt x="263" y="375"/>
                    <a:pt x="265" y="373"/>
                  </a:cubicBezTo>
                  <a:cubicBezTo>
                    <a:pt x="255" y="384"/>
                    <a:pt x="245" y="394"/>
                    <a:pt x="236" y="405"/>
                  </a:cubicBezTo>
                  <a:cubicBezTo>
                    <a:pt x="223" y="421"/>
                    <a:pt x="210" y="436"/>
                    <a:pt x="196" y="450"/>
                  </a:cubicBezTo>
                  <a:cubicBezTo>
                    <a:pt x="180" y="465"/>
                    <a:pt x="164" y="477"/>
                    <a:pt x="150" y="493"/>
                  </a:cubicBezTo>
                  <a:cubicBezTo>
                    <a:pt x="131" y="516"/>
                    <a:pt x="150" y="546"/>
                    <a:pt x="179" y="542"/>
                  </a:cubicBezTo>
                  <a:cubicBezTo>
                    <a:pt x="193" y="539"/>
                    <a:pt x="204" y="525"/>
                    <a:pt x="211" y="519"/>
                  </a:cubicBezTo>
                  <a:cubicBezTo>
                    <a:pt x="227" y="508"/>
                    <a:pt x="244" y="498"/>
                    <a:pt x="261" y="489"/>
                  </a:cubicBezTo>
                  <a:cubicBezTo>
                    <a:pt x="279" y="479"/>
                    <a:pt x="298" y="468"/>
                    <a:pt x="316" y="457"/>
                  </a:cubicBezTo>
                  <a:cubicBezTo>
                    <a:pt x="300" y="473"/>
                    <a:pt x="286" y="490"/>
                    <a:pt x="270" y="506"/>
                  </a:cubicBezTo>
                  <a:cubicBezTo>
                    <a:pt x="258" y="517"/>
                    <a:pt x="247" y="531"/>
                    <a:pt x="236" y="543"/>
                  </a:cubicBezTo>
                  <a:cubicBezTo>
                    <a:pt x="225" y="557"/>
                    <a:pt x="214" y="571"/>
                    <a:pt x="208" y="588"/>
                  </a:cubicBezTo>
                  <a:cubicBezTo>
                    <a:pt x="204" y="602"/>
                    <a:pt x="214" y="620"/>
                    <a:pt x="229" y="623"/>
                  </a:cubicBezTo>
                  <a:cubicBezTo>
                    <a:pt x="256" y="629"/>
                    <a:pt x="281" y="611"/>
                    <a:pt x="303" y="597"/>
                  </a:cubicBezTo>
                  <a:cubicBezTo>
                    <a:pt x="310" y="592"/>
                    <a:pt x="317" y="588"/>
                    <a:pt x="324" y="583"/>
                  </a:cubicBezTo>
                  <a:cubicBezTo>
                    <a:pt x="324" y="590"/>
                    <a:pt x="326" y="597"/>
                    <a:pt x="332" y="603"/>
                  </a:cubicBezTo>
                  <a:cubicBezTo>
                    <a:pt x="343" y="614"/>
                    <a:pt x="363" y="615"/>
                    <a:pt x="373" y="603"/>
                  </a:cubicBezTo>
                  <a:cubicBezTo>
                    <a:pt x="386" y="588"/>
                    <a:pt x="401" y="574"/>
                    <a:pt x="406" y="554"/>
                  </a:cubicBezTo>
                  <a:cubicBezTo>
                    <a:pt x="407" y="550"/>
                    <a:pt x="407" y="547"/>
                    <a:pt x="407" y="543"/>
                  </a:cubicBezTo>
                  <a:cubicBezTo>
                    <a:pt x="415" y="544"/>
                    <a:pt x="423" y="541"/>
                    <a:pt x="430" y="535"/>
                  </a:cubicBezTo>
                  <a:cubicBezTo>
                    <a:pt x="444" y="523"/>
                    <a:pt x="457" y="511"/>
                    <a:pt x="469" y="497"/>
                  </a:cubicBezTo>
                  <a:cubicBezTo>
                    <a:pt x="483" y="481"/>
                    <a:pt x="494" y="462"/>
                    <a:pt x="504" y="444"/>
                  </a:cubicBezTo>
                  <a:cubicBezTo>
                    <a:pt x="514" y="427"/>
                    <a:pt x="523" y="413"/>
                    <a:pt x="536" y="400"/>
                  </a:cubicBezTo>
                  <a:cubicBezTo>
                    <a:pt x="553" y="383"/>
                    <a:pt x="558" y="364"/>
                    <a:pt x="549" y="342"/>
                  </a:cubicBezTo>
                  <a:cubicBezTo>
                    <a:pt x="544" y="332"/>
                    <a:pt x="527" y="325"/>
                    <a:pt x="516" y="329"/>
                  </a:cubicBezTo>
                  <a:cubicBezTo>
                    <a:pt x="533" y="309"/>
                    <a:pt x="549" y="288"/>
                    <a:pt x="563" y="266"/>
                  </a:cubicBezTo>
                  <a:cubicBezTo>
                    <a:pt x="570" y="255"/>
                    <a:pt x="567" y="240"/>
                    <a:pt x="558" y="231"/>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34" name="Google Shape;234;p15"/>
            <p:cNvSpPr/>
            <p:nvPr/>
          </p:nvSpPr>
          <p:spPr>
            <a:xfrm>
              <a:off x="5462588" y="2581276"/>
              <a:ext cx="1274763" cy="1308100"/>
            </a:xfrm>
            <a:custGeom>
              <a:rect b="b" l="l" r="r" t="t"/>
              <a:pathLst>
                <a:path extrusionOk="0" h="348" w="339">
                  <a:moveTo>
                    <a:pt x="323" y="92"/>
                  </a:moveTo>
                  <a:cubicBezTo>
                    <a:pt x="308" y="65"/>
                    <a:pt x="286" y="83"/>
                    <a:pt x="275" y="103"/>
                  </a:cubicBezTo>
                  <a:cubicBezTo>
                    <a:pt x="272" y="109"/>
                    <a:pt x="269" y="115"/>
                    <a:pt x="266" y="121"/>
                  </a:cubicBezTo>
                  <a:cubicBezTo>
                    <a:pt x="264" y="121"/>
                    <a:pt x="263" y="120"/>
                    <a:pt x="261" y="119"/>
                  </a:cubicBezTo>
                  <a:cubicBezTo>
                    <a:pt x="249" y="111"/>
                    <a:pt x="242" y="94"/>
                    <a:pt x="238" y="76"/>
                  </a:cubicBezTo>
                  <a:cubicBezTo>
                    <a:pt x="246" y="71"/>
                    <a:pt x="253" y="65"/>
                    <a:pt x="256" y="55"/>
                  </a:cubicBezTo>
                  <a:cubicBezTo>
                    <a:pt x="259" y="45"/>
                    <a:pt x="260" y="25"/>
                    <a:pt x="248" y="20"/>
                  </a:cubicBezTo>
                  <a:cubicBezTo>
                    <a:pt x="236" y="15"/>
                    <a:pt x="220" y="19"/>
                    <a:pt x="214" y="32"/>
                  </a:cubicBezTo>
                  <a:cubicBezTo>
                    <a:pt x="210" y="41"/>
                    <a:pt x="210" y="52"/>
                    <a:pt x="211" y="64"/>
                  </a:cubicBezTo>
                  <a:cubicBezTo>
                    <a:pt x="193" y="73"/>
                    <a:pt x="171" y="78"/>
                    <a:pt x="151" y="73"/>
                  </a:cubicBezTo>
                  <a:cubicBezTo>
                    <a:pt x="151" y="73"/>
                    <a:pt x="150" y="73"/>
                    <a:pt x="149" y="72"/>
                  </a:cubicBezTo>
                  <a:cubicBezTo>
                    <a:pt x="154" y="67"/>
                    <a:pt x="158" y="62"/>
                    <a:pt x="161" y="56"/>
                  </a:cubicBezTo>
                  <a:cubicBezTo>
                    <a:pt x="167" y="46"/>
                    <a:pt x="169" y="27"/>
                    <a:pt x="160" y="18"/>
                  </a:cubicBezTo>
                  <a:cubicBezTo>
                    <a:pt x="141" y="0"/>
                    <a:pt x="114" y="25"/>
                    <a:pt x="111" y="46"/>
                  </a:cubicBezTo>
                  <a:cubicBezTo>
                    <a:pt x="110" y="55"/>
                    <a:pt x="113" y="64"/>
                    <a:pt x="117" y="72"/>
                  </a:cubicBezTo>
                  <a:cubicBezTo>
                    <a:pt x="107" y="82"/>
                    <a:pt x="97" y="92"/>
                    <a:pt x="86" y="100"/>
                  </a:cubicBezTo>
                  <a:cubicBezTo>
                    <a:pt x="82" y="103"/>
                    <a:pt x="79" y="105"/>
                    <a:pt x="75" y="106"/>
                  </a:cubicBezTo>
                  <a:cubicBezTo>
                    <a:pt x="75" y="105"/>
                    <a:pt x="75" y="104"/>
                    <a:pt x="74" y="103"/>
                  </a:cubicBezTo>
                  <a:cubicBezTo>
                    <a:pt x="64" y="84"/>
                    <a:pt x="32" y="62"/>
                    <a:pt x="14" y="86"/>
                  </a:cubicBezTo>
                  <a:cubicBezTo>
                    <a:pt x="0" y="105"/>
                    <a:pt x="36" y="127"/>
                    <a:pt x="49" y="132"/>
                  </a:cubicBezTo>
                  <a:cubicBezTo>
                    <a:pt x="53" y="133"/>
                    <a:pt x="57" y="134"/>
                    <a:pt x="61" y="134"/>
                  </a:cubicBezTo>
                  <a:cubicBezTo>
                    <a:pt x="63" y="141"/>
                    <a:pt x="65" y="148"/>
                    <a:pt x="67" y="154"/>
                  </a:cubicBezTo>
                  <a:cubicBezTo>
                    <a:pt x="71" y="168"/>
                    <a:pt x="79" y="180"/>
                    <a:pt x="86" y="193"/>
                  </a:cubicBezTo>
                  <a:cubicBezTo>
                    <a:pt x="94" y="207"/>
                    <a:pt x="98" y="223"/>
                    <a:pt x="102" y="239"/>
                  </a:cubicBezTo>
                  <a:cubicBezTo>
                    <a:pt x="106" y="253"/>
                    <a:pt x="112" y="267"/>
                    <a:pt x="117" y="281"/>
                  </a:cubicBezTo>
                  <a:cubicBezTo>
                    <a:pt x="123" y="298"/>
                    <a:pt x="126" y="316"/>
                    <a:pt x="131" y="333"/>
                  </a:cubicBezTo>
                  <a:cubicBezTo>
                    <a:pt x="135" y="347"/>
                    <a:pt x="157" y="341"/>
                    <a:pt x="153" y="326"/>
                  </a:cubicBezTo>
                  <a:cubicBezTo>
                    <a:pt x="141" y="286"/>
                    <a:pt x="129" y="246"/>
                    <a:pt x="117" y="205"/>
                  </a:cubicBezTo>
                  <a:cubicBezTo>
                    <a:pt x="110" y="186"/>
                    <a:pt x="98" y="171"/>
                    <a:pt x="91" y="153"/>
                  </a:cubicBezTo>
                  <a:cubicBezTo>
                    <a:pt x="88" y="145"/>
                    <a:pt x="86" y="137"/>
                    <a:pt x="83" y="129"/>
                  </a:cubicBezTo>
                  <a:cubicBezTo>
                    <a:pt x="101" y="120"/>
                    <a:pt x="118" y="103"/>
                    <a:pt x="130" y="91"/>
                  </a:cubicBezTo>
                  <a:cubicBezTo>
                    <a:pt x="131" y="90"/>
                    <a:pt x="132" y="90"/>
                    <a:pt x="132" y="89"/>
                  </a:cubicBezTo>
                  <a:cubicBezTo>
                    <a:pt x="145" y="97"/>
                    <a:pt x="160" y="98"/>
                    <a:pt x="175" y="97"/>
                  </a:cubicBezTo>
                  <a:cubicBezTo>
                    <a:pt x="190" y="97"/>
                    <a:pt x="204" y="92"/>
                    <a:pt x="217" y="87"/>
                  </a:cubicBezTo>
                  <a:cubicBezTo>
                    <a:pt x="220" y="95"/>
                    <a:pt x="223" y="102"/>
                    <a:pt x="225" y="108"/>
                  </a:cubicBezTo>
                  <a:cubicBezTo>
                    <a:pt x="232" y="123"/>
                    <a:pt x="243" y="136"/>
                    <a:pt x="257" y="143"/>
                  </a:cubicBezTo>
                  <a:cubicBezTo>
                    <a:pt x="248" y="165"/>
                    <a:pt x="241" y="187"/>
                    <a:pt x="232" y="209"/>
                  </a:cubicBezTo>
                  <a:cubicBezTo>
                    <a:pt x="225" y="230"/>
                    <a:pt x="216" y="251"/>
                    <a:pt x="208" y="272"/>
                  </a:cubicBezTo>
                  <a:cubicBezTo>
                    <a:pt x="200" y="289"/>
                    <a:pt x="191" y="305"/>
                    <a:pt x="187" y="323"/>
                  </a:cubicBezTo>
                  <a:cubicBezTo>
                    <a:pt x="186" y="326"/>
                    <a:pt x="186" y="330"/>
                    <a:pt x="186" y="333"/>
                  </a:cubicBezTo>
                  <a:cubicBezTo>
                    <a:pt x="185" y="348"/>
                    <a:pt x="208" y="348"/>
                    <a:pt x="209" y="333"/>
                  </a:cubicBezTo>
                  <a:cubicBezTo>
                    <a:pt x="210" y="316"/>
                    <a:pt x="220" y="299"/>
                    <a:pt x="228" y="283"/>
                  </a:cubicBezTo>
                  <a:cubicBezTo>
                    <a:pt x="237" y="263"/>
                    <a:pt x="245" y="242"/>
                    <a:pt x="253" y="221"/>
                  </a:cubicBezTo>
                  <a:cubicBezTo>
                    <a:pt x="262" y="196"/>
                    <a:pt x="270" y="171"/>
                    <a:pt x="280" y="147"/>
                  </a:cubicBezTo>
                  <a:cubicBezTo>
                    <a:pt x="282" y="147"/>
                    <a:pt x="283" y="146"/>
                    <a:pt x="285" y="146"/>
                  </a:cubicBezTo>
                  <a:cubicBezTo>
                    <a:pt x="309" y="141"/>
                    <a:pt x="339" y="120"/>
                    <a:pt x="323" y="92"/>
                  </a:cubicBezTo>
                  <a:close/>
                  <a:moveTo>
                    <a:pt x="39" y="99"/>
                  </a:moveTo>
                  <a:cubicBezTo>
                    <a:pt x="39" y="99"/>
                    <a:pt x="39" y="99"/>
                    <a:pt x="40" y="99"/>
                  </a:cubicBezTo>
                  <a:cubicBezTo>
                    <a:pt x="43" y="100"/>
                    <a:pt x="46" y="103"/>
                    <a:pt x="48" y="106"/>
                  </a:cubicBezTo>
                  <a:cubicBezTo>
                    <a:pt x="46" y="105"/>
                    <a:pt x="45" y="104"/>
                    <a:pt x="43" y="103"/>
                  </a:cubicBezTo>
                  <a:cubicBezTo>
                    <a:pt x="42" y="102"/>
                    <a:pt x="40" y="101"/>
                    <a:pt x="39" y="99"/>
                  </a:cubicBezTo>
                  <a:close/>
                  <a:moveTo>
                    <a:pt x="142" y="37"/>
                  </a:moveTo>
                  <a:cubicBezTo>
                    <a:pt x="142" y="36"/>
                    <a:pt x="143" y="36"/>
                    <a:pt x="143" y="36"/>
                  </a:cubicBezTo>
                  <a:cubicBezTo>
                    <a:pt x="143" y="39"/>
                    <a:pt x="142" y="42"/>
                    <a:pt x="141" y="44"/>
                  </a:cubicBezTo>
                  <a:cubicBezTo>
                    <a:pt x="139" y="48"/>
                    <a:pt x="137" y="51"/>
                    <a:pt x="135" y="54"/>
                  </a:cubicBezTo>
                  <a:cubicBezTo>
                    <a:pt x="134" y="48"/>
                    <a:pt x="136" y="41"/>
                    <a:pt x="142" y="37"/>
                  </a:cubicBezTo>
                  <a:close/>
                  <a:moveTo>
                    <a:pt x="234" y="43"/>
                  </a:moveTo>
                  <a:cubicBezTo>
                    <a:pt x="235" y="43"/>
                    <a:pt x="235" y="43"/>
                    <a:pt x="235" y="43"/>
                  </a:cubicBezTo>
                  <a:cubicBezTo>
                    <a:pt x="235" y="45"/>
                    <a:pt x="234" y="46"/>
                    <a:pt x="234" y="48"/>
                  </a:cubicBezTo>
                  <a:cubicBezTo>
                    <a:pt x="234" y="47"/>
                    <a:pt x="234" y="47"/>
                    <a:pt x="234" y="46"/>
                  </a:cubicBezTo>
                  <a:cubicBezTo>
                    <a:pt x="234" y="45"/>
                    <a:pt x="234" y="44"/>
                    <a:pt x="234" y="43"/>
                  </a:cubicBezTo>
                  <a:close/>
                  <a:moveTo>
                    <a:pt x="300" y="115"/>
                  </a:moveTo>
                  <a:cubicBezTo>
                    <a:pt x="298" y="117"/>
                    <a:pt x="295" y="119"/>
                    <a:pt x="292" y="120"/>
                  </a:cubicBezTo>
                  <a:cubicBezTo>
                    <a:pt x="294" y="118"/>
                    <a:pt x="295" y="115"/>
                    <a:pt x="296" y="112"/>
                  </a:cubicBezTo>
                  <a:cubicBezTo>
                    <a:pt x="298" y="109"/>
                    <a:pt x="300" y="105"/>
                    <a:pt x="303" y="103"/>
                  </a:cubicBezTo>
                  <a:cubicBezTo>
                    <a:pt x="304" y="104"/>
                    <a:pt x="304" y="106"/>
                    <a:pt x="304" y="108"/>
                  </a:cubicBezTo>
                  <a:cubicBezTo>
                    <a:pt x="305" y="111"/>
                    <a:pt x="302" y="114"/>
                    <a:pt x="300" y="115"/>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35" name="Google Shape;235;p15"/>
            <p:cNvSpPr/>
            <p:nvPr/>
          </p:nvSpPr>
          <p:spPr>
            <a:xfrm>
              <a:off x="5011670" y="1248813"/>
              <a:ext cx="285750" cy="315913"/>
            </a:xfrm>
            <a:custGeom>
              <a:rect b="b" l="l" r="r" t="t"/>
              <a:pathLst>
                <a:path extrusionOk="0" h="84" w="76">
                  <a:moveTo>
                    <a:pt x="72" y="66"/>
                  </a:moveTo>
                  <a:cubicBezTo>
                    <a:pt x="65" y="50"/>
                    <a:pt x="59" y="33"/>
                    <a:pt x="54" y="15"/>
                  </a:cubicBezTo>
                  <a:cubicBezTo>
                    <a:pt x="51" y="1"/>
                    <a:pt x="28" y="7"/>
                    <a:pt x="32" y="21"/>
                  </a:cubicBezTo>
                  <a:cubicBezTo>
                    <a:pt x="33" y="23"/>
                    <a:pt x="33" y="25"/>
                    <a:pt x="34" y="27"/>
                  </a:cubicBezTo>
                  <a:cubicBezTo>
                    <a:pt x="31" y="23"/>
                    <a:pt x="29" y="18"/>
                    <a:pt x="27" y="14"/>
                  </a:cubicBezTo>
                  <a:cubicBezTo>
                    <a:pt x="22" y="0"/>
                    <a:pt x="0" y="6"/>
                    <a:pt x="5" y="20"/>
                  </a:cubicBezTo>
                  <a:cubicBezTo>
                    <a:pt x="15" y="44"/>
                    <a:pt x="33" y="82"/>
                    <a:pt x="63" y="83"/>
                  </a:cubicBezTo>
                  <a:cubicBezTo>
                    <a:pt x="72" y="84"/>
                    <a:pt x="76" y="73"/>
                    <a:pt x="72" y="66"/>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36" name="Google Shape;236;p15"/>
            <p:cNvSpPr/>
            <p:nvPr/>
          </p:nvSpPr>
          <p:spPr>
            <a:xfrm>
              <a:off x="5988051" y="968820"/>
              <a:ext cx="188912" cy="354013"/>
            </a:xfrm>
            <a:custGeom>
              <a:rect b="b" l="l" r="r" t="t"/>
              <a:pathLst>
                <a:path extrusionOk="0" h="94" w="50">
                  <a:moveTo>
                    <a:pt x="49" y="26"/>
                  </a:moveTo>
                  <a:cubicBezTo>
                    <a:pt x="49" y="23"/>
                    <a:pt x="48" y="21"/>
                    <a:pt x="47" y="19"/>
                  </a:cubicBezTo>
                  <a:cubicBezTo>
                    <a:pt x="47" y="16"/>
                    <a:pt x="47" y="13"/>
                    <a:pt x="46" y="10"/>
                  </a:cubicBezTo>
                  <a:cubicBezTo>
                    <a:pt x="45" y="4"/>
                    <a:pt x="38" y="0"/>
                    <a:pt x="32" y="2"/>
                  </a:cubicBezTo>
                  <a:cubicBezTo>
                    <a:pt x="26" y="3"/>
                    <a:pt x="21" y="5"/>
                    <a:pt x="15" y="5"/>
                  </a:cubicBezTo>
                  <a:cubicBezTo>
                    <a:pt x="0" y="6"/>
                    <a:pt x="0" y="29"/>
                    <a:pt x="15" y="28"/>
                  </a:cubicBezTo>
                  <a:cubicBezTo>
                    <a:pt x="17" y="28"/>
                    <a:pt x="20" y="28"/>
                    <a:pt x="22" y="28"/>
                  </a:cubicBezTo>
                  <a:cubicBezTo>
                    <a:pt x="19" y="34"/>
                    <a:pt x="16" y="41"/>
                    <a:pt x="15" y="46"/>
                  </a:cubicBezTo>
                  <a:cubicBezTo>
                    <a:pt x="12" y="58"/>
                    <a:pt x="10" y="70"/>
                    <a:pt x="13" y="82"/>
                  </a:cubicBezTo>
                  <a:cubicBezTo>
                    <a:pt x="15" y="90"/>
                    <a:pt x="27" y="94"/>
                    <a:pt x="33" y="87"/>
                  </a:cubicBezTo>
                  <a:cubicBezTo>
                    <a:pt x="45" y="71"/>
                    <a:pt x="50" y="46"/>
                    <a:pt x="49" y="26"/>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37" name="Google Shape;237;p15"/>
            <p:cNvSpPr/>
            <p:nvPr/>
          </p:nvSpPr>
          <p:spPr>
            <a:xfrm>
              <a:off x="6869113" y="1319213"/>
              <a:ext cx="320675" cy="352425"/>
            </a:xfrm>
            <a:custGeom>
              <a:rect b="b" l="l" r="r" t="t"/>
              <a:pathLst>
                <a:path extrusionOk="0" h="94" w="85">
                  <a:moveTo>
                    <a:pt x="61" y="15"/>
                  </a:moveTo>
                  <a:cubicBezTo>
                    <a:pt x="61" y="14"/>
                    <a:pt x="61" y="12"/>
                    <a:pt x="60" y="10"/>
                  </a:cubicBezTo>
                  <a:cubicBezTo>
                    <a:pt x="58" y="5"/>
                    <a:pt x="52" y="0"/>
                    <a:pt x="46" y="2"/>
                  </a:cubicBezTo>
                  <a:cubicBezTo>
                    <a:pt x="33" y="7"/>
                    <a:pt x="26" y="15"/>
                    <a:pt x="20" y="27"/>
                  </a:cubicBezTo>
                  <a:cubicBezTo>
                    <a:pt x="16" y="38"/>
                    <a:pt x="17" y="51"/>
                    <a:pt x="8" y="59"/>
                  </a:cubicBezTo>
                  <a:cubicBezTo>
                    <a:pt x="0" y="66"/>
                    <a:pt x="6" y="77"/>
                    <a:pt x="15" y="78"/>
                  </a:cubicBezTo>
                  <a:cubicBezTo>
                    <a:pt x="15" y="78"/>
                    <a:pt x="15" y="78"/>
                    <a:pt x="15" y="79"/>
                  </a:cubicBezTo>
                  <a:cubicBezTo>
                    <a:pt x="13" y="88"/>
                    <a:pt x="20" y="94"/>
                    <a:pt x="29" y="93"/>
                  </a:cubicBezTo>
                  <a:cubicBezTo>
                    <a:pt x="43" y="91"/>
                    <a:pt x="52" y="77"/>
                    <a:pt x="60" y="66"/>
                  </a:cubicBezTo>
                  <a:cubicBezTo>
                    <a:pt x="68" y="54"/>
                    <a:pt x="75" y="40"/>
                    <a:pt x="80" y="26"/>
                  </a:cubicBezTo>
                  <a:cubicBezTo>
                    <a:pt x="85" y="14"/>
                    <a:pt x="69" y="8"/>
                    <a:pt x="61" y="15"/>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38" name="Google Shape;238;p15"/>
            <p:cNvSpPr/>
            <p:nvPr/>
          </p:nvSpPr>
          <p:spPr>
            <a:xfrm>
              <a:off x="7351713" y="2228851"/>
              <a:ext cx="349250" cy="179388"/>
            </a:xfrm>
            <a:custGeom>
              <a:rect b="b" l="l" r="r" t="t"/>
              <a:pathLst>
                <a:path extrusionOk="0" h="48" w="93">
                  <a:moveTo>
                    <a:pt x="90" y="33"/>
                  </a:moveTo>
                  <a:cubicBezTo>
                    <a:pt x="87" y="25"/>
                    <a:pt x="86" y="18"/>
                    <a:pt x="84" y="11"/>
                  </a:cubicBezTo>
                  <a:cubicBezTo>
                    <a:pt x="83" y="5"/>
                    <a:pt x="76" y="0"/>
                    <a:pt x="70" y="2"/>
                  </a:cubicBezTo>
                  <a:cubicBezTo>
                    <a:pt x="57" y="8"/>
                    <a:pt x="44" y="15"/>
                    <a:pt x="31" y="19"/>
                  </a:cubicBezTo>
                  <a:cubicBezTo>
                    <a:pt x="31" y="19"/>
                    <a:pt x="31" y="19"/>
                    <a:pt x="30" y="19"/>
                  </a:cubicBezTo>
                  <a:cubicBezTo>
                    <a:pt x="30" y="18"/>
                    <a:pt x="29" y="18"/>
                    <a:pt x="29" y="18"/>
                  </a:cubicBezTo>
                  <a:cubicBezTo>
                    <a:pt x="24" y="9"/>
                    <a:pt x="8" y="13"/>
                    <a:pt x="8" y="23"/>
                  </a:cubicBezTo>
                  <a:cubicBezTo>
                    <a:pt x="0" y="29"/>
                    <a:pt x="2" y="44"/>
                    <a:pt x="14" y="44"/>
                  </a:cubicBezTo>
                  <a:cubicBezTo>
                    <a:pt x="19" y="44"/>
                    <a:pt x="24" y="44"/>
                    <a:pt x="28" y="43"/>
                  </a:cubicBezTo>
                  <a:cubicBezTo>
                    <a:pt x="44" y="47"/>
                    <a:pt x="65" y="45"/>
                    <a:pt x="76" y="47"/>
                  </a:cubicBezTo>
                  <a:cubicBezTo>
                    <a:pt x="83" y="48"/>
                    <a:pt x="93" y="42"/>
                    <a:pt x="90" y="33"/>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39" name="Google Shape;239;p15"/>
            <p:cNvSpPr/>
            <p:nvPr/>
          </p:nvSpPr>
          <p:spPr>
            <a:xfrm>
              <a:off x="7234238" y="3190876"/>
              <a:ext cx="368300" cy="247650"/>
            </a:xfrm>
            <a:custGeom>
              <a:rect b="b" l="l" r="r" t="t"/>
              <a:pathLst>
                <a:path extrusionOk="0" h="66" w="98">
                  <a:moveTo>
                    <a:pt x="97" y="50"/>
                  </a:moveTo>
                  <a:cubicBezTo>
                    <a:pt x="95" y="39"/>
                    <a:pt x="91" y="29"/>
                    <a:pt x="80" y="27"/>
                  </a:cubicBezTo>
                  <a:cubicBezTo>
                    <a:pt x="76" y="26"/>
                    <a:pt x="72" y="26"/>
                    <a:pt x="68" y="28"/>
                  </a:cubicBezTo>
                  <a:cubicBezTo>
                    <a:pt x="61" y="19"/>
                    <a:pt x="54" y="9"/>
                    <a:pt x="45" y="3"/>
                  </a:cubicBezTo>
                  <a:cubicBezTo>
                    <a:pt x="40" y="0"/>
                    <a:pt x="35" y="1"/>
                    <a:pt x="32" y="4"/>
                  </a:cubicBezTo>
                  <a:cubicBezTo>
                    <a:pt x="26" y="4"/>
                    <a:pt x="20" y="5"/>
                    <a:pt x="15" y="6"/>
                  </a:cubicBezTo>
                  <a:cubicBezTo>
                    <a:pt x="0" y="6"/>
                    <a:pt x="0" y="29"/>
                    <a:pt x="15" y="29"/>
                  </a:cubicBezTo>
                  <a:cubicBezTo>
                    <a:pt x="19" y="28"/>
                    <a:pt x="24" y="28"/>
                    <a:pt x="28" y="28"/>
                  </a:cubicBezTo>
                  <a:cubicBezTo>
                    <a:pt x="29" y="28"/>
                    <a:pt x="30" y="28"/>
                    <a:pt x="30" y="28"/>
                  </a:cubicBezTo>
                  <a:cubicBezTo>
                    <a:pt x="30" y="31"/>
                    <a:pt x="29" y="33"/>
                    <a:pt x="29" y="36"/>
                  </a:cubicBezTo>
                  <a:cubicBezTo>
                    <a:pt x="28" y="45"/>
                    <a:pt x="34" y="54"/>
                    <a:pt x="42" y="57"/>
                  </a:cubicBezTo>
                  <a:cubicBezTo>
                    <a:pt x="50" y="60"/>
                    <a:pt x="57" y="58"/>
                    <a:pt x="64" y="55"/>
                  </a:cubicBezTo>
                  <a:cubicBezTo>
                    <a:pt x="64" y="55"/>
                    <a:pt x="64" y="55"/>
                    <a:pt x="65" y="55"/>
                  </a:cubicBezTo>
                  <a:cubicBezTo>
                    <a:pt x="70" y="59"/>
                    <a:pt x="75" y="62"/>
                    <a:pt x="83" y="64"/>
                  </a:cubicBezTo>
                  <a:cubicBezTo>
                    <a:pt x="92" y="66"/>
                    <a:pt x="98" y="58"/>
                    <a:pt x="97" y="50"/>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0" name="Google Shape;240;p15"/>
            <p:cNvSpPr/>
            <p:nvPr/>
          </p:nvSpPr>
          <p:spPr>
            <a:xfrm>
              <a:off x="4600576" y="3221038"/>
              <a:ext cx="349250" cy="209550"/>
            </a:xfrm>
            <a:custGeom>
              <a:rect b="b" l="l" r="r" t="t"/>
              <a:pathLst>
                <a:path extrusionOk="0" h="56" w="93">
                  <a:moveTo>
                    <a:pt x="87" y="6"/>
                  </a:moveTo>
                  <a:cubicBezTo>
                    <a:pt x="81" y="0"/>
                    <a:pt x="74" y="1"/>
                    <a:pt x="67" y="2"/>
                  </a:cubicBezTo>
                  <a:cubicBezTo>
                    <a:pt x="62" y="3"/>
                    <a:pt x="56" y="5"/>
                    <a:pt x="51" y="8"/>
                  </a:cubicBezTo>
                  <a:cubicBezTo>
                    <a:pt x="49" y="7"/>
                    <a:pt x="47" y="6"/>
                    <a:pt x="46" y="5"/>
                  </a:cubicBezTo>
                  <a:cubicBezTo>
                    <a:pt x="41" y="2"/>
                    <a:pt x="37" y="3"/>
                    <a:pt x="34" y="5"/>
                  </a:cubicBezTo>
                  <a:cubicBezTo>
                    <a:pt x="31" y="4"/>
                    <a:pt x="28" y="4"/>
                    <a:pt x="24" y="4"/>
                  </a:cubicBezTo>
                  <a:cubicBezTo>
                    <a:pt x="4" y="6"/>
                    <a:pt x="0" y="24"/>
                    <a:pt x="2" y="41"/>
                  </a:cubicBezTo>
                  <a:cubicBezTo>
                    <a:pt x="4" y="55"/>
                    <a:pt x="27" y="56"/>
                    <a:pt x="25" y="41"/>
                  </a:cubicBezTo>
                  <a:cubicBezTo>
                    <a:pt x="25" y="40"/>
                    <a:pt x="25" y="40"/>
                    <a:pt x="25" y="39"/>
                  </a:cubicBezTo>
                  <a:cubicBezTo>
                    <a:pt x="27" y="47"/>
                    <a:pt x="34" y="52"/>
                    <a:pt x="42" y="47"/>
                  </a:cubicBezTo>
                  <a:cubicBezTo>
                    <a:pt x="47" y="43"/>
                    <a:pt x="49" y="39"/>
                    <a:pt x="50" y="33"/>
                  </a:cubicBezTo>
                  <a:cubicBezTo>
                    <a:pt x="50" y="33"/>
                    <a:pt x="51" y="33"/>
                    <a:pt x="52" y="33"/>
                  </a:cubicBezTo>
                  <a:cubicBezTo>
                    <a:pt x="63" y="36"/>
                    <a:pt x="76" y="36"/>
                    <a:pt x="85" y="27"/>
                  </a:cubicBezTo>
                  <a:cubicBezTo>
                    <a:pt x="90" y="21"/>
                    <a:pt x="93" y="12"/>
                    <a:pt x="87" y="6"/>
                  </a:cubicBezTo>
                  <a:close/>
                  <a:moveTo>
                    <a:pt x="25" y="36"/>
                  </a:moveTo>
                  <a:cubicBezTo>
                    <a:pt x="25" y="34"/>
                    <a:pt x="25" y="32"/>
                    <a:pt x="25" y="30"/>
                  </a:cubicBezTo>
                  <a:cubicBezTo>
                    <a:pt x="25" y="29"/>
                    <a:pt x="25" y="28"/>
                    <a:pt x="25" y="28"/>
                  </a:cubicBezTo>
                  <a:cubicBezTo>
                    <a:pt x="25" y="27"/>
                    <a:pt x="25" y="27"/>
                    <a:pt x="25" y="27"/>
                  </a:cubicBezTo>
                  <a:cubicBezTo>
                    <a:pt x="26" y="27"/>
                    <a:pt x="26" y="27"/>
                    <a:pt x="27" y="27"/>
                  </a:cubicBezTo>
                  <a:cubicBezTo>
                    <a:pt x="27" y="29"/>
                    <a:pt x="27" y="29"/>
                    <a:pt x="30" y="27"/>
                  </a:cubicBezTo>
                  <a:cubicBezTo>
                    <a:pt x="30" y="27"/>
                    <a:pt x="30" y="27"/>
                    <a:pt x="30" y="27"/>
                  </a:cubicBezTo>
                  <a:cubicBezTo>
                    <a:pt x="26" y="30"/>
                    <a:pt x="25" y="33"/>
                    <a:pt x="25" y="36"/>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1" name="Google Shape;241;p15"/>
            <p:cNvSpPr/>
            <p:nvPr/>
          </p:nvSpPr>
          <p:spPr>
            <a:xfrm>
              <a:off x="4441826" y="2228851"/>
              <a:ext cx="381000" cy="195263"/>
            </a:xfrm>
            <a:custGeom>
              <a:rect b="b" l="l" r="r" t="t"/>
              <a:pathLst>
                <a:path extrusionOk="0" h="52" w="101">
                  <a:moveTo>
                    <a:pt x="77" y="14"/>
                  </a:moveTo>
                  <a:cubicBezTo>
                    <a:pt x="62" y="7"/>
                    <a:pt x="48" y="0"/>
                    <a:pt x="31" y="0"/>
                  </a:cubicBezTo>
                  <a:cubicBezTo>
                    <a:pt x="23" y="0"/>
                    <a:pt x="19" y="7"/>
                    <a:pt x="20" y="14"/>
                  </a:cubicBezTo>
                  <a:cubicBezTo>
                    <a:pt x="18" y="14"/>
                    <a:pt x="17" y="14"/>
                    <a:pt x="15" y="14"/>
                  </a:cubicBezTo>
                  <a:cubicBezTo>
                    <a:pt x="0" y="13"/>
                    <a:pt x="0" y="36"/>
                    <a:pt x="15" y="37"/>
                  </a:cubicBezTo>
                  <a:cubicBezTo>
                    <a:pt x="34" y="37"/>
                    <a:pt x="50" y="40"/>
                    <a:pt x="67" y="48"/>
                  </a:cubicBezTo>
                  <a:cubicBezTo>
                    <a:pt x="77" y="52"/>
                    <a:pt x="94" y="51"/>
                    <a:pt x="98" y="38"/>
                  </a:cubicBezTo>
                  <a:cubicBezTo>
                    <a:pt x="101" y="26"/>
                    <a:pt x="86" y="18"/>
                    <a:pt x="77" y="14"/>
                  </a:cubicBezTo>
                  <a:close/>
                </a:path>
              </a:pathLst>
            </a:custGeom>
            <a:solidFill>
              <a:srgbClr val="FFD8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2" name="Google Shape;242;p15"/>
            <p:cNvSpPr/>
            <p:nvPr/>
          </p:nvSpPr>
          <p:spPr>
            <a:xfrm>
              <a:off x="5619751" y="3903663"/>
              <a:ext cx="971550" cy="142875"/>
            </a:xfrm>
            <a:custGeom>
              <a:rect b="b" l="l" r="r" t="t"/>
              <a:pathLst>
                <a:path extrusionOk="0" h="38" w="258">
                  <a:moveTo>
                    <a:pt x="243" y="1"/>
                  </a:moveTo>
                  <a:cubicBezTo>
                    <a:pt x="205" y="1"/>
                    <a:pt x="167" y="0"/>
                    <a:pt x="129" y="1"/>
                  </a:cubicBezTo>
                  <a:cubicBezTo>
                    <a:pt x="90" y="2"/>
                    <a:pt x="53" y="6"/>
                    <a:pt x="15" y="9"/>
                  </a:cubicBezTo>
                  <a:cubicBezTo>
                    <a:pt x="0" y="10"/>
                    <a:pt x="0" y="34"/>
                    <a:pt x="15" y="32"/>
                  </a:cubicBezTo>
                  <a:cubicBezTo>
                    <a:pt x="41" y="30"/>
                    <a:pt x="67" y="28"/>
                    <a:pt x="93" y="26"/>
                  </a:cubicBezTo>
                  <a:cubicBezTo>
                    <a:pt x="94" y="32"/>
                    <a:pt x="99" y="38"/>
                    <a:pt x="107" y="35"/>
                  </a:cubicBezTo>
                  <a:cubicBezTo>
                    <a:pt x="126" y="27"/>
                    <a:pt x="149" y="32"/>
                    <a:pt x="169" y="32"/>
                  </a:cubicBezTo>
                  <a:cubicBezTo>
                    <a:pt x="181" y="32"/>
                    <a:pt x="192" y="33"/>
                    <a:pt x="204" y="32"/>
                  </a:cubicBezTo>
                  <a:cubicBezTo>
                    <a:pt x="217" y="30"/>
                    <a:pt x="230" y="25"/>
                    <a:pt x="243" y="24"/>
                  </a:cubicBezTo>
                  <a:cubicBezTo>
                    <a:pt x="258" y="22"/>
                    <a:pt x="258" y="1"/>
                    <a:pt x="243" y="1"/>
                  </a:cubicBezTo>
                  <a:close/>
                </a:path>
              </a:pathLst>
            </a:custGeom>
            <a:solidFill>
              <a:srgbClr val="3C34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3" name="Google Shape;243;p15"/>
            <p:cNvSpPr/>
            <p:nvPr/>
          </p:nvSpPr>
          <p:spPr>
            <a:xfrm>
              <a:off x="5605463" y="4081463"/>
              <a:ext cx="974725" cy="153988"/>
            </a:xfrm>
            <a:custGeom>
              <a:rect b="b" l="l" r="r" t="t"/>
              <a:pathLst>
                <a:path extrusionOk="0" h="41" w="259">
                  <a:moveTo>
                    <a:pt x="248" y="5"/>
                  </a:moveTo>
                  <a:cubicBezTo>
                    <a:pt x="227" y="1"/>
                    <a:pt x="206" y="2"/>
                    <a:pt x="186" y="2"/>
                  </a:cubicBezTo>
                  <a:cubicBezTo>
                    <a:pt x="163" y="3"/>
                    <a:pt x="140" y="3"/>
                    <a:pt x="117" y="3"/>
                  </a:cubicBezTo>
                  <a:cubicBezTo>
                    <a:pt x="98" y="3"/>
                    <a:pt x="79" y="2"/>
                    <a:pt x="60" y="1"/>
                  </a:cubicBezTo>
                  <a:cubicBezTo>
                    <a:pt x="44" y="0"/>
                    <a:pt x="26" y="1"/>
                    <a:pt x="12" y="11"/>
                  </a:cubicBezTo>
                  <a:cubicBezTo>
                    <a:pt x="0" y="19"/>
                    <a:pt x="12" y="39"/>
                    <a:pt x="24" y="31"/>
                  </a:cubicBezTo>
                  <a:cubicBezTo>
                    <a:pt x="35" y="22"/>
                    <a:pt x="50" y="24"/>
                    <a:pt x="64" y="25"/>
                  </a:cubicBezTo>
                  <a:cubicBezTo>
                    <a:pt x="76" y="25"/>
                    <a:pt x="88" y="26"/>
                    <a:pt x="100" y="26"/>
                  </a:cubicBezTo>
                  <a:cubicBezTo>
                    <a:pt x="98" y="32"/>
                    <a:pt x="102" y="40"/>
                    <a:pt x="110" y="40"/>
                  </a:cubicBezTo>
                  <a:cubicBezTo>
                    <a:pt x="137" y="40"/>
                    <a:pt x="164" y="41"/>
                    <a:pt x="191" y="40"/>
                  </a:cubicBezTo>
                  <a:cubicBezTo>
                    <a:pt x="210" y="40"/>
                    <a:pt x="235" y="38"/>
                    <a:pt x="250" y="26"/>
                  </a:cubicBezTo>
                  <a:cubicBezTo>
                    <a:pt x="257" y="21"/>
                    <a:pt x="259" y="7"/>
                    <a:pt x="248" y="5"/>
                  </a:cubicBezTo>
                  <a:close/>
                </a:path>
              </a:pathLst>
            </a:custGeom>
            <a:solidFill>
              <a:srgbClr val="3C34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4" name="Google Shape;244;p15"/>
            <p:cNvSpPr/>
            <p:nvPr/>
          </p:nvSpPr>
          <p:spPr>
            <a:xfrm>
              <a:off x="5619751" y="4230688"/>
              <a:ext cx="925513" cy="403225"/>
            </a:xfrm>
            <a:custGeom>
              <a:rect b="b" l="l" r="r" t="t"/>
              <a:pathLst>
                <a:path extrusionOk="0" h="107" w="246">
                  <a:moveTo>
                    <a:pt x="239" y="18"/>
                  </a:moveTo>
                  <a:cubicBezTo>
                    <a:pt x="221" y="0"/>
                    <a:pt x="182" y="9"/>
                    <a:pt x="159" y="9"/>
                  </a:cubicBezTo>
                  <a:cubicBezTo>
                    <a:pt x="110" y="9"/>
                    <a:pt x="62" y="10"/>
                    <a:pt x="15" y="23"/>
                  </a:cubicBezTo>
                  <a:cubicBezTo>
                    <a:pt x="0" y="27"/>
                    <a:pt x="6" y="49"/>
                    <a:pt x="21" y="45"/>
                  </a:cubicBezTo>
                  <a:cubicBezTo>
                    <a:pt x="29" y="43"/>
                    <a:pt x="37" y="41"/>
                    <a:pt x="45" y="40"/>
                  </a:cubicBezTo>
                  <a:cubicBezTo>
                    <a:pt x="42" y="44"/>
                    <a:pt x="43" y="51"/>
                    <a:pt x="46" y="54"/>
                  </a:cubicBezTo>
                  <a:cubicBezTo>
                    <a:pt x="51" y="59"/>
                    <a:pt x="57" y="62"/>
                    <a:pt x="64" y="63"/>
                  </a:cubicBezTo>
                  <a:cubicBezTo>
                    <a:pt x="62" y="65"/>
                    <a:pt x="60" y="69"/>
                    <a:pt x="61" y="73"/>
                  </a:cubicBezTo>
                  <a:cubicBezTo>
                    <a:pt x="62" y="75"/>
                    <a:pt x="62" y="76"/>
                    <a:pt x="63" y="78"/>
                  </a:cubicBezTo>
                  <a:cubicBezTo>
                    <a:pt x="61" y="83"/>
                    <a:pt x="61" y="88"/>
                    <a:pt x="63" y="95"/>
                  </a:cubicBezTo>
                  <a:cubicBezTo>
                    <a:pt x="66" y="102"/>
                    <a:pt x="73" y="105"/>
                    <a:pt x="80" y="102"/>
                  </a:cubicBezTo>
                  <a:cubicBezTo>
                    <a:pt x="82" y="101"/>
                    <a:pt x="83" y="101"/>
                    <a:pt x="84" y="100"/>
                  </a:cubicBezTo>
                  <a:cubicBezTo>
                    <a:pt x="92" y="104"/>
                    <a:pt x="102" y="105"/>
                    <a:pt x="112" y="106"/>
                  </a:cubicBezTo>
                  <a:cubicBezTo>
                    <a:pt x="124" y="107"/>
                    <a:pt x="138" y="107"/>
                    <a:pt x="150" y="106"/>
                  </a:cubicBezTo>
                  <a:cubicBezTo>
                    <a:pt x="169" y="104"/>
                    <a:pt x="178" y="91"/>
                    <a:pt x="189" y="78"/>
                  </a:cubicBezTo>
                  <a:cubicBezTo>
                    <a:pt x="192" y="76"/>
                    <a:pt x="193" y="73"/>
                    <a:pt x="193" y="70"/>
                  </a:cubicBezTo>
                  <a:cubicBezTo>
                    <a:pt x="196" y="66"/>
                    <a:pt x="199" y="62"/>
                    <a:pt x="200" y="56"/>
                  </a:cubicBezTo>
                  <a:cubicBezTo>
                    <a:pt x="201" y="52"/>
                    <a:pt x="200" y="47"/>
                    <a:pt x="197" y="45"/>
                  </a:cubicBezTo>
                  <a:cubicBezTo>
                    <a:pt x="210" y="43"/>
                    <a:pt x="223" y="41"/>
                    <a:pt x="234" y="37"/>
                  </a:cubicBezTo>
                  <a:cubicBezTo>
                    <a:pt x="242" y="34"/>
                    <a:pt x="246" y="24"/>
                    <a:pt x="239" y="18"/>
                  </a:cubicBezTo>
                  <a:close/>
                  <a:moveTo>
                    <a:pt x="97" y="62"/>
                  </a:moveTo>
                  <a:cubicBezTo>
                    <a:pt x="100" y="62"/>
                    <a:pt x="102" y="62"/>
                    <a:pt x="104" y="62"/>
                  </a:cubicBezTo>
                  <a:cubicBezTo>
                    <a:pt x="124" y="62"/>
                    <a:pt x="145" y="60"/>
                    <a:pt x="166" y="62"/>
                  </a:cubicBezTo>
                  <a:cubicBezTo>
                    <a:pt x="143" y="65"/>
                    <a:pt x="120" y="63"/>
                    <a:pt x="97" y="62"/>
                  </a:cubicBezTo>
                  <a:close/>
                </a:path>
              </a:pathLst>
            </a:custGeom>
            <a:solidFill>
              <a:srgbClr val="3C34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5" name="Google Shape;245;p15"/>
            <p:cNvSpPr/>
            <p:nvPr/>
          </p:nvSpPr>
          <p:spPr>
            <a:xfrm>
              <a:off x="7475538" y="3452813"/>
              <a:ext cx="11113" cy="7938"/>
            </a:xfrm>
            <a:custGeom>
              <a:rect b="b" l="l" r="r" t="t"/>
              <a:pathLst>
                <a:path extrusionOk="0" h="2" w="3">
                  <a:moveTo>
                    <a:pt x="3" y="2"/>
                  </a:moveTo>
                  <a:cubicBezTo>
                    <a:pt x="2" y="1"/>
                    <a:pt x="1" y="1"/>
                    <a:pt x="0" y="0"/>
                  </a:cubicBezTo>
                  <a:cubicBezTo>
                    <a:pt x="0" y="0"/>
                    <a:pt x="1" y="1"/>
                    <a:pt x="1" y="1"/>
                  </a:cubicBezTo>
                  <a:cubicBezTo>
                    <a:pt x="2" y="1"/>
                    <a:pt x="3" y="1"/>
                    <a:pt x="3" y="2"/>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6" name="Google Shape;246;p15"/>
            <p:cNvSpPr/>
            <p:nvPr/>
          </p:nvSpPr>
          <p:spPr>
            <a:xfrm>
              <a:off x="7489826" y="3460751"/>
              <a:ext cx="11113" cy="3175"/>
            </a:xfrm>
            <a:custGeom>
              <a:rect b="b" l="l" r="r" t="t"/>
              <a:pathLst>
                <a:path extrusionOk="0" h="1" w="3">
                  <a:moveTo>
                    <a:pt x="0" y="0"/>
                  </a:moveTo>
                  <a:cubicBezTo>
                    <a:pt x="1" y="0"/>
                    <a:pt x="2" y="0"/>
                    <a:pt x="3" y="1"/>
                  </a:cubicBezTo>
                  <a:cubicBezTo>
                    <a:pt x="2" y="0"/>
                    <a:pt x="1"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7" name="Google Shape;247;p15"/>
            <p:cNvSpPr/>
            <p:nvPr/>
          </p:nvSpPr>
          <p:spPr>
            <a:xfrm>
              <a:off x="7486651" y="3460751"/>
              <a:ext cx="3175" cy="0"/>
            </a:xfrm>
            <a:custGeom>
              <a:rect b="b" l="l" r="r" t="t"/>
              <a:pathLst>
                <a:path extrusionOk="0" h="120000" w="1">
                  <a:moveTo>
                    <a:pt x="0" y="0"/>
                  </a:moveTo>
                  <a:cubicBezTo>
                    <a:pt x="0" y="0"/>
                    <a:pt x="0" y="0"/>
                    <a:pt x="1" y="0"/>
                  </a:cubicBezTo>
                  <a:cubicBezTo>
                    <a:pt x="0" y="0"/>
                    <a:pt x="0"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8" name="Google Shape;248;p15"/>
            <p:cNvSpPr/>
            <p:nvPr/>
          </p:nvSpPr>
          <p:spPr>
            <a:xfrm>
              <a:off x="7475538" y="3452813"/>
              <a:ext cx="0" cy="0"/>
            </a:xfrm>
            <a:custGeom>
              <a:rect b="b" l="l" r="r" t="t"/>
              <a:pathLst>
                <a:path extrusionOk="0" h="120000" w="120000">
                  <a:moveTo>
                    <a:pt x="0" y="0"/>
                  </a:moveTo>
                  <a:cubicBezTo>
                    <a:pt x="0" y="0"/>
                    <a:pt x="0" y="0"/>
                    <a:pt x="0" y="0"/>
                  </a:cubicBezTo>
                  <a:cubicBezTo>
                    <a:pt x="0" y="0"/>
                    <a:pt x="0" y="0"/>
                    <a:pt x="0" y="0"/>
                  </a:cubicBezTo>
                  <a:cubicBezTo>
                    <a:pt x="0" y="0"/>
                    <a:pt x="0"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49" name="Google Shape;249;p15"/>
            <p:cNvSpPr/>
            <p:nvPr/>
          </p:nvSpPr>
          <p:spPr>
            <a:xfrm>
              <a:off x="7212013" y="3141663"/>
              <a:ext cx="420688" cy="322263"/>
            </a:xfrm>
            <a:custGeom>
              <a:rect b="b" l="l" r="r" t="t"/>
              <a:pathLst>
                <a:path extrusionOk="0" h="86" w="112">
                  <a:moveTo>
                    <a:pt x="111" y="53"/>
                  </a:moveTo>
                  <a:cubicBezTo>
                    <a:pt x="111" y="51"/>
                    <a:pt x="111" y="50"/>
                    <a:pt x="110" y="49"/>
                  </a:cubicBezTo>
                  <a:cubicBezTo>
                    <a:pt x="110" y="46"/>
                    <a:pt x="108" y="44"/>
                    <a:pt x="107" y="42"/>
                  </a:cubicBezTo>
                  <a:cubicBezTo>
                    <a:pt x="108" y="44"/>
                    <a:pt x="109" y="47"/>
                    <a:pt x="109" y="50"/>
                  </a:cubicBezTo>
                  <a:cubicBezTo>
                    <a:pt x="110" y="51"/>
                    <a:pt x="110" y="53"/>
                    <a:pt x="110" y="54"/>
                  </a:cubicBezTo>
                  <a:cubicBezTo>
                    <a:pt x="110" y="55"/>
                    <a:pt x="110" y="57"/>
                    <a:pt x="110" y="58"/>
                  </a:cubicBezTo>
                  <a:cubicBezTo>
                    <a:pt x="109" y="61"/>
                    <a:pt x="109" y="64"/>
                    <a:pt x="108" y="67"/>
                  </a:cubicBezTo>
                  <a:cubicBezTo>
                    <a:pt x="107" y="67"/>
                    <a:pt x="107" y="68"/>
                    <a:pt x="107" y="69"/>
                  </a:cubicBezTo>
                  <a:cubicBezTo>
                    <a:pt x="106" y="70"/>
                    <a:pt x="106" y="70"/>
                    <a:pt x="106" y="70"/>
                  </a:cubicBezTo>
                  <a:cubicBezTo>
                    <a:pt x="106" y="70"/>
                    <a:pt x="106" y="70"/>
                    <a:pt x="106" y="70"/>
                  </a:cubicBezTo>
                  <a:cubicBezTo>
                    <a:pt x="105" y="71"/>
                    <a:pt x="105" y="71"/>
                    <a:pt x="105" y="71"/>
                  </a:cubicBezTo>
                  <a:cubicBezTo>
                    <a:pt x="105" y="72"/>
                    <a:pt x="105" y="72"/>
                    <a:pt x="105" y="72"/>
                  </a:cubicBezTo>
                  <a:cubicBezTo>
                    <a:pt x="104" y="73"/>
                    <a:pt x="104" y="73"/>
                    <a:pt x="103" y="74"/>
                  </a:cubicBezTo>
                  <a:cubicBezTo>
                    <a:pt x="99" y="79"/>
                    <a:pt x="94" y="82"/>
                    <a:pt x="88" y="83"/>
                  </a:cubicBezTo>
                  <a:cubicBezTo>
                    <a:pt x="83" y="84"/>
                    <a:pt x="77" y="84"/>
                    <a:pt x="72" y="81"/>
                  </a:cubicBezTo>
                  <a:cubicBezTo>
                    <a:pt x="20" y="55"/>
                    <a:pt x="20" y="55"/>
                    <a:pt x="20" y="55"/>
                  </a:cubicBezTo>
                  <a:cubicBezTo>
                    <a:pt x="43" y="66"/>
                    <a:pt x="43" y="66"/>
                    <a:pt x="43" y="66"/>
                  </a:cubicBezTo>
                  <a:cubicBezTo>
                    <a:pt x="50" y="70"/>
                    <a:pt x="58" y="74"/>
                    <a:pt x="65" y="78"/>
                  </a:cubicBezTo>
                  <a:cubicBezTo>
                    <a:pt x="68" y="80"/>
                    <a:pt x="68" y="80"/>
                    <a:pt x="68" y="80"/>
                  </a:cubicBezTo>
                  <a:cubicBezTo>
                    <a:pt x="69" y="80"/>
                    <a:pt x="70" y="80"/>
                    <a:pt x="71" y="81"/>
                  </a:cubicBezTo>
                  <a:cubicBezTo>
                    <a:pt x="71" y="81"/>
                    <a:pt x="72" y="81"/>
                    <a:pt x="73" y="82"/>
                  </a:cubicBezTo>
                  <a:cubicBezTo>
                    <a:pt x="76" y="83"/>
                    <a:pt x="79" y="83"/>
                    <a:pt x="82" y="83"/>
                  </a:cubicBezTo>
                  <a:cubicBezTo>
                    <a:pt x="89" y="83"/>
                    <a:pt x="95" y="81"/>
                    <a:pt x="100" y="77"/>
                  </a:cubicBezTo>
                  <a:cubicBezTo>
                    <a:pt x="101" y="76"/>
                    <a:pt x="102" y="74"/>
                    <a:pt x="103" y="73"/>
                  </a:cubicBezTo>
                  <a:cubicBezTo>
                    <a:pt x="104" y="72"/>
                    <a:pt x="104" y="72"/>
                    <a:pt x="105" y="71"/>
                  </a:cubicBezTo>
                  <a:cubicBezTo>
                    <a:pt x="106" y="69"/>
                    <a:pt x="106" y="69"/>
                    <a:pt x="106" y="69"/>
                  </a:cubicBezTo>
                  <a:cubicBezTo>
                    <a:pt x="107" y="66"/>
                    <a:pt x="108" y="63"/>
                    <a:pt x="109" y="60"/>
                  </a:cubicBezTo>
                  <a:cubicBezTo>
                    <a:pt x="109" y="59"/>
                    <a:pt x="109" y="57"/>
                    <a:pt x="109" y="55"/>
                  </a:cubicBezTo>
                  <a:cubicBezTo>
                    <a:pt x="109" y="54"/>
                    <a:pt x="109" y="53"/>
                    <a:pt x="109" y="51"/>
                  </a:cubicBezTo>
                  <a:cubicBezTo>
                    <a:pt x="108" y="48"/>
                    <a:pt x="107" y="45"/>
                    <a:pt x="106" y="42"/>
                  </a:cubicBezTo>
                  <a:cubicBezTo>
                    <a:pt x="105" y="41"/>
                    <a:pt x="104" y="40"/>
                    <a:pt x="104" y="38"/>
                  </a:cubicBezTo>
                  <a:cubicBezTo>
                    <a:pt x="102" y="37"/>
                    <a:pt x="101" y="36"/>
                    <a:pt x="99" y="36"/>
                  </a:cubicBezTo>
                  <a:cubicBezTo>
                    <a:pt x="97" y="34"/>
                    <a:pt x="94" y="35"/>
                    <a:pt x="94" y="35"/>
                  </a:cubicBezTo>
                  <a:cubicBezTo>
                    <a:pt x="94" y="36"/>
                    <a:pt x="94" y="36"/>
                    <a:pt x="95" y="37"/>
                  </a:cubicBezTo>
                  <a:cubicBezTo>
                    <a:pt x="95" y="38"/>
                    <a:pt x="96" y="39"/>
                    <a:pt x="98" y="41"/>
                  </a:cubicBezTo>
                  <a:cubicBezTo>
                    <a:pt x="98" y="42"/>
                    <a:pt x="99" y="43"/>
                    <a:pt x="100" y="44"/>
                  </a:cubicBezTo>
                  <a:cubicBezTo>
                    <a:pt x="101" y="46"/>
                    <a:pt x="101" y="47"/>
                    <a:pt x="101" y="47"/>
                  </a:cubicBezTo>
                  <a:cubicBezTo>
                    <a:pt x="101" y="48"/>
                    <a:pt x="100" y="47"/>
                    <a:pt x="99" y="47"/>
                  </a:cubicBezTo>
                  <a:cubicBezTo>
                    <a:pt x="100" y="49"/>
                    <a:pt x="101" y="50"/>
                    <a:pt x="101" y="52"/>
                  </a:cubicBezTo>
                  <a:cubicBezTo>
                    <a:pt x="101" y="53"/>
                    <a:pt x="101" y="54"/>
                    <a:pt x="101" y="54"/>
                  </a:cubicBezTo>
                  <a:cubicBezTo>
                    <a:pt x="101" y="55"/>
                    <a:pt x="101" y="56"/>
                    <a:pt x="101" y="57"/>
                  </a:cubicBezTo>
                  <a:cubicBezTo>
                    <a:pt x="101" y="60"/>
                    <a:pt x="100" y="63"/>
                    <a:pt x="99" y="66"/>
                  </a:cubicBezTo>
                  <a:cubicBezTo>
                    <a:pt x="98" y="67"/>
                    <a:pt x="98" y="67"/>
                    <a:pt x="97" y="68"/>
                  </a:cubicBezTo>
                  <a:cubicBezTo>
                    <a:pt x="97" y="69"/>
                    <a:pt x="96" y="69"/>
                    <a:pt x="96" y="70"/>
                  </a:cubicBezTo>
                  <a:cubicBezTo>
                    <a:pt x="95" y="71"/>
                    <a:pt x="94" y="72"/>
                    <a:pt x="92" y="73"/>
                  </a:cubicBezTo>
                  <a:cubicBezTo>
                    <a:pt x="90" y="74"/>
                    <a:pt x="86" y="75"/>
                    <a:pt x="83" y="75"/>
                  </a:cubicBezTo>
                  <a:cubicBezTo>
                    <a:pt x="81" y="75"/>
                    <a:pt x="79" y="75"/>
                    <a:pt x="78" y="75"/>
                  </a:cubicBezTo>
                  <a:cubicBezTo>
                    <a:pt x="77" y="75"/>
                    <a:pt x="76" y="74"/>
                    <a:pt x="75" y="74"/>
                  </a:cubicBezTo>
                  <a:cubicBezTo>
                    <a:pt x="74" y="74"/>
                    <a:pt x="74" y="73"/>
                    <a:pt x="74" y="73"/>
                  </a:cubicBezTo>
                  <a:cubicBezTo>
                    <a:pt x="72" y="73"/>
                    <a:pt x="72" y="73"/>
                    <a:pt x="72" y="73"/>
                  </a:cubicBezTo>
                  <a:cubicBezTo>
                    <a:pt x="60" y="66"/>
                    <a:pt x="60" y="66"/>
                    <a:pt x="60" y="66"/>
                  </a:cubicBezTo>
                  <a:cubicBezTo>
                    <a:pt x="52" y="62"/>
                    <a:pt x="44" y="58"/>
                    <a:pt x="36" y="53"/>
                  </a:cubicBezTo>
                  <a:cubicBezTo>
                    <a:pt x="44" y="58"/>
                    <a:pt x="52" y="62"/>
                    <a:pt x="60" y="66"/>
                  </a:cubicBezTo>
                  <a:cubicBezTo>
                    <a:pt x="72" y="73"/>
                    <a:pt x="72" y="73"/>
                    <a:pt x="72" y="73"/>
                  </a:cubicBezTo>
                  <a:cubicBezTo>
                    <a:pt x="73" y="73"/>
                    <a:pt x="73" y="73"/>
                    <a:pt x="73" y="73"/>
                  </a:cubicBezTo>
                  <a:cubicBezTo>
                    <a:pt x="74" y="73"/>
                    <a:pt x="74" y="73"/>
                    <a:pt x="74" y="73"/>
                  </a:cubicBezTo>
                  <a:cubicBezTo>
                    <a:pt x="74" y="73"/>
                    <a:pt x="75" y="74"/>
                    <a:pt x="75" y="74"/>
                  </a:cubicBezTo>
                  <a:cubicBezTo>
                    <a:pt x="76" y="74"/>
                    <a:pt x="77" y="74"/>
                    <a:pt x="78" y="75"/>
                  </a:cubicBezTo>
                  <a:cubicBezTo>
                    <a:pt x="79" y="75"/>
                    <a:pt x="81" y="75"/>
                    <a:pt x="83" y="75"/>
                  </a:cubicBezTo>
                  <a:cubicBezTo>
                    <a:pt x="86" y="75"/>
                    <a:pt x="90" y="74"/>
                    <a:pt x="92" y="73"/>
                  </a:cubicBezTo>
                  <a:cubicBezTo>
                    <a:pt x="94" y="72"/>
                    <a:pt x="95" y="71"/>
                    <a:pt x="96" y="70"/>
                  </a:cubicBezTo>
                  <a:cubicBezTo>
                    <a:pt x="96" y="69"/>
                    <a:pt x="97" y="68"/>
                    <a:pt x="97" y="68"/>
                  </a:cubicBezTo>
                  <a:cubicBezTo>
                    <a:pt x="97" y="68"/>
                    <a:pt x="98" y="67"/>
                    <a:pt x="98" y="67"/>
                  </a:cubicBezTo>
                  <a:cubicBezTo>
                    <a:pt x="98" y="66"/>
                    <a:pt x="98" y="66"/>
                    <a:pt x="98" y="66"/>
                  </a:cubicBezTo>
                  <a:cubicBezTo>
                    <a:pt x="100" y="63"/>
                    <a:pt x="101" y="60"/>
                    <a:pt x="101" y="57"/>
                  </a:cubicBezTo>
                  <a:cubicBezTo>
                    <a:pt x="101" y="56"/>
                    <a:pt x="101" y="55"/>
                    <a:pt x="101" y="54"/>
                  </a:cubicBezTo>
                  <a:cubicBezTo>
                    <a:pt x="101" y="53"/>
                    <a:pt x="100" y="52"/>
                    <a:pt x="100" y="52"/>
                  </a:cubicBezTo>
                  <a:cubicBezTo>
                    <a:pt x="100" y="50"/>
                    <a:pt x="99" y="49"/>
                    <a:pt x="99" y="47"/>
                  </a:cubicBezTo>
                  <a:cubicBezTo>
                    <a:pt x="98" y="47"/>
                    <a:pt x="98" y="48"/>
                    <a:pt x="98" y="50"/>
                  </a:cubicBezTo>
                  <a:cubicBezTo>
                    <a:pt x="98" y="51"/>
                    <a:pt x="98" y="52"/>
                    <a:pt x="98" y="54"/>
                  </a:cubicBezTo>
                  <a:cubicBezTo>
                    <a:pt x="98" y="56"/>
                    <a:pt x="99" y="58"/>
                    <a:pt x="98" y="60"/>
                  </a:cubicBezTo>
                  <a:cubicBezTo>
                    <a:pt x="98" y="61"/>
                    <a:pt x="98" y="62"/>
                    <a:pt x="97" y="63"/>
                  </a:cubicBezTo>
                  <a:cubicBezTo>
                    <a:pt x="97" y="64"/>
                    <a:pt x="97" y="64"/>
                    <a:pt x="97" y="64"/>
                  </a:cubicBezTo>
                  <a:cubicBezTo>
                    <a:pt x="97" y="64"/>
                    <a:pt x="97" y="65"/>
                    <a:pt x="97" y="65"/>
                  </a:cubicBezTo>
                  <a:cubicBezTo>
                    <a:pt x="96" y="66"/>
                    <a:pt x="96" y="66"/>
                    <a:pt x="96" y="66"/>
                  </a:cubicBezTo>
                  <a:cubicBezTo>
                    <a:pt x="96" y="66"/>
                    <a:pt x="96" y="66"/>
                    <a:pt x="96" y="66"/>
                  </a:cubicBezTo>
                  <a:cubicBezTo>
                    <a:pt x="95" y="68"/>
                    <a:pt x="93" y="70"/>
                    <a:pt x="92" y="70"/>
                  </a:cubicBezTo>
                  <a:cubicBezTo>
                    <a:pt x="88" y="73"/>
                    <a:pt x="83" y="74"/>
                    <a:pt x="78" y="72"/>
                  </a:cubicBezTo>
                  <a:cubicBezTo>
                    <a:pt x="77" y="72"/>
                    <a:pt x="76" y="72"/>
                    <a:pt x="75" y="71"/>
                  </a:cubicBezTo>
                  <a:cubicBezTo>
                    <a:pt x="74" y="71"/>
                    <a:pt x="74" y="71"/>
                    <a:pt x="74" y="71"/>
                  </a:cubicBezTo>
                  <a:cubicBezTo>
                    <a:pt x="74" y="70"/>
                    <a:pt x="73" y="70"/>
                    <a:pt x="73" y="70"/>
                  </a:cubicBezTo>
                  <a:cubicBezTo>
                    <a:pt x="71" y="69"/>
                    <a:pt x="71" y="69"/>
                    <a:pt x="71" y="69"/>
                  </a:cubicBezTo>
                  <a:cubicBezTo>
                    <a:pt x="62" y="64"/>
                    <a:pt x="62" y="64"/>
                    <a:pt x="62" y="64"/>
                  </a:cubicBezTo>
                  <a:cubicBezTo>
                    <a:pt x="50" y="58"/>
                    <a:pt x="39" y="52"/>
                    <a:pt x="28" y="46"/>
                  </a:cubicBezTo>
                  <a:cubicBezTo>
                    <a:pt x="22" y="43"/>
                    <a:pt x="22" y="43"/>
                    <a:pt x="22" y="43"/>
                  </a:cubicBezTo>
                  <a:cubicBezTo>
                    <a:pt x="21" y="43"/>
                    <a:pt x="21" y="43"/>
                    <a:pt x="21" y="43"/>
                  </a:cubicBezTo>
                  <a:cubicBezTo>
                    <a:pt x="20" y="42"/>
                    <a:pt x="20" y="42"/>
                    <a:pt x="20" y="42"/>
                  </a:cubicBezTo>
                  <a:cubicBezTo>
                    <a:pt x="20" y="42"/>
                    <a:pt x="20" y="42"/>
                    <a:pt x="20" y="42"/>
                  </a:cubicBezTo>
                  <a:cubicBezTo>
                    <a:pt x="19" y="41"/>
                    <a:pt x="18" y="41"/>
                    <a:pt x="18" y="41"/>
                  </a:cubicBezTo>
                  <a:cubicBezTo>
                    <a:pt x="16" y="39"/>
                    <a:pt x="15" y="36"/>
                    <a:pt x="14" y="33"/>
                  </a:cubicBezTo>
                  <a:cubicBezTo>
                    <a:pt x="14" y="30"/>
                    <a:pt x="14" y="26"/>
                    <a:pt x="15" y="23"/>
                  </a:cubicBezTo>
                  <a:cubicBezTo>
                    <a:pt x="16" y="22"/>
                    <a:pt x="17" y="21"/>
                    <a:pt x="18" y="20"/>
                  </a:cubicBezTo>
                  <a:cubicBezTo>
                    <a:pt x="18" y="18"/>
                    <a:pt x="20" y="18"/>
                    <a:pt x="21" y="17"/>
                  </a:cubicBezTo>
                  <a:cubicBezTo>
                    <a:pt x="24" y="15"/>
                    <a:pt x="29" y="14"/>
                    <a:pt x="34" y="16"/>
                  </a:cubicBezTo>
                  <a:cubicBezTo>
                    <a:pt x="34" y="16"/>
                    <a:pt x="35" y="16"/>
                    <a:pt x="35" y="16"/>
                  </a:cubicBezTo>
                  <a:cubicBezTo>
                    <a:pt x="36" y="16"/>
                    <a:pt x="36" y="16"/>
                    <a:pt x="36" y="17"/>
                  </a:cubicBezTo>
                  <a:cubicBezTo>
                    <a:pt x="37" y="17"/>
                    <a:pt x="37" y="17"/>
                    <a:pt x="37" y="17"/>
                  </a:cubicBezTo>
                  <a:cubicBezTo>
                    <a:pt x="41" y="19"/>
                    <a:pt x="41" y="19"/>
                    <a:pt x="41" y="19"/>
                  </a:cubicBezTo>
                  <a:cubicBezTo>
                    <a:pt x="50" y="23"/>
                    <a:pt x="50" y="23"/>
                    <a:pt x="50" y="23"/>
                  </a:cubicBezTo>
                  <a:cubicBezTo>
                    <a:pt x="61" y="29"/>
                    <a:pt x="72" y="34"/>
                    <a:pt x="81" y="38"/>
                  </a:cubicBezTo>
                  <a:cubicBezTo>
                    <a:pt x="98" y="45"/>
                    <a:pt x="94" y="38"/>
                    <a:pt x="78" y="29"/>
                  </a:cubicBezTo>
                  <a:cubicBezTo>
                    <a:pt x="79" y="28"/>
                    <a:pt x="79" y="28"/>
                    <a:pt x="79" y="28"/>
                  </a:cubicBezTo>
                  <a:cubicBezTo>
                    <a:pt x="95" y="37"/>
                    <a:pt x="88" y="30"/>
                    <a:pt x="91" y="29"/>
                  </a:cubicBezTo>
                  <a:cubicBezTo>
                    <a:pt x="82" y="25"/>
                    <a:pt x="75" y="21"/>
                    <a:pt x="67" y="16"/>
                  </a:cubicBezTo>
                  <a:cubicBezTo>
                    <a:pt x="59" y="12"/>
                    <a:pt x="59" y="12"/>
                    <a:pt x="59" y="12"/>
                  </a:cubicBezTo>
                  <a:cubicBezTo>
                    <a:pt x="50" y="7"/>
                    <a:pt x="50" y="7"/>
                    <a:pt x="50" y="7"/>
                  </a:cubicBezTo>
                  <a:cubicBezTo>
                    <a:pt x="45" y="5"/>
                    <a:pt x="45" y="5"/>
                    <a:pt x="45" y="5"/>
                  </a:cubicBezTo>
                  <a:cubicBezTo>
                    <a:pt x="43" y="4"/>
                    <a:pt x="43" y="4"/>
                    <a:pt x="43" y="4"/>
                  </a:cubicBezTo>
                  <a:cubicBezTo>
                    <a:pt x="42" y="4"/>
                    <a:pt x="41" y="3"/>
                    <a:pt x="40" y="3"/>
                  </a:cubicBezTo>
                  <a:cubicBezTo>
                    <a:pt x="32" y="0"/>
                    <a:pt x="24" y="0"/>
                    <a:pt x="16" y="3"/>
                  </a:cubicBezTo>
                  <a:cubicBezTo>
                    <a:pt x="12" y="5"/>
                    <a:pt x="8" y="8"/>
                    <a:pt x="6" y="12"/>
                  </a:cubicBezTo>
                  <a:cubicBezTo>
                    <a:pt x="3" y="15"/>
                    <a:pt x="1" y="19"/>
                    <a:pt x="1" y="23"/>
                  </a:cubicBezTo>
                  <a:cubicBezTo>
                    <a:pt x="0" y="27"/>
                    <a:pt x="0" y="31"/>
                    <a:pt x="0" y="35"/>
                  </a:cubicBezTo>
                  <a:cubicBezTo>
                    <a:pt x="1" y="39"/>
                    <a:pt x="2" y="43"/>
                    <a:pt x="5" y="47"/>
                  </a:cubicBezTo>
                  <a:cubicBezTo>
                    <a:pt x="6" y="49"/>
                    <a:pt x="7" y="50"/>
                    <a:pt x="9" y="52"/>
                  </a:cubicBezTo>
                  <a:cubicBezTo>
                    <a:pt x="11" y="53"/>
                    <a:pt x="13" y="55"/>
                    <a:pt x="15" y="55"/>
                  </a:cubicBezTo>
                  <a:cubicBezTo>
                    <a:pt x="23" y="60"/>
                    <a:pt x="23" y="60"/>
                    <a:pt x="23" y="60"/>
                  </a:cubicBezTo>
                  <a:cubicBezTo>
                    <a:pt x="40" y="68"/>
                    <a:pt x="40" y="68"/>
                    <a:pt x="40" y="68"/>
                  </a:cubicBezTo>
                  <a:cubicBezTo>
                    <a:pt x="58" y="77"/>
                    <a:pt x="58" y="77"/>
                    <a:pt x="58" y="77"/>
                  </a:cubicBezTo>
                  <a:cubicBezTo>
                    <a:pt x="66" y="81"/>
                    <a:pt x="66" y="81"/>
                    <a:pt x="66" y="81"/>
                  </a:cubicBezTo>
                  <a:cubicBezTo>
                    <a:pt x="67" y="82"/>
                    <a:pt x="67" y="82"/>
                    <a:pt x="67" y="82"/>
                  </a:cubicBezTo>
                  <a:cubicBezTo>
                    <a:pt x="68" y="82"/>
                    <a:pt x="68" y="82"/>
                    <a:pt x="68" y="83"/>
                  </a:cubicBezTo>
                  <a:cubicBezTo>
                    <a:pt x="69" y="83"/>
                    <a:pt x="69" y="83"/>
                    <a:pt x="70" y="83"/>
                  </a:cubicBezTo>
                  <a:cubicBezTo>
                    <a:pt x="64" y="80"/>
                    <a:pt x="64" y="80"/>
                    <a:pt x="64" y="80"/>
                  </a:cubicBezTo>
                  <a:cubicBezTo>
                    <a:pt x="53" y="74"/>
                    <a:pt x="53" y="74"/>
                    <a:pt x="53" y="74"/>
                  </a:cubicBezTo>
                  <a:cubicBezTo>
                    <a:pt x="31" y="63"/>
                    <a:pt x="31" y="63"/>
                    <a:pt x="31" y="63"/>
                  </a:cubicBezTo>
                  <a:cubicBezTo>
                    <a:pt x="20" y="58"/>
                    <a:pt x="20" y="58"/>
                    <a:pt x="20" y="58"/>
                  </a:cubicBezTo>
                  <a:cubicBezTo>
                    <a:pt x="15" y="55"/>
                    <a:pt x="15" y="55"/>
                    <a:pt x="15" y="55"/>
                  </a:cubicBezTo>
                  <a:cubicBezTo>
                    <a:pt x="14" y="55"/>
                    <a:pt x="14" y="55"/>
                    <a:pt x="14" y="55"/>
                  </a:cubicBezTo>
                  <a:cubicBezTo>
                    <a:pt x="13" y="54"/>
                    <a:pt x="13" y="54"/>
                    <a:pt x="13" y="54"/>
                  </a:cubicBezTo>
                  <a:cubicBezTo>
                    <a:pt x="13" y="54"/>
                    <a:pt x="12" y="53"/>
                    <a:pt x="12" y="53"/>
                  </a:cubicBezTo>
                  <a:cubicBezTo>
                    <a:pt x="10" y="52"/>
                    <a:pt x="9" y="51"/>
                    <a:pt x="8" y="50"/>
                  </a:cubicBezTo>
                  <a:cubicBezTo>
                    <a:pt x="4" y="47"/>
                    <a:pt x="2" y="42"/>
                    <a:pt x="1" y="36"/>
                  </a:cubicBezTo>
                  <a:cubicBezTo>
                    <a:pt x="0" y="31"/>
                    <a:pt x="0" y="26"/>
                    <a:pt x="2" y="21"/>
                  </a:cubicBezTo>
                  <a:cubicBezTo>
                    <a:pt x="2" y="21"/>
                    <a:pt x="2" y="22"/>
                    <a:pt x="2" y="21"/>
                  </a:cubicBezTo>
                  <a:cubicBezTo>
                    <a:pt x="1" y="26"/>
                    <a:pt x="1" y="31"/>
                    <a:pt x="2" y="36"/>
                  </a:cubicBezTo>
                  <a:cubicBezTo>
                    <a:pt x="3" y="41"/>
                    <a:pt x="5" y="46"/>
                    <a:pt x="9" y="50"/>
                  </a:cubicBezTo>
                  <a:cubicBezTo>
                    <a:pt x="10" y="51"/>
                    <a:pt x="11" y="52"/>
                    <a:pt x="12" y="52"/>
                  </a:cubicBezTo>
                  <a:cubicBezTo>
                    <a:pt x="13" y="53"/>
                    <a:pt x="13" y="53"/>
                    <a:pt x="14" y="53"/>
                  </a:cubicBezTo>
                  <a:cubicBezTo>
                    <a:pt x="15" y="54"/>
                    <a:pt x="15" y="54"/>
                    <a:pt x="16" y="54"/>
                  </a:cubicBezTo>
                  <a:cubicBezTo>
                    <a:pt x="21" y="57"/>
                    <a:pt x="21" y="57"/>
                    <a:pt x="21" y="57"/>
                  </a:cubicBezTo>
                  <a:cubicBezTo>
                    <a:pt x="32" y="63"/>
                    <a:pt x="32" y="63"/>
                    <a:pt x="32" y="63"/>
                  </a:cubicBezTo>
                  <a:cubicBezTo>
                    <a:pt x="39" y="67"/>
                    <a:pt x="47" y="71"/>
                    <a:pt x="54" y="74"/>
                  </a:cubicBezTo>
                  <a:cubicBezTo>
                    <a:pt x="58" y="76"/>
                    <a:pt x="61" y="78"/>
                    <a:pt x="65" y="80"/>
                  </a:cubicBezTo>
                  <a:cubicBezTo>
                    <a:pt x="68" y="81"/>
                    <a:pt x="68" y="81"/>
                    <a:pt x="68" y="81"/>
                  </a:cubicBezTo>
                  <a:cubicBezTo>
                    <a:pt x="68" y="81"/>
                    <a:pt x="69" y="82"/>
                    <a:pt x="70" y="82"/>
                  </a:cubicBezTo>
                  <a:cubicBezTo>
                    <a:pt x="70" y="82"/>
                    <a:pt x="71" y="83"/>
                    <a:pt x="72" y="83"/>
                  </a:cubicBezTo>
                  <a:cubicBezTo>
                    <a:pt x="74" y="84"/>
                    <a:pt x="77" y="84"/>
                    <a:pt x="79" y="84"/>
                  </a:cubicBezTo>
                  <a:cubicBezTo>
                    <a:pt x="79" y="86"/>
                    <a:pt x="79" y="86"/>
                    <a:pt x="79" y="86"/>
                  </a:cubicBezTo>
                  <a:cubicBezTo>
                    <a:pt x="83" y="86"/>
                    <a:pt x="87" y="86"/>
                    <a:pt x="91" y="85"/>
                  </a:cubicBezTo>
                  <a:cubicBezTo>
                    <a:pt x="95" y="84"/>
                    <a:pt x="98" y="82"/>
                    <a:pt x="101" y="79"/>
                  </a:cubicBezTo>
                  <a:cubicBezTo>
                    <a:pt x="103" y="78"/>
                    <a:pt x="104" y="76"/>
                    <a:pt x="106" y="74"/>
                  </a:cubicBezTo>
                  <a:cubicBezTo>
                    <a:pt x="106" y="74"/>
                    <a:pt x="107" y="73"/>
                    <a:pt x="107" y="72"/>
                  </a:cubicBezTo>
                  <a:cubicBezTo>
                    <a:pt x="108" y="71"/>
                    <a:pt x="108" y="71"/>
                    <a:pt x="108" y="71"/>
                  </a:cubicBezTo>
                  <a:cubicBezTo>
                    <a:pt x="108" y="70"/>
                    <a:pt x="108" y="70"/>
                    <a:pt x="109" y="69"/>
                  </a:cubicBezTo>
                  <a:cubicBezTo>
                    <a:pt x="111" y="66"/>
                    <a:pt x="111" y="62"/>
                    <a:pt x="112" y="58"/>
                  </a:cubicBezTo>
                  <a:cubicBezTo>
                    <a:pt x="112" y="57"/>
                    <a:pt x="112" y="56"/>
                    <a:pt x="112" y="55"/>
                  </a:cubicBezTo>
                  <a:cubicBezTo>
                    <a:pt x="112" y="54"/>
                    <a:pt x="111" y="54"/>
                    <a:pt x="111" y="5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0" name="Google Shape;250;p15"/>
            <p:cNvSpPr/>
            <p:nvPr/>
          </p:nvSpPr>
          <p:spPr>
            <a:xfrm>
              <a:off x="4559301" y="3144838"/>
              <a:ext cx="417513" cy="315913"/>
            </a:xfrm>
            <a:custGeom>
              <a:rect b="b" l="l" r="r" t="t"/>
              <a:pathLst>
                <a:path extrusionOk="0" h="84" w="111">
                  <a:moveTo>
                    <a:pt x="105" y="44"/>
                  </a:moveTo>
                  <a:cubicBezTo>
                    <a:pt x="104" y="47"/>
                    <a:pt x="101" y="49"/>
                    <a:pt x="99" y="50"/>
                  </a:cubicBezTo>
                  <a:cubicBezTo>
                    <a:pt x="98" y="51"/>
                    <a:pt x="98" y="51"/>
                    <a:pt x="97" y="52"/>
                  </a:cubicBezTo>
                  <a:cubicBezTo>
                    <a:pt x="97" y="52"/>
                    <a:pt x="96" y="52"/>
                    <a:pt x="96" y="52"/>
                  </a:cubicBezTo>
                  <a:cubicBezTo>
                    <a:pt x="95" y="53"/>
                    <a:pt x="95" y="53"/>
                    <a:pt x="95" y="53"/>
                  </a:cubicBezTo>
                  <a:cubicBezTo>
                    <a:pt x="92" y="54"/>
                    <a:pt x="92" y="54"/>
                    <a:pt x="92" y="54"/>
                  </a:cubicBezTo>
                  <a:cubicBezTo>
                    <a:pt x="83" y="58"/>
                    <a:pt x="75" y="62"/>
                    <a:pt x="66" y="66"/>
                  </a:cubicBezTo>
                  <a:cubicBezTo>
                    <a:pt x="53" y="73"/>
                    <a:pt x="53" y="73"/>
                    <a:pt x="53" y="73"/>
                  </a:cubicBezTo>
                  <a:cubicBezTo>
                    <a:pt x="47" y="76"/>
                    <a:pt x="47" y="76"/>
                    <a:pt x="47" y="76"/>
                  </a:cubicBezTo>
                  <a:cubicBezTo>
                    <a:pt x="44" y="77"/>
                    <a:pt x="44" y="77"/>
                    <a:pt x="44" y="77"/>
                  </a:cubicBezTo>
                  <a:cubicBezTo>
                    <a:pt x="42" y="78"/>
                    <a:pt x="42" y="78"/>
                    <a:pt x="42" y="78"/>
                  </a:cubicBezTo>
                  <a:cubicBezTo>
                    <a:pt x="41" y="78"/>
                    <a:pt x="41" y="79"/>
                    <a:pt x="40" y="79"/>
                  </a:cubicBezTo>
                  <a:cubicBezTo>
                    <a:pt x="35" y="81"/>
                    <a:pt x="29" y="82"/>
                    <a:pt x="24" y="81"/>
                  </a:cubicBezTo>
                  <a:cubicBezTo>
                    <a:pt x="19" y="80"/>
                    <a:pt x="15" y="78"/>
                    <a:pt x="12" y="76"/>
                  </a:cubicBezTo>
                  <a:cubicBezTo>
                    <a:pt x="15" y="78"/>
                    <a:pt x="18" y="79"/>
                    <a:pt x="22" y="80"/>
                  </a:cubicBezTo>
                  <a:cubicBezTo>
                    <a:pt x="26" y="81"/>
                    <a:pt x="31" y="81"/>
                    <a:pt x="36" y="80"/>
                  </a:cubicBezTo>
                  <a:cubicBezTo>
                    <a:pt x="37" y="80"/>
                    <a:pt x="38" y="79"/>
                    <a:pt x="40" y="79"/>
                  </a:cubicBezTo>
                  <a:cubicBezTo>
                    <a:pt x="40" y="79"/>
                    <a:pt x="41" y="78"/>
                    <a:pt x="41" y="78"/>
                  </a:cubicBezTo>
                  <a:cubicBezTo>
                    <a:pt x="42" y="78"/>
                    <a:pt x="42" y="77"/>
                    <a:pt x="43" y="77"/>
                  </a:cubicBezTo>
                  <a:cubicBezTo>
                    <a:pt x="48" y="74"/>
                    <a:pt x="48" y="74"/>
                    <a:pt x="48" y="74"/>
                  </a:cubicBezTo>
                  <a:cubicBezTo>
                    <a:pt x="52" y="73"/>
                    <a:pt x="56" y="71"/>
                    <a:pt x="59" y="69"/>
                  </a:cubicBezTo>
                  <a:cubicBezTo>
                    <a:pt x="70" y="64"/>
                    <a:pt x="79" y="60"/>
                    <a:pt x="89" y="55"/>
                  </a:cubicBezTo>
                  <a:cubicBezTo>
                    <a:pt x="96" y="52"/>
                    <a:pt x="96" y="52"/>
                    <a:pt x="96" y="52"/>
                  </a:cubicBezTo>
                  <a:cubicBezTo>
                    <a:pt x="99" y="50"/>
                    <a:pt x="101" y="48"/>
                    <a:pt x="103" y="45"/>
                  </a:cubicBezTo>
                  <a:cubicBezTo>
                    <a:pt x="107" y="40"/>
                    <a:pt x="109" y="34"/>
                    <a:pt x="109" y="28"/>
                  </a:cubicBezTo>
                  <a:cubicBezTo>
                    <a:pt x="109" y="26"/>
                    <a:pt x="109" y="25"/>
                    <a:pt x="109" y="24"/>
                  </a:cubicBezTo>
                  <a:cubicBezTo>
                    <a:pt x="108" y="22"/>
                    <a:pt x="107" y="21"/>
                    <a:pt x="107" y="19"/>
                  </a:cubicBezTo>
                  <a:cubicBezTo>
                    <a:pt x="105" y="17"/>
                    <a:pt x="103" y="16"/>
                    <a:pt x="103" y="16"/>
                  </a:cubicBezTo>
                  <a:cubicBezTo>
                    <a:pt x="102" y="16"/>
                    <a:pt x="102" y="17"/>
                    <a:pt x="102" y="18"/>
                  </a:cubicBezTo>
                  <a:cubicBezTo>
                    <a:pt x="102" y="19"/>
                    <a:pt x="102" y="21"/>
                    <a:pt x="102" y="23"/>
                  </a:cubicBezTo>
                  <a:cubicBezTo>
                    <a:pt x="103" y="24"/>
                    <a:pt x="103" y="26"/>
                    <a:pt x="103" y="27"/>
                  </a:cubicBezTo>
                  <a:cubicBezTo>
                    <a:pt x="103" y="29"/>
                    <a:pt x="103" y="30"/>
                    <a:pt x="103" y="30"/>
                  </a:cubicBezTo>
                  <a:cubicBezTo>
                    <a:pt x="102" y="31"/>
                    <a:pt x="102" y="30"/>
                    <a:pt x="101" y="30"/>
                  </a:cubicBezTo>
                  <a:cubicBezTo>
                    <a:pt x="101" y="33"/>
                    <a:pt x="100" y="36"/>
                    <a:pt x="98" y="39"/>
                  </a:cubicBezTo>
                  <a:cubicBezTo>
                    <a:pt x="97" y="41"/>
                    <a:pt x="95" y="44"/>
                    <a:pt x="92" y="45"/>
                  </a:cubicBezTo>
                  <a:cubicBezTo>
                    <a:pt x="72" y="54"/>
                    <a:pt x="72" y="54"/>
                    <a:pt x="72" y="54"/>
                  </a:cubicBezTo>
                  <a:cubicBezTo>
                    <a:pt x="64" y="58"/>
                    <a:pt x="55" y="62"/>
                    <a:pt x="47" y="66"/>
                  </a:cubicBezTo>
                  <a:cubicBezTo>
                    <a:pt x="41" y="69"/>
                    <a:pt x="41" y="69"/>
                    <a:pt x="41" y="69"/>
                  </a:cubicBezTo>
                  <a:cubicBezTo>
                    <a:pt x="38" y="71"/>
                    <a:pt x="38" y="71"/>
                    <a:pt x="38" y="71"/>
                  </a:cubicBezTo>
                  <a:cubicBezTo>
                    <a:pt x="37" y="71"/>
                    <a:pt x="37" y="71"/>
                    <a:pt x="37" y="71"/>
                  </a:cubicBezTo>
                  <a:cubicBezTo>
                    <a:pt x="36" y="71"/>
                    <a:pt x="36" y="72"/>
                    <a:pt x="35" y="72"/>
                  </a:cubicBezTo>
                  <a:cubicBezTo>
                    <a:pt x="32" y="73"/>
                    <a:pt x="28" y="73"/>
                    <a:pt x="25" y="72"/>
                  </a:cubicBezTo>
                  <a:cubicBezTo>
                    <a:pt x="28" y="73"/>
                    <a:pt x="32" y="73"/>
                    <a:pt x="35" y="72"/>
                  </a:cubicBezTo>
                  <a:cubicBezTo>
                    <a:pt x="36" y="71"/>
                    <a:pt x="36" y="71"/>
                    <a:pt x="37" y="71"/>
                  </a:cubicBezTo>
                  <a:cubicBezTo>
                    <a:pt x="37" y="71"/>
                    <a:pt x="37" y="71"/>
                    <a:pt x="37" y="71"/>
                  </a:cubicBezTo>
                  <a:cubicBezTo>
                    <a:pt x="38" y="71"/>
                    <a:pt x="38" y="71"/>
                    <a:pt x="38" y="70"/>
                  </a:cubicBezTo>
                  <a:cubicBezTo>
                    <a:pt x="41" y="69"/>
                    <a:pt x="41" y="69"/>
                    <a:pt x="41" y="69"/>
                  </a:cubicBezTo>
                  <a:cubicBezTo>
                    <a:pt x="47" y="66"/>
                    <a:pt x="47" y="66"/>
                    <a:pt x="47" y="66"/>
                  </a:cubicBezTo>
                  <a:cubicBezTo>
                    <a:pt x="72" y="54"/>
                    <a:pt x="72" y="54"/>
                    <a:pt x="72" y="54"/>
                  </a:cubicBezTo>
                  <a:cubicBezTo>
                    <a:pt x="92" y="45"/>
                    <a:pt x="92" y="45"/>
                    <a:pt x="92" y="45"/>
                  </a:cubicBezTo>
                  <a:cubicBezTo>
                    <a:pt x="95" y="43"/>
                    <a:pt x="97" y="41"/>
                    <a:pt x="98" y="38"/>
                  </a:cubicBezTo>
                  <a:cubicBezTo>
                    <a:pt x="100" y="36"/>
                    <a:pt x="100" y="32"/>
                    <a:pt x="100" y="29"/>
                  </a:cubicBezTo>
                  <a:cubicBezTo>
                    <a:pt x="100" y="29"/>
                    <a:pt x="99" y="29"/>
                    <a:pt x="98" y="31"/>
                  </a:cubicBezTo>
                  <a:cubicBezTo>
                    <a:pt x="98" y="33"/>
                    <a:pt x="97" y="37"/>
                    <a:pt x="94" y="40"/>
                  </a:cubicBezTo>
                  <a:cubicBezTo>
                    <a:pt x="94" y="41"/>
                    <a:pt x="93" y="41"/>
                    <a:pt x="92" y="42"/>
                  </a:cubicBezTo>
                  <a:cubicBezTo>
                    <a:pt x="92" y="42"/>
                    <a:pt x="91" y="43"/>
                    <a:pt x="91" y="43"/>
                  </a:cubicBezTo>
                  <a:cubicBezTo>
                    <a:pt x="89" y="44"/>
                    <a:pt x="89" y="44"/>
                    <a:pt x="89" y="44"/>
                  </a:cubicBezTo>
                  <a:cubicBezTo>
                    <a:pt x="86" y="45"/>
                    <a:pt x="84" y="46"/>
                    <a:pt x="82" y="47"/>
                  </a:cubicBezTo>
                  <a:cubicBezTo>
                    <a:pt x="76" y="50"/>
                    <a:pt x="70" y="52"/>
                    <a:pt x="64" y="55"/>
                  </a:cubicBezTo>
                  <a:cubicBezTo>
                    <a:pt x="47" y="64"/>
                    <a:pt x="47" y="64"/>
                    <a:pt x="47" y="64"/>
                  </a:cubicBezTo>
                  <a:cubicBezTo>
                    <a:pt x="38" y="68"/>
                    <a:pt x="38" y="68"/>
                    <a:pt x="38" y="68"/>
                  </a:cubicBezTo>
                  <a:cubicBezTo>
                    <a:pt x="37" y="69"/>
                    <a:pt x="37" y="69"/>
                    <a:pt x="37" y="69"/>
                  </a:cubicBezTo>
                  <a:cubicBezTo>
                    <a:pt x="36" y="69"/>
                    <a:pt x="36" y="69"/>
                    <a:pt x="36" y="69"/>
                  </a:cubicBezTo>
                  <a:cubicBezTo>
                    <a:pt x="36" y="69"/>
                    <a:pt x="36" y="69"/>
                    <a:pt x="36" y="69"/>
                  </a:cubicBezTo>
                  <a:cubicBezTo>
                    <a:pt x="35" y="69"/>
                    <a:pt x="35" y="69"/>
                    <a:pt x="34" y="70"/>
                  </a:cubicBezTo>
                  <a:cubicBezTo>
                    <a:pt x="33" y="70"/>
                    <a:pt x="32" y="70"/>
                    <a:pt x="31" y="70"/>
                  </a:cubicBezTo>
                  <a:cubicBezTo>
                    <a:pt x="26" y="71"/>
                    <a:pt x="21" y="69"/>
                    <a:pt x="19" y="67"/>
                  </a:cubicBezTo>
                  <a:cubicBezTo>
                    <a:pt x="18" y="66"/>
                    <a:pt x="17" y="65"/>
                    <a:pt x="16" y="64"/>
                  </a:cubicBezTo>
                  <a:cubicBezTo>
                    <a:pt x="16" y="63"/>
                    <a:pt x="16" y="63"/>
                    <a:pt x="16" y="63"/>
                  </a:cubicBezTo>
                  <a:cubicBezTo>
                    <a:pt x="16" y="63"/>
                    <a:pt x="16" y="63"/>
                    <a:pt x="16" y="63"/>
                  </a:cubicBezTo>
                  <a:cubicBezTo>
                    <a:pt x="16" y="63"/>
                    <a:pt x="16" y="63"/>
                    <a:pt x="16" y="63"/>
                  </a:cubicBezTo>
                  <a:cubicBezTo>
                    <a:pt x="16" y="62"/>
                    <a:pt x="16" y="62"/>
                    <a:pt x="15" y="62"/>
                  </a:cubicBezTo>
                  <a:cubicBezTo>
                    <a:pt x="15" y="62"/>
                    <a:pt x="15" y="61"/>
                    <a:pt x="15" y="61"/>
                  </a:cubicBezTo>
                  <a:cubicBezTo>
                    <a:pt x="15" y="60"/>
                    <a:pt x="15" y="60"/>
                    <a:pt x="14" y="59"/>
                  </a:cubicBezTo>
                  <a:cubicBezTo>
                    <a:pt x="14" y="58"/>
                    <a:pt x="14" y="56"/>
                    <a:pt x="14" y="54"/>
                  </a:cubicBezTo>
                  <a:cubicBezTo>
                    <a:pt x="14" y="53"/>
                    <a:pt x="14" y="53"/>
                    <a:pt x="14" y="52"/>
                  </a:cubicBezTo>
                  <a:cubicBezTo>
                    <a:pt x="14" y="51"/>
                    <a:pt x="14" y="50"/>
                    <a:pt x="15" y="50"/>
                  </a:cubicBezTo>
                  <a:cubicBezTo>
                    <a:pt x="16" y="47"/>
                    <a:pt x="17" y="44"/>
                    <a:pt x="19" y="43"/>
                  </a:cubicBezTo>
                  <a:cubicBezTo>
                    <a:pt x="20" y="43"/>
                    <a:pt x="20" y="43"/>
                    <a:pt x="20" y="42"/>
                  </a:cubicBezTo>
                  <a:cubicBezTo>
                    <a:pt x="22" y="42"/>
                    <a:pt x="22" y="42"/>
                    <a:pt x="22" y="42"/>
                  </a:cubicBezTo>
                  <a:cubicBezTo>
                    <a:pt x="25" y="40"/>
                    <a:pt x="25" y="40"/>
                    <a:pt x="25" y="40"/>
                  </a:cubicBezTo>
                  <a:cubicBezTo>
                    <a:pt x="31" y="37"/>
                    <a:pt x="31" y="37"/>
                    <a:pt x="31" y="37"/>
                  </a:cubicBezTo>
                  <a:cubicBezTo>
                    <a:pt x="42" y="31"/>
                    <a:pt x="54" y="25"/>
                    <a:pt x="65" y="20"/>
                  </a:cubicBezTo>
                  <a:cubicBezTo>
                    <a:pt x="73" y="16"/>
                    <a:pt x="73" y="16"/>
                    <a:pt x="73" y="16"/>
                  </a:cubicBezTo>
                  <a:cubicBezTo>
                    <a:pt x="74" y="15"/>
                    <a:pt x="74" y="15"/>
                    <a:pt x="74" y="15"/>
                  </a:cubicBezTo>
                  <a:cubicBezTo>
                    <a:pt x="75" y="15"/>
                    <a:pt x="75" y="15"/>
                    <a:pt x="75" y="15"/>
                  </a:cubicBezTo>
                  <a:cubicBezTo>
                    <a:pt x="75" y="15"/>
                    <a:pt x="76" y="15"/>
                    <a:pt x="76" y="14"/>
                  </a:cubicBezTo>
                  <a:cubicBezTo>
                    <a:pt x="77" y="14"/>
                    <a:pt x="78" y="14"/>
                    <a:pt x="79" y="14"/>
                  </a:cubicBezTo>
                  <a:cubicBezTo>
                    <a:pt x="84" y="13"/>
                    <a:pt x="88" y="14"/>
                    <a:pt x="91" y="15"/>
                  </a:cubicBezTo>
                  <a:cubicBezTo>
                    <a:pt x="93" y="17"/>
                    <a:pt x="95" y="18"/>
                    <a:pt x="96" y="19"/>
                  </a:cubicBezTo>
                  <a:cubicBezTo>
                    <a:pt x="96" y="19"/>
                    <a:pt x="96" y="19"/>
                    <a:pt x="97" y="19"/>
                  </a:cubicBezTo>
                  <a:cubicBezTo>
                    <a:pt x="97" y="19"/>
                    <a:pt x="97" y="19"/>
                    <a:pt x="97" y="19"/>
                  </a:cubicBezTo>
                  <a:cubicBezTo>
                    <a:pt x="98" y="19"/>
                    <a:pt x="98" y="19"/>
                    <a:pt x="98" y="19"/>
                  </a:cubicBezTo>
                  <a:cubicBezTo>
                    <a:pt x="98" y="18"/>
                    <a:pt x="98" y="16"/>
                    <a:pt x="97" y="13"/>
                  </a:cubicBezTo>
                  <a:cubicBezTo>
                    <a:pt x="95" y="11"/>
                    <a:pt x="92" y="8"/>
                    <a:pt x="88" y="7"/>
                  </a:cubicBezTo>
                  <a:cubicBezTo>
                    <a:pt x="88" y="5"/>
                    <a:pt x="88" y="5"/>
                    <a:pt x="88" y="5"/>
                  </a:cubicBezTo>
                  <a:cubicBezTo>
                    <a:pt x="93" y="7"/>
                    <a:pt x="96" y="9"/>
                    <a:pt x="97" y="10"/>
                  </a:cubicBezTo>
                  <a:cubicBezTo>
                    <a:pt x="99" y="11"/>
                    <a:pt x="100" y="11"/>
                    <a:pt x="100" y="11"/>
                  </a:cubicBezTo>
                  <a:cubicBezTo>
                    <a:pt x="101" y="10"/>
                    <a:pt x="100" y="8"/>
                    <a:pt x="102" y="8"/>
                  </a:cubicBezTo>
                  <a:cubicBezTo>
                    <a:pt x="98" y="4"/>
                    <a:pt x="92" y="2"/>
                    <a:pt x="87" y="1"/>
                  </a:cubicBezTo>
                  <a:cubicBezTo>
                    <a:pt x="81" y="0"/>
                    <a:pt x="75" y="0"/>
                    <a:pt x="70" y="2"/>
                  </a:cubicBezTo>
                  <a:cubicBezTo>
                    <a:pt x="69" y="2"/>
                    <a:pt x="68" y="2"/>
                    <a:pt x="67" y="3"/>
                  </a:cubicBezTo>
                  <a:cubicBezTo>
                    <a:pt x="65" y="4"/>
                    <a:pt x="65" y="4"/>
                    <a:pt x="65" y="4"/>
                  </a:cubicBezTo>
                  <a:cubicBezTo>
                    <a:pt x="61" y="6"/>
                    <a:pt x="61" y="6"/>
                    <a:pt x="61" y="6"/>
                  </a:cubicBezTo>
                  <a:cubicBezTo>
                    <a:pt x="26" y="24"/>
                    <a:pt x="26" y="24"/>
                    <a:pt x="26" y="24"/>
                  </a:cubicBezTo>
                  <a:cubicBezTo>
                    <a:pt x="17" y="28"/>
                    <a:pt x="17" y="28"/>
                    <a:pt x="17" y="28"/>
                  </a:cubicBezTo>
                  <a:cubicBezTo>
                    <a:pt x="15" y="29"/>
                    <a:pt x="15" y="29"/>
                    <a:pt x="15" y="29"/>
                  </a:cubicBezTo>
                  <a:cubicBezTo>
                    <a:pt x="14" y="30"/>
                    <a:pt x="14" y="30"/>
                    <a:pt x="14" y="30"/>
                  </a:cubicBezTo>
                  <a:cubicBezTo>
                    <a:pt x="13" y="30"/>
                    <a:pt x="13" y="30"/>
                    <a:pt x="12" y="30"/>
                  </a:cubicBezTo>
                  <a:cubicBezTo>
                    <a:pt x="10" y="32"/>
                    <a:pt x="9" y="33"/>
                    <a:pt x="7" y="35"/>
                  </a:cubicBezTo>
                  <a:cubicBezTo>
                    <a:pt x="4" y="38"/>
                    <a:pt x="2" y="42"/>
                    <a:pt x="1" y="46"/>
                  </a:cubicBezTo>
                  <a:cubicBezTo>
                    <a:pt x="0" y="48"/>
                    <a:pt x="0" y="50"/>
                    <a:pt x="0" y="52"/>
                  </a:cubicBezTo>
                  <a:cubicBezTo>
                    <a:pt x="0" y="53"/>
                    <a:pt x="0" y="54"/>
                    <a:pt x="0" y="55"/>
                  </a:cubicBezTo>
                  <a:cubicBezTo>
                    <a:pt x="0" y="56"/>
                    <a:pt x="0" y="57"/>
                    <a:pt x="0" y="58"/>
                  </a:cubicBezTo>
                  <a:cubicBezTo>
                    <a:pt x="0" y="60"/>
                    <a:pt x="0" y="62"/>
                    <a:pt x="1" y="64"/>
                  </a:cubicBezTo>
                  <a:cubicBezTo>
                    <a:pt x="1" y="65"/>
                    <a:pt x="2" y="66"/>
                    <a:pt x="2" y="67"/>
                  </a:cubicBezTo>
                  <a:cubicBezTo>
                    <a:pt x="2" y="67"/>
                    <a:pt x="2" y="68"/>
                    <a:pt x="3" y="68"/>
                  </a:cubicBezTo>
                  <a:cubicBezTo>
                    <a:pt x="3" y="69"/>
                    <a:pt x="3" y="69"/>
                    <a:pt x="3" y="69"/>
                  </a:cubicBezTo>
                  <a:cubicBezTo>
                    <a:pt x="3" y="70"/>
                    <a:pt x="3" y="70"/>
                    <a:pt x="3" y="70"/>
                  </a:cubicBezTo>
                  <a:cubicBezTo>
                    <a:pt x="3" y="70"/>
                    <a:pt x="3" y="70"/>
                    <a:pt x="3" y="70"/>
                  </a:cubicBezTo>
                  <a:cubicBezTo>
                    <a:pt x="3" y="70"/>
                    <a:pt x="3" y="70"/>
                    <a:pt x="3" y="70"/>
                  </a:cubicBezTo>
                  <a:cubicBezTo>
                    <a:pt x="4" y="70"/>
                    <a:pt x="4" y="70"/>
                    <a:pt x="4" y="70"/>
                  </a:cubicBezTo>
                  <a:cubicBezTo>
                    <a:pt x="4" y="71"/>
                    <a:pt x="4" y="71"/>
                    <a:pt x="4" y="71"/>
                  </a:cubicBezTo>
                  <a:cubicBezTo>
                    <a:pt x="4" y="71"/>
                    <a:pt x="5" y="72"/>
                    <a:pt x="5" y="72"/>
                  </a:cubicBezTo>
                  <a:cubicBezTo>
                    <a:pt x="5" y="73"/>
                    <a:pt x="6" y="74"/>
                    <a:pt x="7" y="75"/>
                  </a:cubicBezTo>
                  <a:cubicBezTo>
                    <a:pt x="8" y="77"/>
                    <a:pt x="10" y="78"/>
                    <a:pt x="12" y="79"/>
                  </a:cubicBezTo>
                  <a:cubicBezTo>
                    <a:pt x="15" y="82"/>
                    <a:pt x="19" y="83"/>
                    <a:pt x="23" y="84"/>
                  </a:cubicBezTo>
                  <a:cubicBezTo>
                    <a:pt x="27" y="84"/>
                    <a:pt x="32" y="84"/>
                    <a:pt x="36" y="83"/>
                  </a:cubicBezTo>
                  <a:cubicBezTo>
                    <a:pt x="38" y="83"/>
                    <a:pt x="40" y="82"/>
                    <a:pt x="42" y="81"/>
                  </a:cubicBezTo>
                  <a:cubicBezTo>
                    <a:pt x="42" y="81"/>
                    <a:pt x="42" y="81"/>
                    <a:pt x="42" y="81"/>
                  </a:cubicBezTo>
                  <a:cubicBezTo>
                    <a:pt x="43" y="80"/>
                    <a:pt x="43" y="80"/>
                    <a:pt x="43" y="80"/>
                  </a:cubicBezTo>
                  <a:cubicBezTo>
                    <a:pt x="43" y="80"/>
                    <a:pt x="44" y="80"/>
                    <a:pt x="44" y="80"/>
                  </a:cubicBezTo>
                  <a:cubicBezTo>
                    <a:pt x="46" y="79"/>
                    <a:pt x="46" y="79"/>
                    <a:pt x="46" y="79"/>
                  </a:cubicBezTo>
                  <a:cubicBezTo>
                    <a:pt x="55" y="75"/>
                    <a:pt x="55" y="75"/>
                    <a:pt x="55" y="75"/>
                  </a:cubicBezTo>
                  <a:cubicBezTo>
                    <a:pt x="72" y="66"/>
                    <a:pt x="72" y="66"/>
                    <a:pt x="72" y="66"/>
                  </a:cubicBezTo>
                  <a:cubicBezTo>
                    <a:pt x="50" y="77"/>
                    <a:pt x="50" y="77"/>
                    <a:pt x="50" y="77"/>
                  </a:cubicBezTo>
                  <a:cubicBezTo>
                    <a:pt x="44" y="79"/>
                    <a:pt x="44" y="79"/>
                    <a:pt x="44" y="79"/>
                  </a:cubicBezTo>
                  <a:cubicBezTo>
                    <a:pt x="43" y="80"/>
                    <a:pt x="43" y="80"/>
                    <a:pt x="43" y="80"/>
                  </a:cubicBezTo>
                  <a:cubicBezTo>
                    <a:pt x="42" y="81"/>
                    <a:pt x="42" y="81"/>
                    <a:pt x="42" y="81"/>
                  </a:cubicBezTo>
                  <a:cubicBezTo>
                    <a:pt x="41" y="81"/>
                    <a:pt x="41" y="81"/>
                    <a:pt x="41" y="81"/>
                  </a:cubicBezTo>
                  <a:cubicBezTo>
                    <a:pt x="40" y="82"/>
                    <a:pt x="39" y="82"/>
                    <a:pt x="38" y="82"/>
                  </a:cubicBezTo>
                  <a:cubicBezTo>
                    <a:pt x="33" y="84"/>
                    <a:pt x="27" y="84"/>
                    <a:pt x="22" y="83"/>
                  </a:cubicBezTo>
                  <a:cubicBezTo>
                    <a:pt x="17" y="82"/>
                    <a:pt x="12" y="80"/>
                    <a:pt x="9" y="76"/>
                  </a:cubicBezTo>
                  <a:cubicBezTo>
                    <a:pt x="7" y="74"/>
                    <a:pt x="5" y="72"/>
                    <a:pt x="4" y="69"/>
                  </a:cubicBezTo>
                  <a:cubicBezTo>
                    <a:pt x="4" y="69"/>
                    <a:pt x="4" y="69"/>
                    <a:pt x="4" y="69"/>
                  </a:cubicBezTo>
                  <a:cubicBezTo>
                    <a:pt x="4" y="70"/>
                    <a:pt x="4" y="69"/>
                    <a:pt x="4" y="69"/>
                  </a:cubicBezTo>
                  <a:cubicBezTo>
                    <a:pt x="3" y="69"/>
                    <a:pt x="3" y="69"/>
                    <a:pt x="3" y="69"/>
                  </a:cubicBezTo>
                  <a:cubicBezTo>
                    <a:pt x="3" y="69"/>
                    <a:pt x="3" y="68"/>
                    <a:pt x="3" y="68"/>
                  </a:cubicBezTo>
                  <a:cubicBezTo>
                    <a:pt x="3" y="67"/>
                    <a:pt x="2" y="67"/>
                    <a:pt x="2" y="66"/>
                  </a:cubicBezTo>
                  <a:cubicBezTo>
                    <a:pt x="2" y="65"/>
                    <a:pt x="1" y="64"/>
                    <a:pt x="1" y="62"/>
                  </a:cubicBezTo>
                  <a:cubicBezTo>
                    <a:pt x="0" y="60"/>
                    <a:pt x="0" y="57"/>
                    <a:pt x="0" y="55"/>
                  </a:cubicBezTo>
                  <a:cubicBezTo>
                    <a:pt x="0" y="52"/>
                    <a:pt x="0" y="50"/>
                    <a:pt x="1" y="47"/>
                  </a:cubicBezTo>
                  <a:cubicBezTo>
                    <a:pt x="2" y="42"/>
                    <a:pt x="5" y="37"/>
                    <a:pt x="9" y="33"/>
                  </a:cubicBezTo>
                  <a:cubicBezTo>
                    <a:pt x="9" y="34"/>
                    <a:pt x="9" y="34"/>
                    <a:pt x="10" y="34"/>
                  </a:cubicBezTo>
                  <a:cubicBezTo>
                    <a:pt x="6" y="37"/>
                    <a:pt x="3" y="42"/>
                    <a:pt x="2" y="47"/>
                  </a:cubicBezTo>
                  <a:cubicBezTo>
                    <a:pt x="1" y="50"/>
                    <a:pt x="1" y="52"/>
                    <a:pt x="1" y="55"/>
                  </a:cubicBezTo>
                  <a:cubicBezTo>
                    <a:pt x="1" y="57"/>
                    <a:pt x="1" y="60"/>
                    <a:pt x="2" y="62"/>
                  </a:cubicBezTo>
                  <a:cubicBezTo>
                    <a:pt x="2" y="64"/>
                    <a:pt x="3" y="65"/>
                    <a:pt x="3" y="66"/>
                  </a:cubicBezTo>
                  <a:cubicBezTo>
                    <a:pt x="3" y="67"/>
                    <a:pt x="4" y="67"/>
                    <a:pt x="4" y="68"/>
                  </a:cubicBezTo>
                  <a:cubicBezTo>
                    <a:pt x="4" y="68"/>
                    <a:pt x="4" y="68"/>
                    <a:pt x="4" y="69"/>
                  </a:cubicBezTo>
                  <a:cubicBezTo>
                    <a:pt x="5" y="69"/>
                    <a:pt x="5" y="69"/>
                    <a:pt x="5" y="69"/>
                  </a:cubicBezTo>
                  <a:cubicBezTo>
                    <a:pt x="5" y="69"/>
                    <a:pt x="5" y="69"/>
                    <a:pt x="5" y="69"/>
                  </a:cubicBezTo>
                  <a:cubicBezTo>
                    <a:pt x="5" y="69"/>
                    <a:pt x="5" y="69"/>
                    <a:pt x="5" y="69"/>
                  </a:cubicBezTo>
                  <a:cubicBezTo>
                    <a:pt x="5" y="69"/>
                    <a:pt x="5" y="69"/>
                    <a:pt x="5" y="69"/>
                  </a:cubicBezTo>
                  <a:cubicBezTo>
                    <a:pt x="6" y="72"/>
                    <a:pt x="8" y="74"/>
                    <a:pt x="10" y="76"/>
                  </a:cubicBezTo>
                  <a:cubicBezTo>
                    <a:pt x="13" y="79"/>
                    <a:pt x="18" y="81"/>
                    <a:pt x="23" y="82"/>
                  </a:cubicBezTo>
                  <a:cubicBezTo>
                    <a:pt x="28" y="83"/>
                    <a:pt x="33" y="83"/>
                    <a:pt x="38" y="81"/>
                  </a:cubicBezTo>
                  <a:cubicBezTo>
                    <a:pt x="40" y="81"/>
                    <a:pt x="41" y="81"/>
                    <a:pt x="42" y="80"/>
                  </a:cubicBezTo>
                  <a:cubicBezTo>
                    <a:pt x="43" y="79"/>
                    <a:pt x="44" y="79"/>
                    <a:pt x="45" y="79"/>
                  </a:cubicBezTo>
                  <a:cubicBezTo>
                    <a:pt x="50" y="76"/>
                    <a:pt x="50" y="76"/>
                    <a:pt x="50" y="76"/>
                  </a:cubicBezTo>
                  <a:cubicBezTo>
                    <a:pt x="58" y="72"/>
                    <a:pt x="65" y="68"/>
                    <a:pt x="73" y="64"/>
                  </a:cubicBezTo>
                  <a:cubicBezTo>
                    <a:pt x="73" y="66"/>
                    <a:pt x="73" y="66"/>
                    <a:pt x="73" y="66"/>
                  </a:cubicBezTo>
                  <a:cubicBezTo>
                    <a:pt x="90" y="58"/>
                    <a:pt x="90" y="58"/>
                    <a:pt x="90" y="58"/>
                  </a:cubicBezTo>
                  <a:cubicBezTo>
                    <a:pt x="94" y="56"/>
                    <a:pt x="94" y="56"/>
                    <a:pt x="94" y="56"/>
                  </a:cubicBezTo>
                  <a:cubicBezTo>
                    <a:pt x="95" y="55"/>
                    <a:pt x="96" y="55"/>
                    <a:pt x="98" y="53"/>
                  </a:cubicBezTo>
                  <a:cubicBezTo>
                    <a:pt x="102" y="51"/>
                    <a:pt x="105" y="48"/>
                    <a:pt x="107" y="44"/>
                  </a:cubicBezTo>
                  <a:cubicBezTo>
                    <a:pt x="109" y="41"/>
                    <a:pt x="110" y="38"/>
                    <a:pt x="110" y="35"/>
                  </a:cubicBezTo>
                  <a:cubicBezTo>
                    <a:pt x="111" y="33"/>
                    <a:pt x="110" y="30"/>
                    <a:pt x="110" y="28"/>
                  </a:cubicBezTo>
                  <a:cubicBezTo>
                    <a:pt x="110" y="33"/>
                    <a:pt x="109" y="39"/>
                    <a:pt x="105" y="44"/>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1" name="Google Shape;251;p15"/>
            <p:cNvSpPr/>
            <p:nvPr/>
          </p:nvSpPr>
          <p:spPr>
            <a:xfrm>
              <a:off x="7693026" y="2405063"/>
              <a:ext cx="4763" cy="0"/>
            </a:xfrm>
            <a:custGeom>
              <a:rect b="b" l="l" r="r" t="t"/>
              <a:pathLst>
                <a:path extrusionOk="0" h="120000" w="1">
                  <a:moveTo>
                    <a:pt x="0" y="0"/>
                  </a:moveTo>
                  <a:cubicBezTo>
                    <a:pt x="1" y="0"/>
                    <a:pt x="1" y="0"/>
                    <a:pt x="1" y="0"/>
                  </a:cubicBezTo>
                  <a:cubicBezTo>
                    <a:pt x="1" y="0"/>
                    <a:pt x="1" y="0"/>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2" name="Google Shape;252;p15"/>
            <p:cNvSpPr/>
            <p:nvPr/>
          </p:nvSpPr>
          <p:spPr>
            <a:xfrm>
              <a:off x="7697788" y="2397126"/>
              <a:ext cx="11113" cy="7938"/>
            </a:xfrm>
            <a:custGeom>
              <a:rect b="b" l="l" r="r" t="t"/>
              <a:pathLst>
                <a:path extrusionOk="0" h="2" w="3">
                  <a:moveTo>
                    <a:pt x="0" y="2"/>
                  </a:moveTo>
                  <a:cubicBezTo>
                    <a:pt x="1" y="2"/>
                    <a:pt x="2" y="1"/>
                    <a:pt x="3" y="0"/>
                  </a:cubicBezTo>
                  <a:cubicBezTo>
                    <a:pt x="2" y="1"/>
                    <a:pt x="1" y="2"/>
                    <a:pt x="0" y="2"/>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3" name="Google Shape;253;p15"/>
            <p:cNvSpPr/>
            <p:nvPr/>
          </p:nvSpPr>
          <p:spPr>
            <a:xfrm>
              <a:off x="7316788" y="2201863"/>
              <a:ext cx="444500" cy="258763"/>
            </a:xfrm>
            <a:custGeom>
              <a:rect b="b" l="l" r="r" t="t"/>
              <a:pathLst>
                <a:path extrusionOk="0" h="69" w="118">
                  <a:moveTo>
                    <a:pt x="110" y="9"/>
                  </a:moveTo>
                  <a:cubicBezTo>
                    <a:pt x="108" y="6"/>
                    <a:pt x="106" y="4"/>
                    <a:pt x="103" y="3"/>
                  </a:cubicBezTo>
                  <a:cubicBezTo>
                    <a:pt x="101" y="1"/>
                    <a:pt x="98" y="0"/>
                    <a:pt x="95" y="0"/>
                  </a:cubicBezTo>
                  <a:cubicBezTo>
                    <a:pt x="101" y="2"/>
                    <a:pt x="106" y="6"/>
                    <a:pt x="109" y="10"/>
                  </a:cubicBezTo>
                  <a:cubicBezTo>
                    <a:pt x="113" y="15"/>
                    <a:pt x="115" y="20"/>
                    <a:pt x="115" y="26"/>
                  </a:cubicBezTo>
                  <a:cubicBezTo>
                    <a:pt x="116" y="32"/>
                    <a:pt x="115" y="38"/>
                    <a:pt x="111" y="43"/>
                  </a:cubicBezTo>
                  <a:cubicBezTo>
                    <a:pt x="110" y="45"/>
                    <a:pt x="108" y="47"/>
                    <a:pt x="105" y="49"/>
                  </a:cubicBezTo>
                  <a:cubicBezTo>
                    <a:pt x="103" y="51"/>
                    <a:pt x="100" y="52"/>
                    <a:pt x="97" y="53"/>
                  </a:cubicBezTo>
                  <a:cubicBezTo>
                    <a:pt x="97" y="53"/>
                    <a:pt x="96" y="53"/>
                    <a:pt x="95" y="53"/>
                  </a:cubicBezTo>
                  <a:cubicBezTo>
                    <a:pt x="93" y="54"/>
                    <a:pt x="93" y="54"/>
                    <a:pt x="93" y="54"/>
                  </a:cubicBezTo>
                  <a:cubicBezTo>
                    <a:pt x="90" y="54"/>
                    <a:pt x="90" y="54"/>
                    <a:pt x="90" y="54"/>
                  </a:cubicBezTo>
                  <a:cubicBezTo>
                    <a:pt x="83" y="56"/>
                    <a:pt x="83" y="56"/>
                    <a:pt x="83" y="56"/>
                  </a:cubicBezTo>
                  <a:cubicBezTo>
                    <a:pt x="69" y="59"/>
                    <a:pt x="69" y="59"/>
                    <a:pt x="69" y="59"/>
                  </a:cubicBezTo>
                  <a:cubicBezTo>
                    <a:pt x="41" y="65"/>
                    <a:pt x="41" y="65"/>
                    <a:pt x="41" y="65"/>
                  </a:cubicBezTo>
                  <a:cubicBezTo>
                    <a:pt x="56" y="61"/>
                    <a:pt x="74" y="57"/>
                    <a:pt x="90" y="54"/>
                  </a:cubicBezTo>
                  <a:cubicBezTo>
                    <a:pt x="94" y="53"/>
                    <a:pt x="94" y="53"/>
                    <a:pt x="94" y="53"/>
                  </a:cubicBezTo>
                  <a:cubicBezTo>
                    <a:pt x="95" y="53"/>
                    <a:pt x="95" y="53"/>
                    <a:pt x="95" y="53"/>
                  </a:cubicBezTo>
                  <a:cubicBezTo>
                    <a:pt x="95" y="53"/>
                    <a:pt x="96" y="53"/>
                    <a:pt x="96" y="53"/>
                  </a:cubicBezTo>
                  <a:cubicBezTo>
                    <a:pt x="97" y="53"/>
                    <a:pt x="98" y="52"/>
                    <a:pt x="98" y="52"/>
                  </a:cubicBezTo>
                  <a:cubicBezTo>
                    <a:pt x="102" y="51"/>
                    <a:pt x="105" y="50"/>
                    <a:pt x="107" y="47"/>
                  </a:cubicBezTo>
                  <a:cubicBezTo>
                    <a:pt x="110" y="45"/>
                    <a:pt x="112" y="42"/>
                    <a:pt x="113" y="39"/>
                  </a:cubicBezTo>
                  <a:cubicBezTo>
                    <a:pt x="114" y="36"/>
                    <a:pt x="115" y="33"/>
                    <a:pt x="115" y="30"/>
                  </a:cubicBezTo>
                  <a:cubicBezTo>
                    <a:pt x="115" y="24"/>
                    <a:pt x="113" y="17"/>
                    <a:pt x="110" y="12"/>
                  </a:cubicBezTo>
                  <a:cubicBezTo>
                    <a:pt x="106" y="7"/>
                    <a:pt x="101" y="3"/>
                    <a:pt x="95" y="1"/>
                  </a:cubicBezTo>
                  <a:cubicBezTo>
                    <a:pt x="94" y="1"/>
                    <a:pt x="92" y="0"/>
                    <a:pt x="91" y="0"/>
                  </a:cubicBezTo>
                  <a:cubicBezTo>
                    <a:pt x="89" y="0"/>
                    <a:pt x="88" y="0"/>
                    <a:pt x="86" y="1"/>
                  </a:cubicBezTo>
                  <a:cubicBezTo>
                    <a:pt x="84" y="2"/>
                    <a:pt x="82" y="3"/>
                    <a:pt x="82" y="4"/>
                  </a:cubicBezTo>
                  <a:cubicBezTo>
                    <a:pt x="82" y="5"/>
                    <a:pt x="83" y="5"/>
                    <a:pt x="84" y="5"/>
                  </a:cubicBezTo>
                  <a:cubicBezTo>
                    <a:pt x="85" y="5"/>
                    <a:pt x="87" y="6"/>
                    <a:pt x="89" y="6"/>
                  </a:cubicBezTo>
                  <a:cubicBezTo>
                    <a:pt x="90" y="6"/>
                    <a:pt x="91" y="6"/>
                    <a:pt x="93" y="7"/>
                  </a:cubicBezTo>
                  <a:cubicBezTo>
                    <a:pt x="94" y="7"/>
                    <a:pt x="95" y="7"/>
                    <a:pt x="95" y="7"/>
                  </a:cubicBezTo>
                  <a:cubicBezTo>
                    <a:pt x="96" y="8"/>
                    <a:pt x="95" y="9"/>
                    <a:pt x="94" y="9"/>
                  </a:cubicBezTo>
                  <a:cubicBezTo>
                    <a:pt x="100" y="12"/>
                    <a:pt x="105" y="17"/>
                    <a:pt x="106" y="23"/>
                  </a:cubicBezTo>
                  <a:cubicBezTo>
                    <a:pt x="107" y="27"/>
                    <a:pt x="107" y="30"/>
                    <a:pt x="107" y="33"/>
                  </a:cubicBezTo>
                  <a:cubicBezTo>
                    <a:pt x="106" y="36"/>
                    <a:pt x="105" y="39"/>
                    <a:pt x="102" y="41"/>
                  </a:cubicBezTo>
                  <a:cubicBezTo>
                    <a:pt x="101" y="42"/>
                    <a:pt x="100" y="43"/>
                    <a:pt x="98" y="44"/>
                  </a:cubicBezTo>
                  <a:cubicBezTo>
                    <a:pt x="97" y="44"/>
                    <a:pt x="96" y="45"/>
                    <a:pt x="95" y="45"/>
                  </a:cubicBezTo>
                  <a:cubicBezTo>
                    <a:pt x="94" y="45"/>
                    <a:pt x="93" y="45"/>
                    <a:pt x="92" y="46"/>
                  </a:cubicBezTo>
                  <a:cubicBezTo>
                    <a:pt x="79" y="48"/>
                    <a:pt x="79" y="48"/>
                    <a:pt x="79" y="48"/>
                  </a:cubicBezTo>
                  <a:cubicBezTo>
                    <a:pt x="70" y="50"/>
                    <a:pt x="61" y="52"/>
                    <a:pt x="52" y="53"/>
                  </a:cubicBezTo>
                  <a:cubicBezTo>
                    <a:pt x="61" y="52"/>
                    <a:pt x="70" y="50"/>
                    <a:pt x="79" y="48"/>
                  </a:cubicBezTo>
                  <a:cubicBezTo>
                    <a:pt x="92" y="45"/>
                    <a:pt x="92" y="45"/>
                    <a:pt x="92" y="45"/>
                  </a:cubicBezTo>
                  <a:cubicBezTo>
                    <a:pt x="93" y="45"/>
                    <a:pt x="94" y="45"/>
                    <a:pt x="95" y="45"/>
                  </a:cubicBezTo>
                  <a:cubicBezTo>
                    <a:pt x="96" y="45"/>
                    <a:pt x="97" y="44"/>
                    <a:pt x="98" y="44"/>
                  </a:cubicBezTo>
                  <a:cubicBezTo>
                    <a:pt x="100" y="43"/>
                    <a:pt x="101" y="42"/>
                    <a:pt x="102" y="41"/>
                  </a:cubicBezTo>
                  <a:cubicBezTo>
                    <a:pt x="105" y="39"/>
                    <a:pt x="106" y="36"/>
                    <a:pt x="106" y="33"/>
                  </a:cubicBezTo>
                  <a:cubicBezTo>
                    <a:pt x="107" y="30"/>
                    <a:pt x="107" y="27"/>
                    <a:pt x="106" y="23"/>
                  </a:cubicBezTo>
                  <a:cubicBezTo>
                    <a:pt x="104" y="17"/>
                    <a:pt x="100" y="12"/>
                    <a:pt x="94" y="10"/>
                  </a:cubicBezTo>
                  <a:cubicBezTo>
                    <a:pt x="93" y="10"/>
                    <a:pt x="93" y="11"/>
                    <a:pt x="95" y="12"/>
                  </a:cubicBezTo>
                  <a:cubicBezTo>
                    <a:pt x="96" y="13"/>
                    <a:pt x="97" y="14"/>
                    <a:pt x="98" y="15"/>
                  </a:cubicBezTo>
                  <a:cubicBezTo>
                    <a:pt x="99" y="16"/>
                    <a:pt x="101" y="17"/>
                    <a:pt x="102" y="19"/>
                  </a:cubicBezTo>
                  <a:cubicBezTo>
                    <a:pt x="103" y="21"/>
                    <a:pt x="104" y="24"/>
                    <a:pt x="105" y="26"/>
                  </a:cubicBezTo>
                  <a:cubicBezTo>
                    <a:pt x="105" y="28"/>
                    <a:pt x="105" y="30"/>
                    <a:pt x="105" y="32"/>
                  </a:cubicBezTo>
                  <a:cubicBezTo>
                    <a:pt x="104" y="36"/>
                    <a:pt x="101" y="40"/>
                    <a:pt x="97" y="42"/>
                  </a:cubicBezTo>
                  <a:cubicBezTo>
                    <a:pt x="96" y="42"/>
                    <a:pt x="94" y="43"/>
                    <a:pt x="93" y="43"/>
                  </a:cubicBezTo>
                  <a:cubicBezTo>
                    <a:pt x="89" y="44"/>
                    <a:pt x="89" y="44"/>
                    <a:pt x="89" y="44"/>
                  </a:cubicBezTo>
                  <a:cubicBezTo>
                    <a:pt x="79" y="46"/>
                    <a:pt x="79" y="46"/>
                    <a:pt x="79" y="46"/>
                  </a:cubicBezTo>
                  <a:cubicBezTo>
                    <a:pt x="66" y="48"/>
                    <a:pt x="53" y="51"/>
                    <a:pt x="41" y="53"/>
                  </a:cubicBezTo>
                  <a:cubicBezTo>
                    <a:pt x="34" y="55"/>
                    <a:pt x="34" y="55"/>
                    <a:pt x="34" y="55"/>
                  </a:cubicBezTo>
                  <a:cubicBezTo>
                    <a:pt x="33" y="55"/>
                    <a:pt x="31" y="55"/>
                    <a:pt x="30" y="55"/>
                  </a:cubicBezTo>
                  <a:cubicBezTo>
                    <a:pt x="29" y="55"/>
                    <a:pt x="29" y="55"/>
                    <a:pt x="29" y="55"/>
                  </a:cubicBezTo>
                  <a:cubicBezTo>
                    <a:pt x="28" y="55"/>
                    <a:pt x="28" y="55"/>
                    <a:pt x="28" y="55"/>
                  </a:cubicBezTo>
                  <a:cubicBezTo>
                    <a:pt x="28" y="55"/>
                    <a:pt x="28" y="55"/>
                    <a:pt x="28" y="55"/>
                  </a:cubicBezTo>
                  <a:cubicBezTo>
                    <a:pt x="27" y="55"/>
                    <a:pt x="27" y="55"/>
                    <a:pt x="27" y="55"/>
                  </a:cubicBezTo>
                  <a:cubicBezTo>
                    <a:pt x="27" y="55"/>
                    <a:pt x="27" y="55"/>
                    <a:pt x="27" y="55"/>
                  </a:cubicBezTo>
                  <a:cubicBezTo>
                    <a:pt x="26" y="54"/>
                    <a:pt x="25" y="54"/>
                    <a:pt x="25" y="54"/>
                  </a:cubicBezTo>
                  <a:cubicBezTo>
                    <a:pt x="23" y="54"/>
                    <a:pt x="22" y="53"/>
                    <a:pt x="21" y="52"/>
                  </a:cubicBezTo>
                  <a:cubicBezTo>
                    <a:pt x="19" y="51"/>
                    <a:pt x="17" y="48"/>
                    <a:pt x="16" y="45"/>
                  </a:cubicBezTo>
                  <a:cubicBezTo>
                    <a:pt x="15" y="42"/>
                    <a:pt x="15" y="39"/>
                    <a:pt x="16" y="36"/>
                  </a:cubicBezTo>
                  <a:cubicBezTo>
                    <a:pt x="16" y="33"/>
                    <a:pt x="17" y="32"/>
                    <a:pt x="18" y="30"/>
                  </a:cubicBezTo>
                  <a:cubicBezTo>
                    <a:pt x="20" y="28"/>
                    <a:pt x="21" y="27"/>
                    <a:pt x="23" y="26"/>
                  </a:cubicBezTo>
                  <a:cubicBezTo>
                    <a:pt x="24" y="26"/>
                    <a:pt x="24" y="26"/>
                    <a:pt x="25" y="25"/>
                  </a:cubicBezTo>
                  <a:cubicBezTo>
                    <a:pt x="25" y="25"/>
                    <a:pt x="25" y="25"/>
                    <a:pt x="25" y="25"/>
                  </a:cubicBezTo>
                  <a:cubicBezTo>
                    <a:pt x="26" y="25"/>
                    <a:pt x="26" y="25"/>
                    <a:pt x="26" y="25"/>
                  </a:cubicBezTo>
                  <a:cubicBezTo>
                    <a:pt x="31" y="24"/>
                    <a:pt x="31" y="24"/>
                    <a:pt x="31" y="24"/>
                  </a:cubicBezTo>
                  <a:cubicBezTo>
                    <a:pt x="40" y="22"/>
                    <a:pt x="40" y="22"/>
                    <a:pt x="40" y="22"/>
                  </a:cubicBezTo>
                  <a:cubicBezTo>
                    <a:pt x="52" y="20"/>
                    <a:pt x="64" y="17"/>
                    <a:pt x="74" y="15"/>
                  </a:cubicBezTo>
                  <a:cubicBezTo>
                    <a:pt x="91" y="10"/>
                    <a:pt x="84" y="7"/>
                    <a:pt x="66" y="9"/>
                  </a:cubicBezTo>
                  <a:cubicBezTo>
                    <a:pt x="66" y="8"/>
                    <a:pt x="66" y="8"/>
                    <a:pt x="66" y="8"/>
                  </a:cubicBezTo>
                  <a:cubicBezTo>
                    <a:pt x="83" y="5"/>
                    <a:pt x="74" y="3"/>
                    <a:pt x="76" y="1"/>
                  </a:cubicBezTo>
                  <a:cubicBezTo>
                    <a:pt x="67" y="3"/>
                    <a:pt x="58" y="5"/>
                    <a:pt x="49" y="6"/>
                  </a:cubicBezTo>
                  <a:cubicBezTo>
                    <a:pt x="40" y="8"/>
                    <a:pt x="40" y="8"/>
                    <a:pt x="40" y="8"/>
                  </a:cubicBezTo>
                  <a:cubicBezTo>
                    <a:pt x="30" y="10"/>
                    <a:pt x="30" y="10"/>
                    <a:pt x="30" y="10"/>
                  </a:cubicBezTo>
                  <a:cubicBezTo>
                    <a:pt x="25" y="11"/>
                    <a:pt x="25" y="11"/>
                    <a:pt x="25" y="11"/>
                  </a:cubicBezTo>
                  <a:cubicBezTo>
                    <a:pt x="23" y="11"/>
                    <a:pt x="23" y="11"/>
                    <a:pt x="23" y="11"/>
                  </a:cubicBezTo>
                  <a:cubicBezTo>
                    <a:pt x="22" y="11"/>
                    <a:pt x="21" y="12"/>
                    <a:pt x="20" y="12"/>
                  </a:cubicBezTo>
                  <a:cubicBezTo>
                    <a:pt x="16" y="14"/>
                    <a:pt x="12" y="16"/>
                    <a:pt x="9" y="19"/>
                  </a:cubicBezTo>
                  <a:cubicBezTo>
                    <a:pt x="8" y="20"/>
                    <a:pt x="7" y="21"/>
                    <a:pt x="7" y="22"/>
                  </a:cubicBezTo>
                  <a:cubicBezTo>
                    <a:pt x="6" y="23"/>
                    <a:pt x="6" y="23"/>
                    <a:pt x="5" y="25"/>
                  </a:cubicBezTo>
                  <a:cubicBezTo>
                    <a:pt x="4" y="26"/>
                    <a:pt x="3" y="29"/>
                    <a:pt x="2" y="31"/>
                  </a:cubicBezTo>
                  <a:cubicBezTo>
                    <a:pt x="0" y="38"/>
                    <a:pt x="1" y="47"/>
                    <a:pt x="4" y="54"/>
                  </a:cubicBezTo>
                  <a:cubicBezTo>
                    <a:pt x="6" y="58"/>
                    <a:pt x="9" y="62"/>
                    <a:pt x="13" y="64"/>
                  </a:cubicBezTo>
                  <a:cubicBezTo>
                    <a:pt x="16" y="67"/>
                    <a:pt x="21" y="68"/>
                    <a:pt x="25" y="69"/>
                  </a:cubicBezTo>
                  <a:cubicBezTo>
                    <a:pt x="25" y="69"/>
                    <a:pt x="26" y="69"/>
                    <a:pt x="26" y="69"/>
                  </a:cubicBezTo>
                  <a:cubicBezTo>
                    <a:pt x="27" y="69"/>
                    <a:pt x="27" y="69"/>
                    <a:pt x="27" y="69"/>
                  </a:cubicBezTo>
                  <a:cubicBezTo>
                    <a:pt x="27" y="69"/>
                    <a:pt x="27" y="69"/>
                    <a:pt x="27" y="69"/>
                  </a:cubicBezTo>
                  <a:cubicBezTo>
                    <a:pt x="27" y="69"/>
                    <a:pt x="27" y="69"/>
                    <a:pt x="27" y="69"/>
                  </a:cubicBezTo>
                  <a:cubicBezTo>
                    <a:pt x="28" y="69"/>
                    <a:pt x="29" y="69"/>
                    <a:pt x="30" y="69"/>
                  </a:cubicBezTo>
                  <a:cubicBezTo>
                    <a:pt x="32" y="69"/>
                    <a:pt x="35" y="69"/>
                    <a:pt x="37" y="69"/>
                  </a:cubicBezTo>
                  <a:cubicBezTo>
                    <a:pt x="46" y="67"/>
                    <a:pt x="46" y="67"/>
                    <a:pt x="46" y="67"/>
                  </a:cubicBezTo>
                  <a:cubicBezTo>
                    <a:pt x="65" y="62"/>
                    <a:pt x="65" y="62"/>
                    <a:pt x="65" y="62"/>
                  </a:cubicBezTo>
                  <a:cubicBezTo>
                    <a:pt x="84" y="58"/>
                    <a:pt x="84" y="58"/>
                    <a:pt x="84" y="58"/>
                  </a:cubicBezTo>
                  <a:cubicBezTo>
                    <a:pt x="93" y="56"/>
                    <a:pt x="93" y="56"/>
                    <a:pt x="93" y="56"/>
                  </a:cubicBezTo>
                  <a:cubicBezTo>
                    <a:pt x="96" y="56"/>
                    <a:pt x="96" y="56"/>
                    <a:pt x="96" y="56"/>
                  </a:cubicBezTo>
                  <a:cubicBezTo>
                    <a:pt x="97" y="56"/>
                    <a:pt x="98" y="55"/>
                    <a:pt x="99" y="55"/>
                  </a:cubicBezTo>
                  <a:cubicBezTo>
                    <a:pt x="99" y="55"/>
                    <a:pt x="100" y="55"/>
                    <a:pt x="100" y="54"/>
                  </a:cubicBezTo>
                  <a:cubicBezTo>
                    <a:pt x="99" y="55"/>
                    <a:pt x="98" y="55"/>
                    <a:pt x="97" y="55"/>
                  </a:cubicBezTo>
                  <a:cubicBezTo>
                    <a:pt x="95" y="56"/>
                    <a:pt x="95" y="56"/>
                    <a:pt x="94" y="56"/>
                  </a:cubicBezTo>
                  <a:cubicBezTo>
                    <a:pt x="91" y="57"/>
                    <a:pt x="91" y="57"/>
                    <a:pt x="91" y="57"/>
                  </a:cubicBezTo>
                  <a:cubicBezTo>
                    <a:pt x="78" y="59"/>
                    <a:pt x="78" y="59"/>
                    <a:pt x="78" y="59"/>
                  </a:cubicBezTo>
                  <a:cubicBezTo>
                    <a:pt x="55" y="64"/>
                    <a:pt x="55" y="64"/>
                    <a:pt x="55" y="64"/>
                  </a:cubicBezTo>
                  <a:cubicBezTo>
                    <a:pt x="43" y="67"/>
                    <a:pt x="43" y="67"/>
                    <a:pt x="43" y="67"/>
                  </a:cubicBezTo>
                  <a:cubicBezTo>
                    <a:pt x="37" y="68"/>
                    <a:pt x="37" y="68"/>
                    <a:pt x="37" y="68"/>
                  </a:cubicBezTo>
                  <a:cubicBezTo>
                    <a:pt x="34" y="69"/>
                    <a:pt x="32" y="69"/>
                    <a:pt x="29" y="69"/>
                  </a:cubicBezTo>
                  <a:cubicBezTo>
                    <a:pt x="28" y="69"/>
                    <a:pt x="28" y="69"/>
                    <a:pt x="27" y="69"/>
                  </a:cubicBezTo>
                  <a:cubicBezTo>
                    <a:pt x="27" y="69"/>
                    <a:pt x="27" y="69"/>
                    <a:pt x="27" y="69"/>
                  </a:cubicBezTo>
                  <a:cubicBezTo>
                    <a:pt x="27" y="69"/>
                    <a:pt x="27" y="69"/>
                    <a:pt x="27" y="69"/>
                  </a:cubicBezTo>
                  <a:cubicBezTo>
                    <a:pt x="26" y="69"/>
                    <a:pt x="26" y="68"/>
                    <a:pt x="26" y="68"/>
                  </a:cubicBezTo>
                  <a:cubicBezTo>
                    <a:pt x="24" y="68"/>
                    <a:pt x="23" y="68"/>
                    <a:pt x="22" y="68"/>
                  </a:cubicBezTo>
                  <a:cubicBezTo>
                    <a:pt x="19" y="67"/>
                    <a:pt x="17" y="66"/>
                    <a:pt x="14" y="65"/>
                  </a:cubicBezTo>
                  <a:cubicBezTo>
                    <a:pt x="9" y="62"/>
                    <a:pt x="6" y="57"/>
                    <a:pt x="4" y="52"/>
                  </a:cubicBezTo>
                  <a:cubicBezTo>
                    <a:pt x="4" y="52"/>
                    <a:pt x="5" y="53"/>
                    <a:pt x="4" y="52"/>
                  </a:cubicBezTo>
                  <a:cubicBezTo>
                    <a:pt x="6" y="57"/>
                    <a:pt x="10" y="61"/>
                    <a:pt x="15" y="64"/>
                  </a:cubicBezTo>
                  <a:cubicBezTo>
                    <a:pt x="17" y="65"/>
                    <a:pt x="19" y="66"/>
                    <a:pt x="22" y="67"/>
                  </a:cubicBezTo>
                  <a:cubicBezTo>
                    <a:pt x="23" y="67"/>
                    <a:pt x="25" y="67"/>
                    <a:pt x="26" y="67"/>
                  </a:cubicBezTo>
                  <a:cubicBezTo>
                    <a:pt x="26" y="67"/>
                    <a:pt x="27" y="67"/>
                    <a:pt x="27" y="67"/>
                  </a:cubicBezTo>
                  <a:cubicBezTo>
                    <a:pt x="27" y="68"/>
                    <a:pt x="27" y="67"/>
                    <a:pt x="27" y="68"/>
                  </a:cubicBezTo>
                  <a:cubicBezTo>
                    <a:pt x="27" y="68"/>
                    <a:pt x="27" y="68"/>
                    <a:pt x="27" y="68"/>
                  </a:cubicBezTo>
                  <a:cubicBezTo>
                    <a:pt x="28" y="68"/>
                    <a:pt x="29" y="68"/>
                    <a:pt x="29" y="68"/>
                  </a:cubicBezTo>
                  <a:cubicBezTo>
                    <a:pt x="32" y="68"/>
                    <a:pt x="34" y="68"/>
                    <a:pt x="37" y="67"/>
                  </a:cubicBezTo>
                  <a:cubicBezTo>
                    <a:pt x="43" y="66"/>
                    <a:pt x="43" y="66"/>
                    <a:pt x="43" y="66"/>
                  </a:cubicBezTo>
                  <a:cubicBezTo>
                    <a:pt x="55" y="63"/>
                    <a:pt x="55" y="63"/>
                    <a:pt x="55" y="63"/>
                  </a:cubicBezTo>
                  <a:cubicBezTo>
                    <a:pt x="63" y="62"/>
                    <a:pt x="71" y="60"/>
                    <a:pt x="79" y="58"/>
                  </a:cubicBezTo>
                  <a:cubicBezTo>
                    <a:pt x="83" y="58"/>
                    <a:pt x="87" y="57"/>
                    <a:pt x="91" y="56"/>
                  </a:cubicBezTo>
                  <a:cubicBezTo>
                    <a:pt x="95" y="55"/>
                    <a:pt x="95" y="55"/>
                    <a:pt x="95" y="55"/>
                  </a:cubicBezTo>
                  <a:cubicBezTo>
                    <a:pt x="96" y="55"/>
                    <a:pt x="96" y="55"/>
                    <a:pt x="96" y="55"/>
                  </a:cubicBezTo>
                  <a:cubicBezTo>
                    <a:pt x="97" y="54"/>
                    <a:pt x="97" y="54"/>
                    <a:pt x="98" y="54"/>
                  </a:cubicBezTo>
                  <a:cubicBezTo>
                    <a:pt x="101" y="53"/>
                    <a:pt x="103" y="52"/>
                    <a:pt x="105" y="50"/>
                  </a:cubicBezTo>
                  <a:cubicBezTo>
                    <a:pt x="106" y="51"/>
                    <a:pt x="106" y="51"/>
                    <a:pt x="106" y="51"/>
                  </a:cubicBezTo>
                  <a:cubicBezTo>
                    <a:pt x="109" y="49"/>
                    <a:pt x="112" y="46"/>
                    <a:pt x="114" y="42"/>
                  </a:cubicBezTo>
                  <a:cubicBezTo>
                    <a:pt x="116" y="39"/>
                    <a:pt x="117" y="35"/>
                    <a:pt x="118" y="31"/>
                  </a:cubicBezTo>
                  <a:cubicBezTo>
                    <a:pt x="118" y="23"/>
                    <a:pt x="115" y="15"/>
                    <a:pt x="110" y="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4" name="Google Shape;254;p15"/>
            <p:cNvSpPr/>
            <p:nvPr/>
          </p:nvSpPr>
          <p:spPr>
            <a:xfrm>
              <a:off x="4427538" y="2193926"/>
              <a:ext cx="431800" cy="266700"/>
            </a:xfrm>
            <a:custGeom>
              <a:rect b="b" l="l" r="r" t="t"/>
              <a:pathLst>
                <a:path extrusionOk="0" h="71" w="115">
                  <a:moveTo>
                    <a:pt x="56" y="65"/>
                  </a:moveTo>
                  <a:cubicBezTo>
                    <a:pt x="32" y="59"/>
                    <a:pt x="32" y="59"/>
                    <a:pt x="32" y="59"/>
                  </a:cubicBezTo>
                  <a:cubicBezTo>
                    <a:pt x="26" y="58"/>
                    <a:pt x="26" y="58"/>
                    <a:pt x="26" y="58"/>
                  </a:cubicBezTo>
                  <a:cubicBezTo>
                    <a:pt x="23" y="57"/>
                    <a:pt x="23" y="57"/>
                    <a:pt x="23" y="57"/>
                  </a:cubicBezTo>
                  <a:cubicBezTo>
                    <a:pt x="22" y="57"/>
                    <a:pt x="22" y="57"/>
                    <a:pt x="22" y="57"/>
                  </a:cubicBezTo>
                  <a:cubicBezTo>
                    <a:pt x="21" y="57"/>
                    <a:pt x="20" y="57"/>
                    <a:pt x="20" y="56"/>
                  </a:cubicBezTo>
                  <a:cubicBezTo>
                    <a:pt x="14" y="55"/>
                    <a:pt x="10" y="51"/>
                    <a:pt x="7" y="47"/>
                  </a:cubicBezTo>
                  <a:cubicBezTo>
                    <a:pt x="4" y="43"/>
                    <a:pt x="2" y="38"/>
                    <a:pt x="1" y="33"/>
                  </a:cubicBezTo>
                  <a:cubicBezTo>
                    <a:pt x="1" y="30"/>
                    <a:pt x="1" y="28"/>
                    <a:pt x="1" y="25"/>
                  </a:cubicBezTo>
                  <a:cubicBezTo>
                    <a:pt x="1" y="24"/>
                    <a:pt x="1" y="23"/>
                    <a:pt x="2" y="22"/>
                  </a:cubicBezTo>
                  <a:cubicBezTo>
                    <a:pt x="2" y="20"/>
                    <a:pt x="2" y="19"/>
                    <a:pt x="3" y="18"/>
                  </a:cubicBezTo>
                  <a:cubicBezTo>
                    <a:pt x="5" y="13"/>
                    <a:pt x="9" y="8"/>
                    <a:pt x="13" y="5"/>
                  </a:cubicBezTo>
                  <a:cubicBezTo>
                    <a:pt x="17" y="2"/>
                    <a:pt x="22" y="1"/>
                    <a:pt x="28" y="0"/>
                  </a:cubicBezTo>
                  <a:cubicBezTo>
                    <a:pt x="27" y="0"/>
                    <a:pt x="26" y="1"/>
                    <a:pt x="28" y="1"/>
                  </a:cubicBezTo>
                  <a:cubicBezTo>
                    <a:pt x="23" y="1"/>
                    <a:pt x="18" y="3"/>
                    <a:pt x="13" y="6"/>
                  </a:cubicBezTo>
                  <a:cubicBezTo>
                    <a:pt x="9" y="9"/>
                    <a:pt x="6" y="13"/>
                    <a:pt x="4" y="18"/>
                  </a:cubicBezTo>
                  <a:cubicBezTo>
                    <a:pt x="3" y="19"/>
                    <a:pt x="3" y="21"/>
                    <a:pt x="3" y="22"/>
                  </a:cubicBezTo>
                  <a:cubicBezTo>
                    <a:pt x="2" y="23"/>
                    <a:pt x="2" y="24"/>
                    <a:pt x="2" y="26"/>
                  </a:cubicBezTo>
                  <a:cubicBezTo>
                    <a:pt x="2" y="28"/>
                    <a:pt x="2" y="31"/>
                    <a:pt x="2" y="33"/>
                  </a:cubicBezTo>
                  <a:cubicBezTo>
                    <a:pt x="3" y="38"/>
                    <a:pt x="5" y="43"/>
                    <a:pt x="8" y="47"/>
                  </a:cubicBezTo>
                  <a:cubicBezTo>
                    <a:pt x="11" y="51"/>
                    <a:pt x="15" y="55"/>
                    <a:pt x="21" y="56"/>
                  </a:cubicBezTo>
                  <a:cubicBezTo>
                    <a:pt x="22" y="56"/>
                    <a:pt x="22" y="56"/>
                    <a:pt x="22" y="56"/>
                  </a:cubicBezTo>
                  <a:cubicBezTo>
                    <a:pt x="23" y="57"/>
                    <a:pt x="23" y="57"/>
                    <a:pt x="23" y="57"/>
                  </a:cubicBezTo>
                  <a:cubicBezTo>
                    <a:pt x="24" y="57"/>
                    <a:pt x="24" y="57"/>
                    <a:pt x="24" y="57"/>
                  </a:cubicBezTo>
                  <a:cubicBezTo>
                    <a:pt x="27" y="58"/>
                    <a:pt x="27" y="58"/>
                    <a:pt x="27" y="58"/>
                  </a:cubicBezTo>
                  <a:cubicBezTo>
                    <a:pt x="33" y="59"/>
                    <a:pt x="33" y="59"/>
                    <a:pt x="33" y="59"/>
                  </a:cubicBezTo>
                  <a:cubicBezTo>
                    <a:pt x="41" y="61"/>
                    <a:pt x="49" y="62"/>
                    <a:pt x="58" y="64"/>
                  </a:cubicBezTo>
                  <a:cubicBezTo>
                    <a:pt x="58" y="65"/>
                    <a:pt x="58" y="65"/>
                    <a:pt x="58" y="65"/>
                  </a:cubicBezTo>
                  <a:cubicBezTo>
                    <a:pt x="75" y="69"/>
                    <a:pt x="75" y="69"/>
                    <a:pt x="75" y="69"/>
                  </a:cubicBezTo>
                  <a:cubicBezTo>
                    <a:pt x="80" y="70"/>
                    <a:pt x="80" y="70"/>
                    <a:pt x="80" y="70"/>
                  </a:cubicBezTo>
                  <a:cubicBezTo>
                    <a:pt x="80" y="70"/>
                    <a:pt x="81" y="71"/>
                    <a:pt x="82" y="71"/>
                  </a:cubicBezTo>
                  <a:cubicBezTo>
                    <a:pt x="83" y="71"/>
                    <a:pt x="84" y="71"/>
                    <a:pt x="85" y="71"/>
                  </a:cubicBezTo>
                  <a:cubicBezTo>
                    <a:pt x="89" y="71"/>
                    <a:pt x="93" y="71"/>
                    <a:pt x="97" y="70"/>
                  </a:cubicBezTo>
                  <a:cubicBezTo>
                    <a:pt x="101" y="68"/>
                    <a:pt x="103" y="66"/>
                    <a:pt x="105" y="64"/>
                  </a:cubicBezTo>
                  <a:cubicBezTo>
                    <a:pt x="107" y="62"/>
                    <a:pt x="109" y="60"/>
                    <a:pt x="110" y="58"/>
                  </a:cubicBezTo>
                  <a:cubicBezTo>
                    <a:pt x="106" y="63"/>
                    <a:pt x="102" y="66"/>
                    <a:pt x="96" y="68"/>
                  </a:cubicBezTo>
                  <a:cubicBezTo>
                    <a:pt x="93" y="69"/>
                    <a:pt x="90" y="69"/>
                    <a:pt x="87" y="69"/>
                  </a:cubicBezTo>
                  <a:cubicBezTo>
                    <a:pt x="86" y="69"/>
                    <a:pt x="84" y="69"/>
                    <a:pt x="83" y="69"/>
                  </a:cubicBezTo>
                  <a:cubicBezTo>
                    <a:pt x="82" y="69"/>
                    <a:pt x="82" y="68"/>
                    <a:pt x="81" y="68"/>
                  </a:cubicBezTo>
                  <a:cubicBezTo>
                    <a:pt x="79" y="68"/>
                    <a:pt x="79" y="68"/>
                    <a:pt x="79" y="68"/>
                  </a:cubicBezTo>
                  <a:cubicBezTo>
                    <a:pt x="70" y="66"/>
                    <a:pt x="61" y="63"/>
                    <a:pt x="51" y="61"/>
                  </a:cubicBezTo>
                  <a:cubicBezTo>
                    <a:pt x="23" y="55"/>
                    <a:pt x="23" y="55"/>
                    <a:pt x="23" y="55"/>
                  </a:cubicBezTo>
                  <a:cubicBezTo>
                    <a:pt x="23" y="55"/>
                    <a:pt x="23" y="55"/>
                    <a:pt x="23" y="55"/>
                  </a:cubicBezTo>
                  <a:cubicBezTo>
                    <a:pt x="22" y="55"/>
                    <a:pt x="22" y="55"/>
                    <a:pt x="22" y="55"/>
                  </a:cubicBezTo>
                  <a:cubicBezTo>
                    <a:pt x="21" y="54"/>
                    <a:pt x="20" y="54"/>
                    <a:pt x="19" y="54"/>
                  </a:cubicBezTo>
                  <a:cubicBezTo>
                    <a:pt x="18" y="53"/>
                    <a:pt x="17" y="53"/>
                    <a:pt x="16" y="52"/>
                  </a:cubicBezTo>
                  <a:cubicBezTo>
                    <a:pt x="13" y="50"/>
                    <a:pt x="11" y="48"/>
                    <a:pt x="9" y="46"/>
                  </a:cubicBezTo>
                  <a:cubicBezTo>
                    <a:pt x="6" y="42"/>
                    <a:pt x="4" y="36"/>
                    <a:pt x="4" y="31"/>
                  </a:cubicBezTo>
                  <a:cubicBezTo>
                    <a:pt x="4" y="35"/>
                    <a:pt x="5" y="40"/>
                    <a:pt x="8" y="44"/>
                  </a:cubicBezTo>
                  <a:cubicBezTo>
                    <a:pt x="11" y="48"/>
                    <a:pt x="15" y="52"/>
                    <a:pt x="20" y="54"/>
                  </a:cubicBezTo>
                  <a:cubicBezTo>
                    <a:pt x="20" y="54"/>
                    <a:pt x="21" y="54"/>
                    <a:pt x="21" y="54"/>
                  </a:cubicBezTo>
                  <a:cubicBezTo>
                    <a:pt x="22" y="54"/>
                    <a:pt x="23" y="54"/>
                    <a:pt x="23" y="55"/>
                  </a:cubicBezTo>
                  <a:cubicBezTo>
                    <a:pt x="26" y="55"/>
                    <a:pt x="26" y="55"/>
                    <a:pt x="26" y="55"/>
                  </a:cubicBezTo>
                  <a:cubicBezTo>
                    <a:pt x="32" y="57"/>
                    <a:pt x="32" y="57"/>
                    <a:pt x="32" y="57"/>
                  </a:cubicBezTo>
                  <a:cubicBezTo>
                    <a:pt x="37" y="58"/>
                    <a:pt x="41" y="58"/>
                    <a:pt x="44" y="59"/>
                  </a:cubicBezTo>
                  <a:cubicBezTo>
                    <a:pt x="55" y="62"/>
                    <a:pt x="66" y="64"/>
                    <a:pt x="76" y="67"/>
                  </a:cubicBezTo>
                  <a:cubicBezTo>
                    <a:pt x="80" y="68"/>
                    <a:pt x="80" y="68"/>
                    <a:pt x="80" y="68"/>
                  </a:cubicBezTo>
                  <a:cubicBezTo>
                    <a:pt x="81" y="68"/>
                    <a:pt x="83" y="68"/>
                    <a:pt x="84" y="68"/>
                  </a:cubicBezTo>
                  <a:cubicBezTo>
                    <a:pt x="87" y="69"/>
                    <a:pt x="91" y="69"/>
                    <a:pt x="94" y="68"/>
                  </a:cubicBezTo>
                  <a:cubicBezTo>
                    <a:pt x="100" y="66"/>
                    <a:pt x="105" y="62"/>
                    <a:pt x="109" y="57"/>
                  </a:cubicBezTo>
                  <a:cubicBezTo>
                    <a:pt x="110" y="56"/>
                    <a:pt x="111" y="55"/>
                    <a:pt x="111" y="54"/>
                  </a:cubicBezTo>
                  <a:cubicBezTo>
                    <a:pt x="112" y="52"/>
                    <a:pt x="112" y="51"/>
                    <a:pt x="112" y="49"/>
                  </a:cubicBezTo>
                  <a:cubicBezTo>
                    <a:pt x="112" y="47"/>
                    <a:pt x="112" y="45"/>
                    <a:pt x="111" y="44"/>
                  </a:cubicBezTo>
                  <a:cubicBezTo>
                    <a:pt x="110" y="44"/>
                    <a:pt x="110" y="45"/>
                    <a:pt x="109" y="46"/>
                  </a:cubicBezTo>
                  <a:cubicBezTo>
                    <a:pt x="109" y="46"/>
                    <a:pt x="108" y="48"/>
                    <a:pt x="107" y="50"/>
                  </a:cubicBezTo>
                  <a:cubicBezTo>
                    <a:pt x="106" y="51"/>
                    <a:pt x="105" y="52"/>
                    <a:pt x="105" y="53"/>
                  </a:cubicBezTo>
                  <a:cubicBezTo>
                    <a:pt x="104" y="55"/>
                    <a:pt x="103" y="55"/>
                    <a:pt x="103" y="55"/>
                  </a:cubicBezTo>
                  <a:cubicBezTo>
                    <a:pt x="102" y="56"/>
                    <a:pt x="102" y="55"/>
                    <a:pt x="102" y="54"/>
                  </a:cubicBezTo>
                  <a:cubicBezTo>
                    <a:pt x="100" y="57"/>
                    <a:pt x="97" y="58"/>
                    <a:pt x="94" y="60"/>
                  </a:cubicBezTo>
                  <a:cubicBezTo>
                    <a:pt x="91" y="61"/>
                    <a:pt x="88" y="61"/>
                    <a:pt x="85" y="60"/>
                  </a:cubicBezTo>
                  <a:cubicBezTo>
                    <a:pt x="84" y="60"/>
                    <a:pt x="83" y="60"/>
                    <a:pt x="82" y="60"/>
                  </a:cubicBezTo>
                  <a:cubicBezTo>
                    <a:pt x="80" y="59"/>
                    <a:pt x="80" y="59"/>
                    <a:pt x="80" y="59"/>
                  </a:cubicBezTo>
                  <a:cubicBezTo>
                    <a:pt x="74" y="58"/>
                    <a:pt x="74" y="58"/>
                    <a:pt x="74" y="58"/>
                  </a:cubicBezTo>
                  <a:cubicBezTo>
                    <a:pt x="63" y="56"/>
                    <a:pt x="63" y="56"/>
                    <a:pt x="63" y="56"/>
                  </a:cubicBezTo>
                  <a:cubicBezTo>
                    <a:pt x="54" y="54"/>
                    <a:pt x="46" y="52"/>
                    <a:pt x="37" y="50"/>
                  </a:cubicBezTo>
                  <a:cubicBezTo>
                    <a:pt x="30" y="48"/>
                    <a:pt x="30" y="48"/>
                    <a:pt x="30" y="48"/>
                  </a:cubicBezTo>
                  <a:cubicBezTo>
                    <a:pt x="27" y="47"/>
                    <a:pt x="27" y="47"/>
                    <a:pt x="27" y="47"/>
                  </a:cubicBezTo>
                  <a:cubicBezTo>
                    <a:pt x="25" y="47"/>
                    <a:pt x="25" y="47"/>
                    <a:pt x="25" y="47"/>
                  </a:cubicBezTo>
                  <a:cubicBezTo>
                    <a:pt x="25" y="47"/>
                    <a:pt x="24" y="47"/>
                    <a:pt x="24" y="46"/>
                  </a:cubicBezTo>
                  <a:cubicBezTo>
                    <a:pt x="20" y="45"/>
                    <a:pt x="18" y="43"/>
                    <a:pt x="16" y="40"/>
                  </a:cubicBezTo>
                  <a:cubicBezTo>
                    <a:pt x="18" y="43"/>
                    <a:pt x="21" y="45"/>
                    <a:pt x="24" y="46"/>
                  </a:cubicBezTo>
                  <a:cubicBezTo>
                    <a:pt x="37" y="49"/>
                    <a:pt x="37" y="49"/>
                    <a:pt x="37" y="49"/>
                  </a:cubicBezTo>
                  <a:cubicBezTo>
                    <a:pt x="63" y="56"/>
                    <a:pt x="63" y="56"/>
                    <a:pt x="63" y="56"/>
                  </a:cubicBezTo>
                  <a:cubicBezTo>
                    <a:pt x="74" y="58"/>
                    <a:pt x="74" y="58"/>
                    <a:pt x="74" y="58"/>
                  </a:cubicBezTo>
                  <a:cubicBezTo>
                    <a:pt x="80" y="59"/>
                    <a:pt x="80" y="59"/>
                    <a:pt x="80" y="59"/>
                  </a:cubicBezTo>
                  <a:cubicBezTo>
                    <a:pt x="82" y="60"/>
                    <a:pt x="82" y="60"/>
                    <a:pt x="82" y="60"/>
                  </a:cubicBezTo>
                  <a:cubicBezTo>
                    <a:pt x="83" y="60"/>
                    <a:pt x="84" y="60"/>
                    <a:pt x="85" y="60"/>
                  </a:cubicBezTo>
                  <a:cubicBezTo>
                    <a:pt x="88" y="61"/>
                    <a:pt x="91" y="60"/>
                    <a:pt x="94" y="59"/>
                  </a:cubicBezTo>
                  <a:cubicBezTo>
                    <a:pt x="97" y="58"/>
                    <a:pt x="99" y="56"/>
                    <a:pt x="101" y="53"/>
                  </a:cubicBezTo>
                  <a:cubicBezTo>
                    <a:pt x="101" y="53"/>
                    <a:pt x="101" y="52"/>
                    <a:pt x="99" y="54"/>
                  </a:cubicBezTo>
                  <a:cubicBezTo>
                    <a:pt x="97" y="55"/>
                    <a:pt x="94" y="57"/>
                    <a:pt x="90" y="58"/>
                  </a:cubicBezTo>
                  <a:cubicBezTo>
                    <a:pt x="88" y="58"/>
                    <a:pt x="85" y="58"/>
                    <a:pt x="83" y="58"/>
                  </a:cubicBezTo>
                  <a:cubicBezTo>
                    <a:pt x="81" y="57"/>
                    <a:pt x="78" y="57"/>
                    <a:pt x="76" y="56"/>
                  </a:cubicBezTo>
                  <a:cubicBezTo>
                    <a:pt x="64" y="53"/>
                    <a:pt x="51" y="50"/>
                    <a:pt x="38" y="47"/>
                  </a:cubicBezTo>
                  <a:cubicBezTo>
                    <a:pt x="29" y="45"/>
                    <a:pt x="29" y="45"/>
                    <a:pt x="29" y="45"/>
                  </a:cubicBezTo>
                  <a:cubicBezTo>
                    <a:pt x="26" y="45"/>
                    <a:pt x="26" y="45"/>
                    <a:pt x="26" y="45"/>
                  </a:cubicBezTo>
                  <a:cubicBezTo>
                    <a:pt x="25" y="44"/>
                    <a:pt x="25" y="44"/>
                    <a:pt x="25" y="44"/>
                  </a:cubicBezTo>
                  <a:cubicBezTo>
                    <a:pt x="25" y="44"/>
                    <a:pt x="25" y="44"/>
                    <a:pt x="25" y="44"/>
                  </a:cubicBezTo>
                  <a:cubicBezTo>
                    <a:pt x="24" y="44"/>
                    <a:pt x="24" y="44"/>
                    <a:pt x="24" y="44"/>
                  </a:cubicBezTo>
                  <a:cubicBezTo>
                    <a:pt x="23" y="44"/>
                    <a:pt x="22" y="43"/>
                    <a:pt x="21" y="43"/>
                  </a:cubicBezTo>
                  <a:cubicBezTo>
                    <a:pt x="18" y="41"/>
                    <a:pt x="16" y="37"/>
                    <a:pt x="15" y="32"/>
                  </a:cubicBezTo>
                  <a:cubicBezTo>
                    <a:pt x="15" y="30"/>
                    <a:pt x="15" y="29"/>
                    <a:pt x="15" y="27"/>
                  </a:cubicBezTo>
                  <a:cubicBezTo>
                    <a:pt x="15" y="26"/>
                    <a:pt x="15" y="25"/>
                    <a:pt x="15" y="25"/>
                  </a:cubicBezTo>
                  <a:cubicBezTo>
                    <a:pt x="15" y="24"/>
                    <a:pt x="16" y="23"/>
                    <a:pt x="16" y="23"/>
                  </a:cubicBezTo>
                  <a:cubicBezTo>
                    <a:pt x="17" y="20"/>
                    <a:pt x="19" y="18"/>
                    <a:pt x="21" y="16"/>
                  </a:cubicBezTo>
                  <a:cubicBezTo>
                    <a:pt x="24" y="15"/>
                    <a:pt x="27" y="14"/>
                    <a:pt x="30" y="14"/>
                  </a:cubicBezTo>
                  <a:cubicBezTo>
                    <a:pt x="31" y="14"/>
                    <a:pt x="32" y="14"/>
                    <a:pt x="33" y="14"/>
                  </a:cubicBezTo>
                  <a:cubicBezTo>
                    <a:pt x="33" y="14"/>
                    <a:pt x="33" y="14"/>
                    <a:pt x="33" y="14"/>
                  </a:cubicBezTo>
                  <a:cubicBezTo>
                    <a:pt x="34" y="14"/>
                    <a:pt x="34" y="14"/>
                    <a:pt x="34" y="14"/>
                  </a:cubicBezTo>
                  <a:cubicBezTo>
                    <a:pt x="36" y="15"/>
                    <a:pt x="36" y="15"/>
                    <a:pt x="36" y="15"/>
                  </a:cubicBezTo>
                  <a:cubicBezTo>
                    <a:pt x="42" y="16"/>
                    <a:pt x="42" y="16"/>
                    <a:pt x="42" y="16"/>
                  </a:cubicBezTo>
                  <a:cubicBezTo>
                    <a:pt x="55" y="19"/>
                    <a:pt x="67" y="22"/>
                    <a:pt x="79" y="24"/>
                  </a:cubicBezTo>
                  <a:cubicBezTo>
                    <a:pt x="89" y="26"/>
                    <a:pt x="89" y="26"/>
                    <a:pt x="89" y="26"/>
                  </a:cubicBezTo>
                  <a:cubicBezTo>
                    <a:pt x="93" y="27"/>
                    <a:pt x="93" y="27"/>
                    <a:pt x="93" y="27"/>
                  </a:cubicBezTo>
                  <a:cubicBezTo>
                    <a:pt x="94" y="28"/>
                    <a:pt x="95" y="28"/>
                    <a:pt x="96" y="28"/>
                  </a:cubicBezTo>
                  <a:cubicBezTo>
                    <a:pt x="99" y="30"/>
                    <a:pt x="101" y="32"/>
                    <a:pt x="102" y="36"/>
                  </a:cubicBezTo>
                  <a:cubicBezTo>
                    <a:pt x="103" y="39"/>
                    <a:pt x="104" y="41"/>
                    <a:pt x="104" y="42"/>
                  </a:cubicBezTo>
                  <a:cubicBezTo>
                    <a:pt x="104" y="43"/>
                    <a:pt x="104" y="43"/>
                    <a:pt x="104" y="43"/>
                  </a:cubicBezTo>
                  <a:cubicBezTo>
                    <a:pt x="105" y="43"/>
                    <a:pt x="105" y="44"/>
                    <a:pt x="105" y="44"/>
                  </a:cubicBezTo>
                  <a:cubicBezTo>
                    <a:pt x="105" y="44"/>
                    <a:pt x="105" y="44"/>
                    <a:pt x="106" y="44"/>
                  </a:cubicBezTo>
                  <a:cubicBezTo>
                    <a:pt x="107" y="43"/>
                    <a:pt x="108" y="41"/>
                    <a:pt x="108" y="38"/>
                  </a:cubicBezTo>
                  <a:cubicBezTo>
                    <a:pt x="109" y="36"/>
                    <a:pt x="109" y="32"/>
                    <a:pt x="106" y="28"/>
                  </a:cubicBezTo>
                  <a:cubicBezTo>
                    <a:pt x="107" y="27"/>
                    <a:pt x="107" y="27"/>
                    <a:pt x="107" y="27"/>
                  </a:cubicBezTo>
                  <a:cubicBezTo>
                    <a:pt x="109" y="29"/>
                    <a:pt x="110" y="31"/>
                    <a:pt x="110" y="32"/>
                  </a:cubicBezTo>
                  <a:cubicBezTo>
                    <a:pt x="111" y="34"/>
                    <a:pt x="111" y="35"/>
                    <a:pt x="111" y="36"/>
                  </a:cubicBezTo>
                  <a:cubicBezTo>
                    <a:pt x="112" y="38"/>
                    <a:pt x="112" y="39"/>
                    <a:pt x="112" y="39"/>
                  </a:cubicBezTo>
                  <a:cubicBezTo>
                    <a:pt x="113" y="39"/>
                    <a:pt x="114" y="37"/>
                    <a:pt x="115" y="38"/>
                  </a:cubicBezTo>
                  <a:cubicBezTo>
                    <a:pt x="115" y="35"/>
                    <a:pt x="115" y="33"/>
                    <a:pt x="114" y="30"/>
                  </a:cubicBezTo>
                  <a:cubicBezTo>
                    <a:pt x="113" y="27"/>
                    <a:pt x="111" y="24"/>
                    <a:pt x="109" y="22"/>
                  </a:cubicBezTo>
                  <a:cubicBezTo>
                    <a:pt x="107" y="20"/>
                    <a:pt x="105" y="18"/>
                    <a:pt x="102" y="16"/>
                  </a:cubicBezTo>
                  <a:cubicBezTo>
                    <a:pt x="101" y="16"/>
                    <a:pt x="99" y="15"/>
                    <a:pt x="98" y="14"/>
                  </a:cubicBezTo>
                  <a:cubicBezTo>
                    <a:pt x="97" y="14"/>
                    <a:pt x="97" y="14"/>
                    <a:pt x="96" y="14"/>
                  </a:cubicBezTo>
                  <a:cubicBezTo>
                    <a:pt x="94" y="13"/>
                    <a:pt x="94" y="13"/>
                    <a:pt x="94" y="13"/>
                  </a:cubicBezTo>
                  <a:cubicBezTo>
                    <a:pt x="85" y="11"/>
                    <a:pt x="85" y="11"/>
                    <a:pt x="85" y="11"/>
                  </a:cubicBezTo>
                  <a:cubicBezTo>
                    <a:pt x="47" y="3"/>
                    <a:pt x="47" y="3"/>
                    <a:pt x="47" y="3"/>
                  </a:cubicBezTo>
                  <a:cubicBezTo>
                    <a:pt x="37" y="0"/>
                    <a:pt x="37" y="0"/>
                    <a:pt x="37" y="0"/>
                  </a:cubicBezTo>
                  <a:cubicBezTo>
                    <a:pt x="36" y="0"/>
                    <a:pt x="36" y="0"/>
                    <a:pt x="36" y="0"/>
                  </a:cubicBezTo>
                  <a:cubicBezTo>
                    <a:pt x="36" y="0"/>
                    <a:pt x="35" y="0"/>
                    <a:pt x="34" y="0"/>
                  </a:cubicBezTo>
                  <a:cubicBezTo>
                    <a:pt x="33" y="0"/>
                    <a:pt x="32" y="0"/>
                    <a:pt x="31" y="0"/>
                  </a:cubicBezTo>
                  <a:cubicBezTo>
                    <a:pt x="29" y="0"/>
                    <a:pt x="27" y="0"/>
                    <a:pt x="25" y="0"/>
                  </a:cubicBezTo>
                  <a:cubicBezTo>
                    <a:pt x="21" y="1"/>
                    <a:pt x="17" y="2"/>
                    <a:pt x="14" y="4"/>
                  </a:cubicBezTo>
                  <a:cubicBezTo>
                    <a:pt x="10" y="6"/>
                    <a:pt x="7" y="9"/>
                    <a:pt x="5" y="13"/>
                  </a:cubicBezTo>
                  <a:cubicBezTo>
                    <a:pt x="4" y="15"/>
                    <a:pt x="3" y="17"/>
                    <a:pt x="2" y="19"/>
                  </a:cubicBezTo>
                  <a:cubicBezTo>
                    <a:pt x="1" y="21"/>
                    <a:pt x="1" y="23"/>
                    <a:pt x="1" y="25"/>
                  </a:cubicBezTo>
                  <a:cubicBezTo>
                    <a:pt x="0" y="29"/>
                    <a:pt x="1" y="33"/>
                    <a:pt x="2" y="37"/>
                  </a:cubicBezTo>
                  <a:cubicBezTo>
                    <a:pt x="3" y="41"/>
                    <a:pt x="4" y="45"/>
                    <a:pt x="7" y="48"/>
                  </a:cubicBezTo>
                  <a:cubicBezTo>
                    <a:pt x="10" y="51"/>
                    <a:pt x="13" y="54"/>
                    <a:pt x="17" y="56"/>
                  </a:cubicBezTo>
                  <a:cubicBezTo>
                    <a:pt x="18" y="56"/>
                    <a:pt x="19" y="57"/>
                    <a:pt x="20" y="57"/>
                  </a:cubicBezTo>
                  <a:cubicBezTo>
                    <a:pt x="21" y="57"/>
                    <a:pt x="21" y="57"/>
                    <a:pt x="22" y="57"/>
                  </a:cubicBezTo>
                  <a:cubicBezTo>
                    <a:pt x="23" y="58"/>
                    <a:pt x="23" y="58"/>
                    <a:pt x="23" y="58"/>
                  </a:cubicBezTo>
                  <a:cubicBezTo>
                    <a:pt x="28" y="59"/>
                    <a:pt x="28" y="59"/>
                    <a:pt x="28" y="59"/>
                  </a:cubicBezTo>
                  <a:cubicBezTo>
                    <a:pt x="37" y="61"/>
                    <a:pt x="37" y="61"/>
                    <a:pt x="37" y="61"/>
                  </a:cubicBezTo>
                  <a:lnTo>
                    <a:pt x="56" y="6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5" name="Google Shape;255;p15"/>
            <p:cNvSpPr/>
            <p:nvPr/>
          </p:nvSpPr>
          <p:spPr>
            <a:xfrm>
              <a:off x="6843713" y="1300163"/>
              <a:ext cx="363538" cy="390525"/>
            </a:xfrm>
            <a:custGeom>
              <a:rect b="b" l="l" r="r" t="t"/>
              <a:pathLst>
                <a:path extrusionOk="0" h="104" w="97">
                  <a:moveTo>
                    <a:pt x="92" y="37"/>
                  </a:moveTo>
                  <a:cubicBezTo>
                    <a:pt x="91" y="40"/>
                    <a:pt x="90" y="42"/>
                    <a:pt x="89" y="44"/>
                  </a:cubicBezTo>
                  <a:cubicBezTo>
                    <a:pt x="88" y="45"/>
                    <a:pt x="87" y="47"/>
                    <a:pt x="86" y="48"/>
                  </a:cubicBezTo>
                  <a:cubicBezTo>
                    <a:pt x="84" y="50"/>
                    <a:pt x="84" y="50"/>
                    <a:pt x="84" y="50"/>
                  </a:cubicBezTo>
                  <a:cubicBezTo>
                    <a:pt x="78" y="57"/>
                    <a:pt x="72" y="65"/>
                    <a:pt x="65" y="72"/>
                  </a:cubicBezTo>
                  <a:cubicBezTo>
                    <a:pt x="56" y="83"/>
                    <a:pt x="56" y="83"/>
                    <a:pt x="56" y="83"/>
                  </a:cubicBezTo>
                  <a:cubicBezTo>
                    <a:pt x="52" y="89"/>
                    <a:pt x="52" y="89"/>
                    <a:pt x="52" y="89"/>
                  </a:cubicBezTo>
                  <a:cubicBezTo>
                    <a:pt x="49" y="91"/>
                    <a:pt x="49" y="91"/>
                    <a:pt x="49" y="91"/>
                  </a:cubicBezTo>
                  <a:cubicBezTo>
                    <a:pt x="48" y="93"/>
                    <a:pt x="48" y="93"/>
                    <a:pt x="48" y="93"/>
                  </a:cubicBezTo>
                  <a:cubicBezTo>
                    <a:pt x="48" y="93"/>
                    <a:pt x="47" y="94"/>
                    <a:pt x="47" y="94"/>
                  </a:cubicBezTo>
                  <a:cubicBezTo>
                    <a:pt x="45" y="96"/>
                    <a:pt x="42" y="98"/>
                    <a:pt x="39" y="99"/>
                  </a:cubicBezTo>
                  <a:cubicBezTo>
                    <a:pt x="37" y="100"/>
                    <a:pt x="34" y="101"/>
                    <a:pt x="31" y="101"/>
                  </a:cubicBezTo>
                  <a:cubicBezTo>
                    <a:pt x="26" y="101"/>
                    <a:pt x="20" y="99"/>
                    <a:pt x="16" y="97"/>
                  </a:cubicBezTo>
                  <a:cubicBezTo>
                    <a:pt x="20" y="99"/>
                    <a:pt x="24" y="100"/>
                    <a:pt x="29" y="100"/>
                  </a:cubicBezTo>
                  <a:cubicBezTo>
                    <a:pt x="34" y="101"/>
                    <a:pt x="39" y="100"/>
                    <a:pt x="43" y="97"/>
                  </a:cubicBezTo>
                  <a:cubicBezTo>
                    <a:pt x="44" y="96"/>
                    <a:pt x="45" y="95"/>
                    <a:pt x="46" y="94"/>
                  </a:cubicBezTo>
                  <a:cubicBezTo>
                    <a:pt x="47" y="94"/>
                    <a:pt x="47" y="93"/>
                    <a:pt x="48" y="93"/>
                  </a:cubicBezTo>
                  <a:cubicBezTo>
                    <a:pt x="49" y="92"/>
                    <a:pt x="49" y="92"/>
                    <a:pt x="49" y="92"/>
                  </a:cubicBezTo>
                  <a:cubicBezTo>
                    <a:pt x="53" y="87"/>
                    <a:pt x="53" y="87"/>
                    <a:pt x="53" y="87"/>
                  </a:cubicBezTo>
                  <a:cubicBezTo>
                    <a:pt x="55" y="84"/>
                    <a:pt x="58" y="80"/>
                    <a:pt x="61" y="77"/>
                  </a:cubicBezTo>
                  <a:cubicBezTo>
                    <a:pt x="68" y="69"/>
                    <a:pt x="75" y="61"/>
                    <a:pt x="82" y="52"/>
                  </a:cubicBezTo>
                  <a:cubicBezTo>
                    <a:pt x="84" y="49"/>
                    <a:pt x="84" y="49"/>
                    <a:pt x="84" y="49"/>
                  </a:cubicBezTo>
                  <a:cubicBezTo>
                    <a:pt x="85" y="48"/>
                    <a:pt x="85" y="48"/>
                    <a:pt x="85" y="48"/>
                  </a:cubicBezTo>
                  <a:cubicBezTo>
                    <a:pt x="86" y="47"/>
                    <a:pt x="86" y="47"/>
                    <a:pt x="86" y="47"/>
                  </a:cubicBezTo>
                  <a:cubicBezTo>
                    <a:pt x="87" y="46"/>
                    <a:pt x="87" y="46"/>
                    <a:pt x="87" y="46"/>
                  </a:cubicBezTo>
                  <a:cubicBezTo>
                    <a:pt x="88" y="44"/>
                    <a:pt x="90" y="41"/>
                    <a:pt x="91" y="38"/>
                  </a:cubicBezTo>
                  <a:cubicBezTo>
                    <a:pt x="93" y="33"/>
                    <a:pt x="94" y="27"/>
                    <a:pt x="93" y="20"/>
                  </a:cubicBezTo>
                  <a:cubicBezTo>
                    <a:pt x="93" y="19"/>
                    <a:pt x="92" y="18"/>
                    <a:pt x="92" y="16"/>
                  </a:cubicBezTo>
                  <a:cubicBezTo>
                    <a:pt x="91" y="15"/>
                    <a:pt x="89" y="13"/>
                    <a:pt x="88" y="12"/>
                  </a:cubicBezTo>
                  <a:cubicBezTo>
                    <a:pt x="86" y="11"/>
                    <a:pt x="84" y="10"/>
                    <a:pt x="83" y="11"/>
                  </a:cubicBezTo>
                  <a:cubicBezTo>
                    <a:pt x="83" y="11"/>
                    <a:pt x="83" y="12"/>
                    <a:pt x="83" y="13"/>
                  </a:cubicBezTo>
                  <a:cubicBezTo>
                    <a:pt x="84" y="14"/>
                    <a:pt x="84" y="15"/>
                    <a:pt x="85" y="18"/>
                  </a:cubicBezTo>
                  <a:cubicBezTo>
                    <a:pt x="86" y="18"/>
                    <a:pt x="87" y="20"/>
                    <a:pt x="87" y="21"/>
                  </a:cubicBezTo>
                  <a:cubicBezTo>
                    <a:pt x="87" y="23"/>
                    <a:pt x="87" y="24"/>
                    <a:pt x="87" y="24"/>
                  </a:cubicBezTo>
                  <a:cubicBezTo>
                    <a:pt x="87" y="25"/>
                    <a:pt x="86" y="24"/>
                    <a:pt x="86" y="24"/>
                  </a:cubicBezTo>
                  <a:cubicBezTo>
                    <a:pt x="86" y="30"/>
                    <a:pt x="84" y="37"/>
                    <a:pt x="80" y="42"/>
                  </a:cubicBezTo>
                  <a:cubicBezTo>
                    <a:pt x="66" y="59"/>
                    <a:pt x="66" y="59"/>
                    <a:pt x="66" y="59"/>
                  </a:cubicBezTo>
                  <a:cubicBezTo>
                    <a:pt x="60" y="66"/>
                    <a:pt x="54" y="73"/>
                    <a:pt x="48" y="80"/>
                  </a:cubicBezTo>
                  <a:cubicBezTo>
                    <a:pt x="44" y="85"/>
                    <a:pt x="44" y="85"/>
                    <a:pt x="44" y="85"/>
                  </a:cubicBezTo>
                  <a:cubicBezTo>
                    <a:pt x="42" y="87"/>
                    <a:pt x="42" y="87"/>
                    <a:pt x="42" y="87"/>
                  </a:cubicBezTo>
                  <a:cubicBezTo>
                    <a:pt x="41" y="88"/>
                    <a:pt x="41" y="88"/>
                    <a:pt x="41" y="88"/>
                  </a:cubicBezTo>
                  <a:cubicBezTo>
                    <a:pt x="41" y="89"/>
                    <a:pt x="40" y="89"/>
                    <a:pt x="40" y="89"/>
                  </a:cubicBezTo>
                  <a:cubicBezTo>
                    <a:pt x="37" y="91"/>
                    <a:pt x="34" y="92"/>
                    <a:pt x="30" y="92"/>
                  </a:cubicBezTo>
                  <a:cubicBezTo>
                    <a:pt x="34" y="92"/>
                    <a:pt x="37" y="91"/>
                    <a:pt x="40" y="89"/>
                  </a:cubicBezTo>
                  <a:cubicBezTo>
                    <a:pt x="40" y="89"/>
                    <a:pt x="41" y="88"/>
                    <a:pt x="41" y="88"/>
                  </a:cubicBezTo>
                  <a:cubicBezTo>
                    <a:pt x="41" y="88"/>
                    <a:pt x="41" y="88"/>
                    <a:pt x="41" y="88"/>
                  </a:cubicBezTo>
                  <a:cubicBezTo>
                    <a:pt x="42" y="87"/>
                    <a:pt x="42" y="87"/>
                    <a:pt x="42" y="87"/>
                  </a:cubicBezTo>
                  <a:cubicBezTo>
                    <a:pt x="44" y="85"/>
                    <a:pt x="44" y="85"/>
                    <a:pt x="44" y="85"/>
                  </a:cubicBezTo>
                  <a:cubicBezTo>
                    <a:pt x="48" y="79"/>
                    <a:pt x="48" y="79"/>
                    <a:pt x="48" y="79"/>
                  </a:cubicBezTo>
                  <a:cubicBezTo>
                    <a:pt x="66" y="59"/>
                    <a:pt x="66" y="59"/>
                    <a:pt x="66" y="59"/>
                  </a:cubicBezTo>
                  <a:cubicBezTo>
                    <a:pt x="80" y="42"/>
                    <a:pt x="80" y="42"/>
                    <a:pt x="80" y="42"/>
                  </a:cubicBezTo>
                  <a:cubicBezTo>
                    <a:pt x="84" y="37"/>
                    <a:pt x="86" y="30"/>
                    <a:pt x="85" y="23"/>
                  </a:cubicBezTo>
                  <a:cubicBezTo>
                    <a:pt x="84" y="23"/>
                    <a:pt x="84" y="24"/>
                    <a:pt x="83" y="26"/>
                  </a:cubicBezTo>
                  <a:cubicBezTo>
                    <a:pt x="83" y="27"/>
                    <a:pt x="83" y="28"/>
                    <a:pt x="83" y="30"/>
                  </a:cubicBezTo>
                  <a:cubicBezTo>
                    <a:pt x="82" y="32"/>
                    <a:pt x="82" y="34"/>
                    <a:pt x="81" y="36"/>
                  </a:cubicBezTo>
                  <a:cubicBezTo>
                    <a:pt x="80" y="37"/>
                    <a:pt x="80" y="38"/>
                    <a:pt x="79" y="39"/>
                  </a:cubicBezTo>
                  <a:cubicBezTo>
                    <a:pt x="79" y="40"/>
                    <a:pt x="79" y="40"/>
                    <a:pt x="78" y="41"/>
                  </a:cubicBezTo>
                  <a:cubicBezTo>
                    <a:pt x="77" y="42"/>
                    <a:pt x="77" y="42"/>
                    <a:pt x="77" y="42"/>
                  </a:cubicBezTo>
                  <a:cubicBezTo>
                    <a:pt x="75" y="44"/>
                    <a:pt x="73" y="46"/>
                    <a:pt x="72" y="48"/>
                  </a:cubicBezTo>
                  <a:cubicBezTo>
                    <a:pt x="64" y="57"/>
                    <a:pt x="55" y="67"/>
                    <a:pt x="47" y="77"/>
                  </a:cubicBezTo>
                  <a:cubicBezTo>
                    <a:pt x="41" y="85"/>
                    <a:pt x="41" y="85"/>
                    <a:pt x="41" y="85"/>
                  </a:cubicBezTo>
                  <a:cubicBezTo>
                    <a:pt x="40" y="86"/>
                    <a:pt x="40" y="86"/>
                    <a:pt x="39" y="87"/>
                  </a:cubicBezTo>
                  <a:cubicBezTo>
                    <a:pt x="39" y="87"/>
                    <a:pt x="39" y="87"/>
                    <a:pt x="38" y="87"/>
                  </a:cubicBezTo>
                  <a:cubicBezTo>
                    <a:pt x="38" y="88"/>
                    <a:pt x="37" y="88"/>
                    <a:pt x="36" y="89"/>
                  </a:cubicBezTo>
                  <a:cubicBezTo>
                    <a:pt x="32" y="90"/>
                    <a:pt x="27" y="90"/>
                    <a:pt x="22" y="88"/>
                  </a:cubicBezTo>
                  <a:cubicBezTo>
                    <a:pt x="22" y="88"/>
                    <a:pt x="21" y="87"/>
                    <a:pt x="20" y="87"/>
                  </a:cubicBezTo>
                  <a:cubicBezTo>
                    <a:pt x="20" y="87"/>
                    <a:pt x="20" y="86"/>
                    <a:pt x="19" y="86"/>
                  </a:cubicBezTo>
                  <a:cubicBezTo>
                    <a:pt x="19" y="86"/>
                    <a:pt x="19" y="86"/>
                    <a:pt x="19" y="86"/>
                  </a:cubicBezTo>
                  <a:cubicBezTo>
                    <a:pt x="19" y="86"/>
                    <a:pt x="19" y="86"/>
                    <a:pt x="19" y="86"/>
                  </a:cubicBezTo>
                  <a:cubicBezTo>
                    <a:pt x="19" y="86"/>
                    <a:pt x="19" y="86"/>
                    <a:pt x="19" y="86"/>
                  </a:cubicBezTo>
                  <a:cubicBezTo>
                    <a:pt x="19" y="85"/>
                    <a:pt x="19" y="85"/>
                    <a:pt x="19" y="85"/>
                  </a:cubicBezTo>
                  <a:cubicBezTo>
                    <a:pt x="18" y="85"/>
                    <a:pt x="18" y="85"/>
                    <a:pt x="18" y="85"/>
                  </a:cubicBezTo>
                  <a:cubicBezTo>
                    <a:pt x="18" y="85"/>
                    <a:pt x="18" y="84"/>
                    <a:pt x="18" y="84"/>
                  </a:cubicBezTo>
                  <a:cubicBezTo>
                    <a:pt x="17" y="84"/>
                    <a:pt x="17" y="83"/>
                    <a:pt x="16" y="82"/>
                  </a:cubicBezTo>
                  <a:cubicBezTo>
                    <a:pt x="15" y="80"/>
                    <a:pt x="14" y="77"/>
                    <a:pt x="15" y="74"/>
                  </a:cubicBezTo>
                  <a:cubicBezTo>
                    <a:pt x="15" y="70"/>
                    <a:pt x="16" y="67"/>
                    <a:pt x="18" y="65"/>
                  </a:cubicBezTo>
                  <a:cubicBezTo>
                    <a:pt x="18" y="64"/>
                    <a:pt x="19" y="64"/>
                    <a:pt x="19" y="64"/>
                  </a:cubicBezTo>
                  <a:cubicBezTo>
                    <a:pt x="20" y="62"/>
                    <a:pt x="20" y="62"/>
                    <a:pt x="20" y="62"/>
                  </a:cubicBezTo>
                  <a:cubicBezTo>
                    <a:pt x="22" y="59"/>
                    <a:pt x="22" y="59"/>
                    <a:pt x="22" y="59"/>
                  </a:cubicBezTo>
                  <a:cubicBezTo>
                    <a:pt x="26" y="54"/>
                    <a:pt x="26" y="54"/>
                    <a:pt x="26" y="54"/>
                  </a:cubicBezTo>
                  <a:cubicBezTo>
                    <a:pt x="34" y="44"/>
                    <a:pt x="42" y="34"/>
                    <a:pt x="50" y="24"/>
                  </a:cubicBezTo>
                  <a:cubicBezTo>
                    <a:pt x="56" y="17"/>
                    <a:pt x="56" y="17"/>
                    <a:pt x="56" y="17"/>
                  </a:cubicBezTo>
                  <a:cubicBezTo>
                    <a:pt x="56" y="17"/>
                    <a:pt x="56" y="17"/>
                    <a:pt x="56" y="17"/>
                  </a:cubicBezTo>
                  <a:cubicBezTo>
                    <a:pt x="56" y="17"/>
                    <a:pt x="56" y="17"/>
                    <a:pt x="56" y="17"/>
                  </a:cubicBezTo>
                  <a:cubicBezTo>
                    <a:pt x="56" y="16"/>
                    <a:pt x="56" y="16"/>
                    <a:pt x="57" y="16"/>
                  </a:cubicBezTo>
                  <a:cubicBezTo>
                    <a:pt x="57" y="16"/>
                    <a:pt x="57" y="15"/>
                    <a:pt x="57" y="15"/>
                  </a:cubicBezTo>
                  <a:cubicBezTo>
                    <a:pt x="58" y="15"/>
                    <a:pt x="59" y="14"/>
                    <a:pt x="60" y="14"/>
                  </a:cubicBezTo>
                  <a:cubicBezTo>
                    <a:pt x="63" y="13"/>
                    <a:pt x="67" y="13"/>
                    <a:pt x="71" y="14"/>
                  </a:cubicBezTo>
                  <a:cubicBezTo>
                    <a:pt x="74" y="15"/>
                    <a:pt x="76" y="16"/>
                    <a:pt x="78" y="16"/>
                  </a:cubicBezTo>
                  <a:cubicBezTo>
                    <a:pt x="79" y="16"/>
                    <a:pt x="79" y="16"/>
                    <a:pt x="79" y="16"/>
                  </a:cubicBezTo>
                  <a:cubicBezTo>
                    <a:pt x="80" y="16"/>
                    <a:pt x="80" y="16"/>
                    <a:pt x="80" y="15"/>
                  </a:cubicBezTo>
                  <a:cubicBezTo>
                    <a:pt x="80" y="14"/>
                    <a:pt x="79" y="12"/>
                    <a:pt x="77" y="10"/>
                  </a:cubicBezTo>
                  <a:cubicBezTo>
                    <a:pt x="74" y="8"/>
                    <a:pt x="71" y="6"/>
                    <a:pt x="66" y="6"/>
                  </a:cubicBezTo>
                  <a:cubicBezTo>
                    <a:pt x="67" y="4"/>
                    <a:pt x="67" y="4"/>
                    <a:pt x="67" y="4"/>
                  </a:cubicBezTo>
                  <a:cubicBezTo>
                    <a:pt x="71" y="5"/>
                    <a:pt x="74" y="6"/>
                    <a:pt x="76" y="7"/>
                  </a:cubicBezTo>
                  <a:cubicBezTo>
                    <a:pt x="78" y="7"/>
                    <a:pt x="78" y="7"/>
                    <a:pt x="79" y="7"/>
                  </a:cubicBezTo>
                  <a:cubicBezTo>
                    <a:pt x="79" y="6"/>
                    <a:pt x="78" y="4"/>
                    <a:pt x="80" y="4"/>
                  </a:cubicBezTo>
                  <a:cubicBezTo>
                    <a:pt x="75" y="2"/>
                    <a:pt x="70" y="0"/>
                    <a:pt x="64" y="0"/>
                  </a:cubicBezTo>
                  <a:cubicBezTo>
                    <a:pt x="61" y="0"/>
                    <a:pt x="58" y="0"/>
                    <a:pt x="55" y="1"/>
                  </a:cubicBezTo>
                  <a:cubicBezTo>
                    <a:pt x="52" y="2"/>
                    <a:pt x="49" y="4"/>
                    <a:pt x="47" y="6"/>
                  </a:cubicBezTo>
                  <a:cubicBezTo>
                    <a:pt x="46" y="6"/>
                    <a:pt x="46" y="7"/>
                    <a:pt x="45" y="8"/>
                  </a:cubicBezTo>
                  <a:cubicBezTo>
                    <a:pt x="43" y="10"/>
                    <a:pt x="43" y="10"/>
                    <a:pt x="43" y="10"/>
                  </a:cubicBezTo>
                  <a:cubicBezTo>
                    <a:pt x="40" y="13"/>
                    <a:pt x="40" y="13"/>
                    <a:pt x="40" y="13"/>
                  </a:cubicBezTo>
                  <a:cubicBezTo>
                    <a:pt x="16" y="44"/>
                    <a:pt x="16" y="44"/>
                    <a:pt x="16" y="44"/>
                  </a:cubicBezTo>
                  <a:cubicBezTo>
                    <a:pt x="10" y="52"/>
                    <a:pt x="10" y="52"/>
                    <a:pt x="10" y="52"/>
                  </a:cubicBezTo>
                  <a:cubicBezTo>
                    <a:pt x="8" y="54"/>
                    <a:pt x="8" y="54"/>
                    <a:pt x="8" y="54"/>
                  </a:cubicBezTo>
                  <a:cubicBezTo>
                    <a:pt x="8" y="55"/>
                    <a:pt x="8" y="55"/>
                    <a:pt x="8" y="55"/>
                  </a:cubicBezTo>
                  <a:cubicBezTo>
                    <a:pt x="7" y="56"/>
                    <a:pt x="7" y="56"/>
                    <a:pt x="7" y="56"/>
                  </a:cubicBezTo>
                  <a:cubicBezTo>
                    <a:pt x="6" y="57"/>
                    <a:pt x="5" y="59"/>
                    <a:pt x="4" y="61"/>
                  </a:cubicBezTo>
                  <a:cubicBezTo>
                    <a:pt x="2" y="64"/>
                    <a:pt x="1" y="68"/>
                    <a:pt x="0" y="73"/>
                  </a:cubicBezTo>
                  <a:cubicBezTo>
                    <a:pt x="0" y="77"/>
                    <a:pt x="0" y="81"/>
                    <a:pt x="2" y="85"/>
                  </a:cubicBezTo>
                  <a:cubicBezTo>
                    <a:pt x="3" y="89"/>
                    <a:pt x="6" y="92"/>
                    <a:pt x="8" y="95"/>
                  </a:cubicBezTo>
                  <a:cubicBezTo>
                    <a:pt x="9" y="96"/>
                    <a:pt x="9" y="96"/>
                    <a:pt x="10" y="97"/>
                  </a:cubicBezTo>
                  <a:cubicBezTo>
                    <a:pt x="11" y="97"/>
                    <a:pt x="11" y="98"/>
                    <a:pt x="11" y="98"/>
                  </a:cubicBezTo>
                  <a:cubicBezTo>
                    <a:pt x="12" y="98"/>
                    <a:pt x="13" y="99"/>
                    <a:pt x="14" y="99"/>
                  </a:cubicBezTo>
                  <a:cubicBezTo>
                    <a:pt x="16" y="100"/>
                    <a:pt x="18" y="101"/>
                    <a:pt x="20" y="102"/>
                  </a:cubicBezTo>
                  <a:cubicBezTo>
                    <a:pt x="23" y="103"/>
                    <a:pt x="27" y="104"/>
                    <a:pt x="31" y="103"/>
                  </a:cubicBezTo>
                  <a:cubicBezTo>
                    <a:pt x="35" y="103"/>
                    <a:pt x="40" y="102"/>
                    <a:pt x="44" y="100"/>
                  </a:cubicBezTo>
                  <a:cubicBezTo>
                    <a:pt x="46" y="99"/>
                    <a:pt x="47" y="98"/>
                    <a:pt x="49" y="96"/>
                  </a:cubicBezTo>
                  <a:cubicBezTo>
                    <a:pt x="49" y="95"/>
                    <a:pt x="50" y="95"/>
                    <a:pt x="50" y="95"/>
                  </a:cubicBezTo>
                  <a:cubicBezTo>
                    <a:pt x="51" y="94"/>
                    <a:pt x="51" y="94"/>
                    <a:pt x="51" y="94"/>
                  </a:cubicBezTo>
                  <a:cubicBezTo>
                    <a:pt x="52" y="92"/>
                    <a:pt x="52" y="92"/>
                    <a:pt x="52" y="92"/>
                  </a:cubicBezTo>
                  <a:cubicBezTo>
                    <a:pt x="58" y="84"/>
                    <a:pt x="58" y="84"/>
                    <a:pt x="58" y="84"/>
                  </a:cubicBezTo>
                  <a:cubicBezTo>
                    <a:pt x="71" y="69"/>
                    <a:pt x="71" y="69"/>
                    <a:pt x="71" y="69"/>
                  </a:cubicBezTo>
                  <a:cubicBezTo>
                    <a:pt x="55" y="88"/>
                    <a:pt x="55" y="88"/>
                    <a:pt x="55" y="88"/>
                  </a:cubicBezTo>
                  <a:cubicBezTo>
                    <a:pt x="51" y="93"/>
                    <a:pt x="51" y="93"/>
                    <a:pt x="51" y="93"/>
                  </a:cubicBezTo>
                  <a:cubicBezTo>
                    <a:pt x="50" y="94"/>
                    <a:pt x="50" y="94"/>
                    <a:pt x="50" y="94"/>
                  </a:cubicBezTo>
                  <a:cubicBezTo>
                    <a:pt x="49" y="95"/>
                    <a:pt x="49" y="95"/>
                    <a:pt x="49" y="95"/>
                  </a:cubicBezTo>
                  <a:cubicBezTo>
                    <a:pt x="49" y="95"/>
                    <a:pt x="49" y="95"/>
                    <a:pt x="49" y="96"/>
                  </a:cubicBezTo>
                  <a:cubicBezTo>
                    <a:pt x="48" y="97"/>
                    <a:pt x="47" y="98"/>
                    <a:pt x="45" y="99"/>
                  </a:cubicBezTo>
                  <a:cubicBezTo>
                    <a:pt x="41" y="102"/>
                    <a:pt x="35" y="103"/>
                    <a:pt x="30" y="103"/>
                  </a:cubicBezTo>
                  <a:cubicBezTo>
                    <a:pt x="25" y="103"/>
                    <a:pt x="20" y="102"/>
                    <a:pt x="16" y="100"/>
                  </a:cubicBezTo>
                  <a:cubicBezTo>
                    <a:pt x="15" y="99"/>
                    <a:pt x="14" y="99"/>
                    <a:pt x="12" y="98"/>
                  </a:cubicBezTo>
                  <a:cubicBezTo>
                    <a:pt x="12" y="98"/>
                    <a:pt x="11" y="97"/>
                    <a:pt x="11" y="97"/>
                  </a:cubicBezTo>
                  <a:cubicBezTo>
                    <a:pt x="10" y="97"/>
                    <a:pt x="10" y="97"/>
                    <a:pt x="10" y="97"/>
                  </a:cubicBezTo>
                  <a:cubicBezTo>
                    <a:pt x="10" y="96"/>
                    <a:pt x="10" y="96"/>
                    <a:pt x="10" y="96"/>
                  </a:cubicBezTo>
                  <a:cubicBezTo>
                    <a:pt x="10" y="96"/>
                    <a:pt x="9" y="96"/>
                    <a:pt x="9" y="95"/>
                  </a:cubicBezTo>
                  <a:cubicBezTo>
                    <a:pt x="7" y="93"/>
                    <a:pt x="6" y="91"/>
                    <a:pt x="4" y="89"/>
                  </a:cubicBezTo>
                  <a:cubicBezTo>
                    <a:pt x="2" y="84"/>
                    <a:pt x="1" y="79"/>
                    <a:pt x="1" y="74"/>
                  </a:cubicBezTo>
                  <a:cubicBezTo>
                    <a:pt x="1" y="69"/>
                    <a:pt x="3" y="64"/>
                    <a:pt x="5" y="59"/>
                  </a:cubicBezTo>
                  <a:cubicBezTo>
                    <a:pt x="5" y="59"/>
                    <a:pt x="5" y="60"/>
                    <a:pt x="6" y="59"/>
                  </a:cubicBezTo>
                  <a:cubicBezTo>
                    <a:pt x="3" y="64"/>
                    <a:pt x="2" y="69"/>
                    <a:pt x="2" y="74"/>
                  </a:cubicBezTo>
                  <a:cubicBezTo>
                    <a:pt x="2" y="79"/>
                    <a:pt x="3" y="84"/>
                    <a:pt x="5" y="89"/>
                  </a:cubicBezTo>
                  <a:cubicBezTo>
                    <a:pt x="6" y="90"/>
                    <a:pt x="7" y="91"/>
                    <a:pt x="7" y="92"/>
                  </a:cubicBezTo>
                  <a:cubicBezTo>
                    <a:pt x="8" y="92"/>
                    <a:pt x="8" y="93"/>
                    <a:pt x="9" y="93"/>
                  </a:cubicBezTo>
                  <a:cubicBezTo>
                    <a:pt x="9" y="94"/>
                    <a:pt x="9" y="94"/>
                    <a:pt x="9" y="94"/>
                  </a:cubicBezTo>
                  <a:cubicBezTo>
                    <a:pt x="9" y="94"/>
                    <a:pt x="10" y="94"/>
                    <a:pt x="10" y="95"/>
                  </a:cubicBezTo>
                  <a:cubicBezTo>
                    <a:pt x="10" y="95"/>
                    <a:pt x="11" y="95"/>
                    <a:pt x="11" y="96"/>
                  </a:cubicBezTo>
                  <a:cubicBezTo>
                    <a:pt x="12" y="96"/>
                    <a:pt x="12" y="96"/>
                    <a:pt x="12" y="96"/>
                  </a:cubicBezTo>
                  <a:cubicBezTo>
                    <a:pt x="12" y="97"/>
                    <a:pt x="13" y="97"/>
                    <a:pt x="13" y="97"/>
                  </a:cubicBezTo>
                  <a:cubicBezTo>
                    <a:pt x="14" y="98"/>
                    <a:pt x="16" y="99"/>
                    <a:pt x="17" y="99"/>
                  </a:cubicBezTo>
                  <a:cubicBezTo>
                    <a:pt x="21" y="101"/>
                    <a:pt x="26" y="102"/>
                    <a:pt x="31" y="102"/>
                  </a:cubicBezTo>
                  <a:cubicBezTo>
                    <a:pt x="36" y="102"/>
                    <a:pt x="41" y="101"/>
                    <a:pt x="46" y="97"/>
                  </a:cubicBezTo>
                  <a:cubicBezTo>
                    <a:pt x="47" y="96"/>
                    <a:pt x="48" y="96"/>
                    <a:pt x="49" y="94"/>
                  </a:cubicBezTo>
                  <a:cubicBezTo>
                    <a:pt x="51" y="92"/>
                    <a:pt x="51" y="92"/>
                    <a:pt x="51" y="92"/>
                  </a:cubicBezTo>
                  <a:cubicBezTo>
                    <a:pt x="55" y="87"/>
                    <a:pt x="55" y="87"/>
                    <a:pt x="55" y="87"/>
                  </a:cubicBezTo>
                  <a:cubicBezTo>
                    <a:pt x="60" y="81"/>
                    <a:pt x="66" y="74"/>
                    <a:pt x="71" y="68"/>
                  </a:cubicBezTo>
                  <a:cubicBezTo>
                    <a:pt x="72" y="68"/>
                    <a:pt x="72" y="68"/>
                    <a:pt x="72" y="68"/>
                  </a:cubicBezTo>
                  <a:cubicBezTo>
                    <a:pt x="83" y="55"/>
                    <a:pt x="83" y="55"/>
                    <a:pt x="83" y="55"/>
                  </a:cubicBezTo>
                  <a:cubicBezTo>
                    <a:pt x="86" y="51"/>
                    <a:pt x="86" y="51"/>
                    <a:pt x="86" y="51"/>
                  </a:cubicBezTo>
                  <a:cubicBezTo>
                    <a:pt x="88" y="49"/>
                    <a:pt x="88" y="49"/>
                    <a:pt x="88" y="49"/>
                  </a:cubicBezTo>
                  <a:cubicBezTo>
                    <a:pt x="88" y="48"/>
                    <a:pt x="88" y="48"/>
                    <a:pt x="88" y="48"/>
                  </a:cubicBezTo>
                  <a:cubicBezTo>
                    <a:pt x="89" y="48"/>
                    <a:pt x="89" y="48"/>
                    <a:pt x="89" y="47"/>
                  </a:cubicBezTo>
                  <a:cubicBezTo>
                    <a:pt x="92" y="44"/>
                    <a:pt x="93" y="41"/>
                    <a:pt x="95" y="37"/>
                  </a:cubicBezTo>
                  <a:cubicBezTo>
                    <a:pt x="97" y="31"/>
                    <a:pt x="96" y="25"/>
                    <a:pt x="94" y="20"/>
                  </a:cubicBezTo>
                  <a:cubicBezTo>
                    <a:pt x="95" y="26"/>
                    <a:pt x="94" y="32"/>
                    <a:pt x="92" y="37"/>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6" name="Google Shape;256;p15"/>
            <p:cNvSpPr/>
            <p:nvPr/>
          </p:nvSpPr>
          <p:spPr>
            <a:xfrm>
              <a:off x="5175251" y="1671638"/>
              <a:ext cx="4763" cy="3175"/>
            </a:xfrm>
            <a:custGeom>
              <a:rect b="b" l="l" r="r" t="t"/>
              <a:pathLst>
                <a:path extrusionOk="0" h="1" w="1">
                  <a:moveTo>
                    <a:pt x="0" y="0"/>
                  </a:moveTo>
                  <a:cubicBezTo>
                    <a:pt x="0" y="1"/>
                    <a:pt x="1" y="1"/>
                    <a:pt x="1" y="1"/>
                  </a:cubicBezTo>
                  <a:cubicBezTo>
                    <a:pt x="1" y="1"/>
                    <a:pt x="0" y="1"/>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7" name="Google Shape;257;p15"/>
            <p:cNvSpPr/>
            <p:nvPr/>
          </p:nvSpPr>
          <p:spPr>
            <a:xfrm>
              <a:off x="5160963" y="1660526"/>
              <a:ext cx="3175" cy="3175"/>
            </a:xfrm>
            <a:custGeom>
              <a:rect b="b" l="l" r="r" t="t"/>
              <a:pathLst>
                <a:path extrusionOk="0" h="1" w="1">
                  <a:moveTo>
                    <a:pt x="1" y="1"/>
                  </a:moveTo>
                  <a:cubicBezTo>
                    <a:pt x="1" y="0"/>
                    <a:pt x="0" y="0"/>
                    <a:pt x="0" y="0"/>
                  </a:cubicBezTo>
                  <a:cubicBezTo>
                    <a:pt x="0" y="0"/>
                    <a:pt x="0" y="0"/>
                    <a:pt x="0" y="0"/>
                  </a:cubicBezTo>
                  <a:cubicBezTo>
                    <a:pt x="1" y="0"/>
                    <a:pt x="1" y="1"/>
                    <a:pt x="1" y="1"/>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8" name="Google Shape;258;p15"/>
            <p:cNvSpPr/>
            <p:nvPr/>
          </p:nvSpPr>
          <p:spPr>
            <a:xfrm>
              <a:off x="5180013" y="1674813"/>
              <a:ext cx="11113" cy="4763"/>
            </a:xfrm>
            <a:custGeom>
              <a:rect b="b" l="l" r="r" t="t"/>
              <a:pathLst>
                <a:path extrusionOk="0" h="1" w="3">
                  <a:moveTo>
                    <a:pt x="0" y="0"/>
                  </a:moveTo>
                  <a:cubicBezTo>
                    <a:pt x="1" y="1"/>
                    <a:pt x="2" y="1"/>
                    <a:pt x="3" y="1"/>
                  </a:cubicBezTo>
                  <a:cubicBezTo>
                    <a:pt x="2" y="1"/>
                    <a:pt x="1" y="1"/>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59" name="Google Shape;259;p15"/>
            <p:cNvSpPr/>
            <p:nvPr/>
          </p:nvSpPr>
          <p:spPr>
            <a:xfrm>
              <a:off x="5164138" y="1663701"/>
              <a:ext cx="7938" cy="4763"/>
            </a:xfrm>
            <a:custGeom>
              <a:rect b="b" l="l" r="r" t="t"/>
              <a:pathLst>
                <a:path extrusionOk="0" h="1" w="2">
                  <a:moveTo>
                    <a:pt x="2" y="1"/>
                  </a:moveTo>
                  <a:cubicBezTo>
                    <a:pt x="1" y="1"/>
                    <a:pt x="0" y="0"/>
                    <a:pt x="0" y="0"/>
                  </a:cubicBezTo>
                  <a:cubicBezTo>
                    <a:pt x="0" y="0"/>
                    <a:pt x="0" y="0"/>
                    <a:pt x="1" y="1"/>
                  </a:cubicBezTo>
                  <a:cubicBezTo>
                    <a:pt x="1" y="1"/>
                    <a:pt x="1" y="1"/>
                    <a:pt x="2" y="1"/>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0" name="Google Shape;260;p15"/>
            <p:cNvSpPr/>
            <p:nvPr/>
          </p:nvSpPr>
          <p:spPr>
            <a:xfrm>
              <a:off x="5172076" y="1668463"/>
              <a:ext cx="3175" cy="3175"/>
            </a:xfrm>
            <a:custGeom>
              <a:rect b="b" l="l" r="r" t="t"/>
              <a:pathLst>
                <a:path extrusionOk="0" h="1" w="1">
                  <a:moveTo>
                    <a:pt x="0" y="0"/>
                  </a:moveTo>
                  <a:cubicBezTo>
                    <a:pt x="0" y="1"/>
                    <a:pt x="1" y="1"/>
                    <a:pt x="1" y="1"/>
                  </a:cubicBezTo>
                  <a:cubicBezTo>
                    <a:pt x="1" y="1"/>
                    <a:pt x="0" y="1"/>
                    <a:pt x="0" y="0"/>
                  </a:cubicBezTo>
                  <a:close/>
                </a:path>
              </a:pathLst>
            </a:custGeom>
            <a:solidFill>
              <a:srgbClr val="8DA9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1" name="Google Shape;261;p15"/>
            <p:cNvSpPr/>
            <p:nvPr/>
          </p:nvSpPr>
          <p:spPr>
            <a:xfrm>
              <a:off x="4987926" y="1218969"/>
              <a:ext cx="360363" cy="398462"/>
            </a:xfrm>
            <a:custGeom>
              <a:rect b="b" l="l" r="r" t="t"/>
              <a:pathLst>
                <a:path extrusionOk="0" h="106" w="96">
                  <a:moveTo>
                    <a:pt x="14" y="58"/>
                  </a:moveTo>
                  <a:cubicBezTo>
                    <a:pt x="26" y="73"/>
                    <a:pt x="26" y="73"/>
                    <a:pt x="26" y="73"/>
                  </a:cubicBezTo>
                  <a:cubicBezTo>
                    <a:pt x="38" y="88"/>
                    <a:pt x="38" y="88"/>
                    <a:pt x="38" y="88"/>
                  </a:cubicBezTo>
                  <a:cubicBezTo>
                    <a:pt x="44" y="95"/>
                    <a:pt x="44" y="95"/>
                    <a:pt x="44" y="95"/>
                  </a:cubicBezTo>
                  <a:cubicBezTo>
                    <a:pt x="45" y="97"/>
                    <a:pt x="45" y="97"/>
                    <a:pt x="45" y="97"/>
                  </a:cubicBezTo>
                  <a:cubicBezTo>
                    <a:pt x="46" y="97"/>
                    <a:pt x="46" y="98"/>
                    <a:pt x="46" y="98"/>
                  </a:cubicBezTo>
                  <a:cubicBezTo>
                    <a:pt x="46" y="98"/>
                    <a:pt x="45" y="97"/>
                    <a:pt x="45" y="97"/>
                  </a:cubicBezTo>
                  <a:cubicBezTo>
                    <a:pt x="44" y="95"/>
                    <a:pt x="44" y="95"/>
                    <a:pt x="44" y="95"/>
                  </a:cubicBezTo>
                  <a:cubicBezTo>
                    <a:pt x="42" y="93"/>
                    <a:pt x="42" y="93"/>
                    <a:pt x="42" y="93"/>
                  </a:cubicBezTo>
                  <a:cubicBezTo>
                    <a:pt x="35" y="83"/>
                    <a:pt x="35" y="83"/>
                    <a:pt x="35" y="83"/>
                  </a:cubicBezTo>
                  <a:cubicBezTo>
                    <a:pt x="19" y="64"/>
                    <a:pt x="19" y="64"/>
                    <a:pt x="19" y="64"/>
                  </a:cubicBezTo>
                  <a:cubicBezTo>
                    <a:pt x="12" y="55"/>
                    <a:pt x="12" y="55"/>
                    <a:pt x="12" y="55"/>
                  </a:cubicBezTo>
                  <a:cubicBezTo>
                    <a:pt x="8" y="50"/>
                    <a:pt x="8" y="50"/>
                    <a:pt x="8" y="50"/>
                  </a:cubicBezTo>
                  <a:cubicBezTo>
                    <a:pt x="6" y="48"/>
                    <a:pt x="5" y="46"/>
                    <a:pt x="4" y="44"/>
                  </a:cubicBezTo>
                  <a:cubicBezTo>
                    <a:pt x="2" y="39"/>
                    <a:pt x="0" y="34"/>
                    <a:pt x="0" y="29"/>
                  </a:cubicBezTo>
                  <a:cubicBezTo>
                    <a:pt x="0" y="27"/>
                    <a:pt x="0" y="24"/>
                    <a:pt x="1" y="21"/>
                  </a:cubicBezTo>
                  <a:cubicBezTo>
                    <a:pt x="2" y="18"/>
                    <a:pt x="3" y="16"/>
                    <a:pt x="5" y="13"/>
                  </a:cubicBezTo>
                  <a:cubicBezTo>
                    <a:pt x="5" y="14"/>
                    <a:pt x="4" y="15"/>
                    <a:pt x="6" y="14"/>
                  </a:cubicBezTo>
                  <a:cubicBezTo>
                    <a:pt x="4" y="16"/>
                    <a:pt x="3" y="18"/>
                    <a:pt x="2" y="21"/>
                  </a:cubicBezTo>
                  <a:cubicBezTo>
                    <a:pt x="1" y="24"/>
                    <a:pt x="1" y="27"/>
                    <a:pt x="1" y="29"/>
                  </a:cubicBezTo>
                  <a:cubicBezTo>
                    <a:pt x="1" y="34"/>
                    <a:pt x="3" y="39"/>
                    <a:pt x="5" y="43"/>
                  </a:cubicBezTo>
                  <a:cubicBezTo>
                    <a:pt x="6" y="46"/>
                    <a:pt x="7" y="48"/>
                    <a:pt x="9" y="50"/>
                  </a:cubicBezTo>
                  <a:cubicBezTo>
                    <a:pt x="13" y="54"/>
                    <a:pt x="13" y="54"/>
                    <a:pt x="13" y="54"/>
                  </a:cubicBezTo>
                  <a:cubicBezTo>
                    <a:pt x="20" y="64"/>
                    <a:pt x="20" y="64"/>
                    <a:pt x="20" y="64"/>
                  </a:cubicBezTo>
                  <a:cubicBezTo>
                    <a:pt x="25" y="71"/>
                    <a:pt x="30" y="77"/>
                    <a:pt x="36" y="84"/>
                  </a:cubicBezTo>
                  <a:cubicBezTo>
                    <a:pt x="38" y="87"/>
                    <a:pt x="41" y="90"/>
                    <a:pt x="43" y="93"/>
                  </a:cubicBezTo>
                  <a:cubicBezTo>
                    <a:pt x="45" y="96"/>
                    <a:pt x="45" y="96"/>
                    <a:pt x="45" y="96"/>
                  </a:cubicBezTo>
                  <a:cubicBezTo>
                    <a:pt x="46" y="96"/>
                    <a:pt x="46" y="96"/>
                    <a:pt x="46" y="96"/>
                  </a:cubicBezTo>
                  <a:cubicBezTo>
                    <a:pt x="46" y="97"/>
                    <a:pt x="47" y="97"/>
                    <a:pt x="47" y="97"/>
                  </a:cubicBezTo>
                  <a:cubicBezTo>
                    <a:pt x="47" y="98"/>
                    <a:pt x="48" y="98"/>
                    <a:pt x="48" y="99"/>
                  </a:cubicBezTo>
                  <a:cubicBezTo>
                    <a:pt x="51" y="101"/>
                    <a:pt x="53" y="102"/>
                    <a:pt x="56" y="103"/>
                  </a:cubicBezTo>
                  <a:cubicBezTo>
                    <a:pt x="55" y="104"/>
                    <a:pt x="55" y="104"/>
                    <a:pt x="55" y="104"/>
                  </a:cubicBezTo>
                  <a:cubicBezTo>
                    <a:pt x="59" y="106"/>
                    <a:pt x="63" y="106"/>
                    <a:pt x="67" y="106"/>
                  </a:cubicBezTo>
                  <a:cubicBezTo>
                    <a:pt x="71" y="106"/>
                    <a:pt x="75" y="105"/>
                    <a:pt x="78" y="103"/>
                  </a:cubicBezTo>
                  <a:cubicBezTo>
                    <a:pt x="80" y="102"/>
                    <a:pt x="82" y="101"/>
                    <a:pt x="84" y="100"/>
                  </a:cubicBezTo>
                  <a:cubicBezTo>
                    <a:pt x="84" y="100"/>
                    <a:pt x="85" y="99"/>
                    <a:pt x="86" y="98"/>
                  </a:cubicBezTo>
                  <a:cubicBezTo>
                    <a:pt x="86" y="98"/>
                    <a:pt x="87" y="98"/>
                    <a:pt x="87" y="97"/>
                  </a:cubicBezTo>
                  <a:cubicBezTo>
                    <a:pt x="88" y="97"/>
                    <a:pt x="88" y="97"/>
                    <a:pt x="88" y="96"/>
                  </a:cubicBezTo>
                  <a:cubicBezTo>
                    <a:pt x="91" y="93"/>
                    <a:pt x="93" y="90"/>
                    <a:pt x="95" y="86"/>
                  </a:cubicBezTo>
                  <a:cubicBezTo>
                    <a:pt x="96" y="82"/>
                    <a:pt x="96" y="79"/>
                    <a:pt x="95" y="76"/>
                  </a:cubicBezTo>
                  <a:cubicBezTo>
                    <a:pt x="95" y="73"/>
                    <a:pt x="94" y="71"/>
                    <a:pt x="93" y="69"/>
                  </a:cubicBezTo>
                  <a:cubicBezTo>
                    <a:pt x="95" y="74"/>
                    <a:pt x="95" y="80"/>
                    <a:pt x="92" y="86"/>
                  </a:cubicBezTo>
                  <a:cubicBezTo>
                    <a:pt x="91" y="89"/>
                    <a:pt x="90" y="91"/>
                    <a:pt x="88" y="93"/>
                  </a:cubicBezTo>
                  <a:cubicBezTo>
                    <a:pt x="87" y="94"/>
                    <a:pt x="86" y="95"/>
                    <a:pt x="85" y="96"/>
                  </a:cubicBezTo>
                  <a:cubicBezTo>
                    <a:pt x="84" y="97"/>
                    <a:pt x="83" y="98"/>
                    <a:pt x="81" y="99"/>
                  </a:cubicBezTo>
                  <a:cubicBezTo>
                    <a:pt x="76" y="102"/>
                    <a:pt x="71" y="103"/>
                    <a:pt x="65" y="103"/>
                  </a:cubicBezTo>
                  <a:cubicBezTo>
                    <a:pt x="62" y="103"/>
                    <a:pt x="60" y="103"/>
                    <a:pt x="57" y="102"/>
                  </a:cubicBezTo>
                  <a:cubicBezTo>
                    <a:pt x="54" y="101"/>
                    <a:pt x="51" y="100"/>
                    <a:pt x="49" y="97"/>
                  </a:cubicBezTo>
                  <a:cubicBezTo>
                    <a:pt x="48" y="96"/>
                    <a:pt x="47" y="95"/>
                    <a:pt x="46" y="94"/>
                  </a:cubicBezTo>
                  <a:cubicBezTo>
                    <a:pt x="44" y="91"/>
                    <a:pt x="44" y="91"/>
                    <a:pt x="44" y="91"/>
                  </a:cubicBezTo>
                  <a:cubicBezTo>
                    <a:pt x="40" y="86"/>
                    <a:pt x="40" y="86"/>
                    <a:pt x="40" y="86"/>
                  </a:cubicBezTo>
                  <a:cubicBezTo>
                    <a:pt x="31" y="74"/>
                    <a:pt x="31" y="74"/>
                    <a:pt x="31" y="74"/>
                  </a:cubicBezTo>
                  <a:cubicBezTo>
                    <a:pt x="13" y="52"/>
                    <a:pt x="13" y="52"/>
                    <a:pt x="13" y="52"/>
                  </a:cubicBezTo>
                  <a:cubicBezTo>
                    <a:pt x="23" y="64"/>
                    <a:pt x="35" y="78"/>
                    <a:pt x="44" y="91"/>
                  </a:cubicBezTo>
                  <a:cubicBezTo>
                    <a:pt x="47" y="94"/>
                    <a:pt x="47" y="94"/>
                    <a:pt x="47" y="94"/>
                  </a:cubicBezTo>
                  <a:cubicBezTo>
                    <a:pt x="47" y="95"/>
                    <a:pt x="48" y="96"/>
                    <a:pt x="48" y="96"/>
                  </a:cubicBezTo>
                  <a:cubicBezTo>
                    <a:pt x="49" y="97"/>
                    <a:pt x="49" y="98"/>
                    <a:pt x="50" y="98"/>
                  </a:cubicBezTo>
                  <a:cubicBezTo>
                    <a:pt x="53" y="100"/>
                    <a:pt x="56" y="102"/>
                    <a:pt x="59" y="103"/>
                  </a:cubicBezTo>
                  <a:cubicBezTo>
                    <a:pt x="63" y="103"/>
                    <a:pt x="66" y="103"/>
                    <a:pt x="69" y="103"/>
                  </a:cubicBezTo>
                  <a:cubicBezTo>
                    <a:pt x="72" y="103"/>
                    <a:pt x="75" y="102"/>
                    <a:pt x="78" y="101"/>
                  </a:cubicBezTo>
                  <a:cubicBezTo>
                    <a:pt x="81" y="99"/>
                    <a:pt x="83" y="97"/>
                    <a:pt x="86" y="95"/>
                  </a:cubicBezTo>
                  <a:cubicBezTo>
                    <a:pt x="88" y="93"/>
                    <a:pt x="90" y="90"/>
                    <a:pt x="91" y="87"/>
                  </a:cubicBezTo>
                  <a:cubicBezTo>
                    <a:pt x="94" y="81"/>
                    <a:pt x="94" y="75"/>
                    <a:pt x="92" y="69"/>
                  </a:cubicBezTo>
                  <a:cubicBezTo>
                    <a:pt x="92" y="68"/>
                    <a:pt x="91" y="66"/>
                    <a:pt x="91" y="65"/>
                  </a:cubicBezTo>
                  <a:cubicBezTo>
                    <a:pt x="90" y="64"/>
                    <a:pt x="89" y="62"/>
                    <a:pt x="88" y="61"/>
                  </a:cubicBezTo>
                  <a:cubicBezTo>
                    <a:pt x="86" y="60"/>
                    <a:pt x="84" y="59"/>
                    <a:pt x="83" y="59"/>
                  </a:cubicBezTo>
                  <a:cubicBezTo>
                    <a:pt x="83" y="60"/>
                    <a:pt x="83" y="60"/>
                    <a:pt x="83" y="61"/>
                  </a:cubicBezTo>
                  <a:cubicBezTo>
                    <a:pt x="83" y="62"/>
                    <a:pt x="84" y="64"/>
                    <a:pt x="84" y="66"/>
                  </a:cubicBezTo>
                  <a:cubicBezTo>
                    <a:pt x="85" y="67"/>
                    <a:pt x="86" y="69"/>
                    <a:pt x="86" y="70"/>
                  </a:cubicBezTo>
                  <a:cubicBezTo>
                    <a:pt x="87" y="71"/>
                    <a:pt x="87" y="72"/>
                    <a:pt x="87" y="72"/>
                  </a:cubicBezTo>
                  <a:cubicBezTo>
                    <a:pt x="86" y="73"/>
                    <a:pt x="86" y="73"/>
                    <a:pt x="85" y="73"/>
                  </a:cubicBezTo>
                  <a:cubicBezTo>
                    <a:pt x="86" y="76"/>
                    <a:pt x="86" y="79"/>
                    <a:pt x="85" y="82"/>
                  </a:cubicBezTo>
                  <a:cubicBezTo>
                    <a:pt x="84" y="85"/>
                    <a:pt x="82" y="88"/>
                    <a:pt x="80" y="90"/>
                  </a:cubicBezTo>
                  <a:cubicBezTo>
                    <a:pt x="75" y="94"/>
                    <a:pt x="68" y="96"/>
                    <a:pt x="62" y="95"/>
                  </a:cubicBezTo>
                  <a:cubicBezTo>
                    <a:pt x="60" y="95"/>
                    <a:pt x="58" y="94"/>
                    <a:pt x="57" y="93"/>
                  </a:cubicBezTo>
                  <a:cubicBezTo>
                    <a:pt x="56" y="93"/>
                    <a:pt x="55" y="92"/>
                    <a:pt x="55" y="92"/>
                  </a:cubicBezTo>
                  <a:cubicBezTo>
                    <a:pt x="54" y="91"/>
                    <a:pt x="54" y="91"/>
                    <a:pt x="54" y="91"/>
                  </a:cubicBezTo>
                  <a:cubicBezTo>
                    <a:pt x="54" y="90"/>
                    <a:pt x="53" y="90"/>
                    <a:pt x="53" y="90"/>
                  </a:cubicBezTo>
                  <a:cubicBezTo>
                    <a:pt x="53" y="89"/>
                    <a:pt x="53" y="89"/>
                    <a:pt x="53" y="89"/>
                  </a:cubicBezTo>
                  <a:cubicBezTo>
                    <a:pt x="44" y="79"/>
                    <a:pt x="44" y="79"/>
                    <a:pt x="44" y="79"/>
                  </a:cubicBezTo>
                  <a:cubicBezTo>
                    <a:pt x="39" y="71"/>
                    <a:pt x="33" y="64"/>
                    <a:pt x="28" y="57"/>
                  </a:cubicBezTo>
                  <a:cubicBezTo>
                    <a:pt x="34" y="64"/>
                    <a:pt x="39" y="72"/>
                    <a:pt x="45" y="79"/>
                  </a:cubicBezTo>
                  <a:cubicBezTo>
                    <a:pt x="53" y="89"/>
                    <a:pt x="53" y="89"/>
                    <a:pt x="53" y="89"/>
                  </a:cubicBezTo>
                  <a:cubicBezTo>
                    <a:pt x="53" y="90"/>
                    <a:pt x="54" y="90"/>
                    <a:pt x="54" y="91"/>
                  </a:cubicBezTo>
                  <a:cubicBezTo>
                    <a:pt x="54" y="91"/>
                    <a:pt x="54" y="91"/>
                    <a:pt x="55" y="92"/>
                  </a:cubicBezTo>
                  <a:cubicBezTo>
                    <a:pt x="55" y="92"/>
                    <a:pt x="56" y="93"/>
                    <a:pt x="57" y="93"/>
                  </a:cubicBezTo>
                  <a:cubicBezTo>
                    <a:pt x="58" y="94"/>
                    <a:pt x="60" y="95"/>
                    <a:pt x="62" y="95"/>
                  </a:cubicBezTo>
                  <a:cubicBezTo>
                    <a:pt x="68" y="96"/>
                    <a:pt x="75" y="94"/>
                    <a:pt x="79" y="90"/>
                  </a:cubicBezTo>
                  <a:cubicBezTo>
                    <a:pt x="82" y="87"/>
                    <a:pt x="83" y="85"/>
                    <a:pt x="84" y="82"/>
                  </a:cubicBezTo>
                  <a:cubicBezTo>
                    <a:pt x="85" y="79"/>
                    <a:pt x="85" y="76"/>
                    <a:pt x="84" y="72"/>
                  </a:cubicBezTo>
                  <a:cubicBezTo>
                    <a:pt x="83" y="72"/>
                    <a:pt x="83" y="72"/>
                    <a:pt x="83" y="75"/>
                  </a:cubicBezTo>
                  <a:cubicBezTo>
                    <a:pt x="83" y="77"/>
                    <a:pt x="83" y="81"/>
                    <a:pt x="81" y="84"/>
                  </a:cubicBezTo>
                  <a:cubicBezTo>
                    <a:pt x="80" y="85"/>
                    <a:pt x="80" y="86"/>
                    <a:pt x="79" y="87"/>
                  </a:cubicBezTo>
                  <a:cubicBezTo>
                    <a:pt x="79" y="88"/>
                    <a:pt x="78" y="88"/>
                    <a:pt x="78" y="88"/>
                  </a:cubicBezTo>
                  <a:cubicBezTo>
                    <a:pt x="78" y="89"/>
                    <a:pt x="77" y="89"/>
                    <a:pt x="77" y="89"/>
                  </a:cubicBezTo>
                  <a:cubicBezTo>
                    <a:pt x="75" y="91"/>
                    <a:pt x="73" y="92"/>
                    <a:pt x="72" y="92"/>
                  </a:cubicBezTo>
                  <a:cubicBezTo>
                    <a:pt x="69" y="93"/>
                    <a:pt x="67" y="93"/>
                    <a:pt x="64" y="93"/>
                  </a:cubicBezTo>
                  <a:cubicBezTo>
                    <a:pt x="62" y="93"/>
                    <a:pt x="60" y="92"/>
                    <a:pt x="58" y="91"/>
                  </a:cubicBezTo>
                  <a:cubicBezTo>
                    <a:pt x="57" y="90"/>
                    <a:pt x="56" y="90"/>
                    <a:pt x="56" y="89"/>
                  </a:cubicBezTo>
                  <a:cubicBezTo>
                    <a:pt x="53" y="85"/>
                    <a:pt x="53" y="85"/>
                    <a:pt x="53" y="85"/>
                  </a:cubicBezTo>
                  <a:cubicBezTo>
                    <a:pt x="47" y="78"/>
                    <a:pt x="47" y="78"/>
                    <a:pt x="47" y="78"/>
                  </a:cubicBezTo>
                  <a:cubicBezTo>
                    <a:pt x="39" y="67"/>
                    <a:pt x="31" y="57"/>
                    <a:pt x="23" y="47"/>
                  </a:cubicBezTo>
                  <a:cubicBezTo>
                    <a:pt x="19" y="42"/>
                    <a:pt x="19" y="42"/>
                    <a:pt x="19" y="42"/>
                  </a:cubicBezTo>
                  <a:cubicBezTo>
                    <a:pt x="19" y="41"/>
                    <a:pt x="18" y="41"/>
                    <a:pt x="18" y="41"/>
                  </a:cubicBezTo>
                  <a:cubicBezTo>
                    <a:pt x="18" y="40"/>
                    <a:pt x="18" y="40"/>
                    <a:pt x="18" y="40"/>
                  </a:cubicBezTo>
                  <a:cubicBezTo>
                    <a:pt x="17" y="39"/>
                    <a:pt x="17" y="38"/>
                    <a:pt x="16" y="37"/>
                  </a:cubicBezTo>
                  <a:cubicBezTo>
                    <a:pt x="15" y="34"/>
                    <a:pt x="14" y="31"/>
                    <a:pt x="14" y="28"/>
                  </a:cubicBezTo>
                  <a:cubicBezTo>
                    <a:pt x="14" y="25"/>
                    <a:pt x="15" y="23"/>
                    <a:pt x="17" y="21"/>
                  </a:cubicBezTo>
                  <a:cubicBezTo>
                    <a:pt x="17" y="21"/>
                    <a:pt x="17" y="20"/>
                    <a:pt x="18" y="20"/>
                  </a:cubicBezTo>
                  <a:cubicBezTo>
                    <a:pt x="18" y="20"/>
                    <a:pt x="18" y="20"/>
                    <a:pt x="19" y="19"/>
                  </a:cubicBezTo>
                  <a:cubicBezTo>
                    <a:pt x="19" y="19"/>
                    <a:pt x="20" y="18"/>
                    <a:pt x="21" y="18"/>
                  </a:cubicBezTo>
                  <a:cubicBezTo>
                    <a:pt x="22" y="17"/>
                    <a:pt x="24" y="16"/>
                    <a:pt x="26" y="16"/>
                  </a:cubicBezTo>
                  <a:cubicBezTo>
                    <a:pt x="28" y="15"/>
                    <a:pt x="30" y="15"/>
                    <a:pt x="32" y="15"/>
                  </a:cubicBezTo>
                  <a:cubicBezTo>
                    <a:pt x="34" y="15"/>
                    <a:pt x="36" y="16"/>
                    <a:pt x="37" y="17"/>
                  </a:cubicBezTo>
                  <a:cubicBezTo>
                    <a:pt x="38" y="17"/>
                    <a:pt x="38" y="17"/>
                    <a:pt x="38" y="18"/>
                  </a:cubicBezTo>
                  <a:cubicBezTo>
                    <a:pt x="39" y="18"/>
                    <a:pt x="39" y="18"/>
                    <a:pt x="39" y="18"/>
                  </a:cubicBezTo>
                  <a:cubicBezTo>
                    <a:pt x="39" y="19"/>
                    <a:pt x="39" y="19"/>
                    <a:pt x="39" y="19"/>
                  </a:cubicBezTo>
                  <a:cubicBezTo>
                    <a:pt x="42" y="22"/>
                    <a:pt x="42" y="22"/>
                    <a:pt x="42" y="22"/>
                  </a:cubicBezTo>
                  <a:cubicBezTo>
                    <a:pt x="48" y="30"/>
                    <a:pt x="48" y="30"/>
                    <a:pt x="48" y="30"/>
                  </a:cubicBezTo>
                  <a:cubicBezTo>
                    <a:pt x="56" y="40"/>
                    <a:pt x="63" y="49"/>
                    <a:pt x="70" y="57"/>
                  </a:cubicBezTo>
                  <a:cubicBezTo>
                    <a:pt x="82" y="70"/>
                    <a:pt x="82" y="62"/>
                    <a:pt x="72" y="47"/>
                  </a:cubicBezTo>
                  <a:cubicBezTo>
                    <a:pt x="72" y="46"/>
                    <a:pt x="72" y="46"/>
                    <a:pt x="72" y="46"/>
                  </a:cubicBezTo>
                  <a:cubicBezTo>
                    <a:pt x="83" y="61"/>
                    <a:pt x="80" y="52"/>
                    <a:pt x="83" y="53"/>
                  </a:cubicBezTo>
                  <a:cubicBezTo>
                    <a:pt x="77" y="45"/>
                    <a:pt x="72" y="38"/>
                    <a:pt x="67" y="30"/>
                  </a:cubicBezTo>
                  <a:cubicBezTo>
                    <a:pt x="61" y="23"/>
                    <a:pt x="61" y="23"/>
                    <a:pt x="61" y="23"/>
                  </a:cubicBezTo>
                  <a:cubicBezTo>
                    <a:pt x="55" y="16"/>
                    <a:pt x="55" y="16"/>
                    <a:pt x="55" y="16"/>
                  </a:cubicBezTo>
                  <a:cubicBezTo>
                    <a:pt x="52" y="12"/>
                    <a:pt x="52" y="12"/>
                    <a:pt x="52" y="12"/>
                  </a:cubicBezTo>
                  <a:cubicBezTo>
                    <a:pt x="50" y="10"/>
                    <a:pt x="50" y="10"/>
                    <a:pt x="50" y="10"/>
                  </a:cubicBezTo>
                  <a:cubicBezTo>
                    <a:pt x="50" y="9"/>
                    <a:pt x="49" y="8"/>
                    <a:pt x="48" y="7"/>
                  </a:cubicBezTo>
                  <a:cubicBezTo>
                    <a:pt x="45" y="4"/>
                    <a:pt x="40" y="2"/>
                    <a:pt x="36" y="1"/>
                  </a:cubicBezTo>
                  <a:cubicBezTo>
                    <a:pt x="31" y="0"/>
                    <a:pt x="27" y="1"/>
                    <a:pt x="23" y="2"/>
                  </a:cubicBezTo>
                  <a:cubicBezTo>
                    <a:pt x="19" y="3"/>
                    <a:pt x="16" y="4"/>
                    <a:pt x="12" y="6"/>
                  </a:cubicBezTo>
                  <a:cubicBezTo>
                    <a:pt x="11" y="7"/>
                    <a:pt x="11" y="7"/>
                    <a:pt x="10" y="8"/>
                  </a:cubicBezTo>
                  <a:cubicBezTo>
                    <a:pt x="9" y="8"/>
                    <a:pt x="9" y="9"/>
                    <a:pt x="9" y="9"/>
                  </a:cubicBezTo>
                  <a:cubicBezTo>
                    <a:pt x="8" y="9"/>
                    <a:pt x="8" y="10"/>
                    <a:pt x="7" y="10"/>
                  </a:cubicBezTo>
                  <a:cubicBezTo>
                    <a:pt x="6" y="12"/>
                    <a:pt x="4" y="13"/>
                    <a:pt x="3" y="15"/>
                  </a:cubicBezTo>
                  <a:cubicBezTo>
                    <a:pt x="1" y="19"/>
                    <a:pt x="0" y="24"/>
                    <a:pt x="0" y="28"/>
                  </a:cubicBezTo>
                  <a:cubicBezTo>
                    <a:pt x="0" y="32"/>
                    <a:pt x="0" y="36"/>
                    <a:pt x="2" y="40"/>
                  </a:cubicBezTo>
                  <a:cubicBezTo>
                    <a:pt x="3" y="43"/>
                    <a:pt x="5" y="47"/>
                    <a:pt x="7" y="50"/>
                  </a:cubicBezTo>
                  <a:lnTo>
                    <a:pt x="14" y="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2" name="Google Shape;262;p15"/>
            <p:cNvSpPr/>
            <p:nvPr/>
          </p:nvSpPr>
          <p:spPr>
            <a:xfrm>
              <a:off x="5984876" y="929668"/>
              <a:ext cx="222250" cy="431800"/>
            </a:xfrm>
            <a:custGeom>
              <a:rect b="b" l="l" r="r" t="t"/>
              <a:pathLst>
                <a:path extrusionOk="0" h="115" w="59">
                  <a:moveTo>
                    <a:pt x="0" y="83"/>
                  </a:moveTo>
                  <a:cubicBezTo>
                    <a:pt x="0" y="85"/>
                    <a:pt x="0" y="85"/>
                    <a:pt x="0" y="85"/>
                  </a:cubicBezTo>
                  <a:cubicBezTo>
                    <a:pt x="0" y="87"/>
                    <a:pt x="0" y="87"/>
                    <a:pt x="0" y="87"/>
                  </a:cubicBezTo>
                  <a:cubicBezTo>
                    <a:pt x="0" y="87"/>
                    <a:pt x="0" y="88"/>
                    <a:pt x="0" y="88"/>
                  </a:cubicBezTo>
                  <a:cubicBezTo>
                    <a:pt x="0" y="90"/>
                    <a:pt x="0" y="92"/>
                    <a:pt x="1" y="94"/>
                  </a:cubicBezTo>
                  <a:cubicBezTo>
                    <a:pt x="3" y="103"/>
                    <a:pt x="9" y="109"/>
                    <a:pt x="17" y="113"/>
                  </a:cubicBezTo>
                  <a:cubicBezTo>
                    <a:pt x="21" y="115"/>
                    <a:pt x="25" y="115"/>
                    <a:pt x="29" y="115"/>
                  </a:cubicBezTo>
                  <a:cubicBezTo>
                    <a:pt x="33" y="115"/>
                    <a:pt x="37" y="115"/>
                    <a:pt x="41" y="113"/>
                  </a:cubicBezTo>
                  <a:cubicBezTo>
                    <a:pt x="43" y="112"/>
                    <a:pt x="45" y="111"/>
                    <a:pt x="47" y="110"/>
                  </a:cubicBezTo>
                  <a:cubicBezTo>
                    <a:pt x="47" y="109"/>
                    <a:pt x="48" y="109"/>
                    <a:pt x="48" y="109"/>
                  </a:cubicBezTo>
                  <a:cubicBezTo>
                    <a:pt x="48" y="108"/>
                    <a:pt x="48" y="108"/>
                    <a:pt x="48" y="108"/>
                  </a:cubicBezTo>
                  <a:cubicBezTo>
                    <a:pt x="48" y="108"/>
                    <a:pt x="48" y="108"/>
                    <a:pt x="48" y="108"/>
                  </a:cubicBezTo>
                  <a:cubicBezTo>
                    <a:pt x="48" y="108"/>
                    <a:pt x="48" y="108"/>
                    <a:pt x="48" y="108"/>
                  </a:cubicBezTo>
                  <a:cubicBezTo>
                    <a:pt x="49" y="108"/>
                    <a:pt x="49" y="108"/>
                    <a:pt x="49" y="108"/>
                  </a:cubicBezTo>
                  <a:cubicBezTo>
                    <a:pt x="50" y="107"/>
                    <a:pt x="50" y="106"/>
                    <a:pt x="51" y="106"/>
                  </a:cubicBezTo>
                  <a:cubicBezTo>
                    <a:pt x="54" y="103"/>
                    <a:pt x="56" y="99"/>
                    <a:pt x="57" y="94"/>
                  </a:cubicBezTo>
                  <a:cubicBezTo>
                    <a:pt x="58" y="92"/>
                    <a:pt x="58" y="90"/>
                    <a:pt x="58" y="88"/>
                  </a:cubicBezTo>
                  <a:cubicBezTo>
                    <a:pt x="58" y="88"/>
                    <a:pt x="58" y="87"/>
                    <a:pt x="58" y="87"/>
                  </a:cubicBezTo>
                  <a:cubicBezTo>
                    <a:pt x="58" y="86"/>
                    <a:pt x="58" y="86"/>
                    <a:pt x="58" y="86"/>
                  </a:cubicBezTo>
                  <a:cubicBezTo>
                    <a:pt x="58" y="83"/>
                    <a:pt x="58" y="83"/>
                    <a:pt x="58" y="83"/>
                  </a:cubicBezTo>
                  <a:cubicBezTo>
                    <a:pt x="58" y="73"/>
                    <a:pt x="58" y="73"/>
                    <a:pt x="58" y="73"/>
                  </a:cubicBezTo>
                  <a:cubicBezTo>
                    <a:pt x="59" y="54"/>
                    <a:pt x="59" y="54"/>
                    <a:pt x="59" y="54"/>
                  </a:cubicBezTo>
                  <a:cubicBezTo>
                    <a:pt x="58" y="79"/>
                    <a:pt x="58" y="79"/>
                    <a:pt x="58" y="79"/>
                  </a:cubicBezTo>
                  <a:cubicBezTo>
                    <a:pt x="58" y="85"/>
                    <a:pt x="58" y="85"/>
                    <a:pt x="58" y="85"/>
                  </a:cubicBezTo>
                  <a:cubicBezTo>
                    <a:pt x="58" y="86"/>
                    <a:pt x="58" y="86"/>
                    <a:pt x="58" y="86"/>
                  </a:cubicBezTo>
                  <a:cubicBezTo>
                    <a:pt x="58" y="87"/>
                    <a:pt x="58" y="88"/>
                    <a:pt x="58" y="88"/>
                  </a:cubicBezTo>
                  <a:cubicBezTo>
                    <a:pt x="58" y="90"/>
                    <a:pt x="58" y="91"/>
                    <a:pt x="57" y="92"/>
                  </a:cubicBezTo>
                  <a:cubicBezTo>
                    <a:pt x="57" y="97"/>
                    <a:pt x="54" y="102"/>
                    <a:pt x="50" y="106"/>
                  </a:cubicBezTo>
                  <a:cubicBezTo>
                    <a:pt x="50" y="107"/>
                    <a:pt x="49" y="107"/>
                    <a:pt x="49" y="108"/>
                  </a:cubicBezTo>
                  <a:cubicBezTo>
                    <a:pt x="48" y="108"/>
                    <a:pt x="48" y="108"/>
                    <a:pt x="48" y="108"/>
                  </a:cubicBezTo>
                  <a:cubicBezTo>
                    <a:pt x="48" y="108"/>
                    <a:pt x="48" y="108"/>
                    <a:pt x="48" y="108"/>
                  </a:cubicBezTo>
                  <a:cubicBezTo>
                    <a:pt x="48" y="108"/>
                    <a:pt x="48" y="108"/>
                    <a:pt x="48" y="108"/>
                  </a:cubicBezTo>
                  <a:cubicBezTo>
                    <a:pt x="47" y="108"/>
                    <a:pt x="47" y="108"/>
                    <a:pt x="47" y="108"/>
                  </a:cubicBezTo>
                  <a:cubicBezTo>
                    <a:pt x="46" y="109"/>
                    <a:pt x="45" y="110"/>
                    <a:pt x="44" y="111"/>
                  </a:cubicBezTo>
                  <a:cubicBezTo>
                    <a:pt x="42" y="112"/>
                    <a:pt x="39" y="113"/>
                    <a:pt x="37" y="114"/>
                  </a:cubicBezTo>
                  <a:cubicBezTo>
                    <a:pt x="34" y="115"/>
                    <a:pt x="32" y="115"/>
                    <a:pt x="29" y="115"/>
                  </a:cubicBezTo>
                  <a:cubicBezTo>
                    <a:pt x="27" y="115"/>
                    <a:pt x="24" y="115"/>
                    <a:pt x="21" y="114"/>
                  </a:cubicBezTo>
                  <a:cubicBezTo>
                    <a:pt x="11" y="111"/>
                    <a:pt x="3" y="103"/>
                    <a:pt x="1" y="92"/>
                  </a:cubicBezTo>
                  <a:cubicBezTo>
                    <a:pt x="1" y="92"/>
                    <a:pt x="1" y="93"/>
                    <a:pt x="1" y="92"/>
                  </a:cubicBezTo>
                  <a:cubicBezTo>
                    <a:pt x="4" y="102"/>
                    <a:pt x="12" y="110"/>
                    <a:pt x="22" y="113"/>
                  </a:cubicBezTo>
                  <a:cubicBezTo>
                    <a:pt x="24" y="114"/>
                    <a:pt x="27" y="114"/>
                    <a:pt x="30" y="114"/>
                  </a:cubicBezTo>
                  <a:cubicBezTo>
                    <a:pt x="32" y="114"/>
                    <a:pt x="35" y="114"/>
                    <a:pt x="37" y="113"/>
                  </a:cubicBezTo>
                  <a:cubicBezTo>
                    <a:pt x="40" y="112"/>
                    <a:pt x="42" y="111"/>
                    <a:pt x="44" y="110"/>
                  </a:cubicBezTo>
                  <a:cubicBezTo>
                    <a:pt x="45" y="109"/>
                    <a:pt x="46" y="108"/>
                    <a:pt x="47" y="107"/>
                  </a:cubicBezTo>
                  <a:cubicBezTo>
                    <a:pt x="47" y="107"/>
                    <a:pt x="48" y="107"/>
                    <a:pt x="48" y="106"/>
                  </a:cubicBezTo>
                  <a:cubicBezTo>
                    <a:pt x="49" y="106"/>
                    <a:pt x="49" y="106"/>
                    <a:pt x="50" y="105"/>
                  </a:cubicBezTo>
                  <a:cubicBezTo>
                    <a:pt x="54" y="101"/>
                    <a:pt x="56" y="96"/>
                    <a:pt x="57" y="91"/>
                  </a:cubicBezTo>
                  <a:cubicBezTo>
                    <a:pt x="57" y="90"/>
                    <a:pt x="57" y="89"/>
                    <a:pt x="57" y="87"/>
                  </a:cubicBezTo>
                  <a:cubicBezTo>
                    <a:pt x="57" y="84"/>
                    <a:pt x="57" y="84"/>
                    <a:pt x="57" y="84"/>
                  </a:cubicBezTo>
                  <a:cubicBezTo>
                    <a:pt x="57" y="78"/>
                    <a:pt x="57" y="78"/>
                    <a:pt x="57" y="78"/>
                  </a:cubicBezTo>
                  <a:cubicBezTo>
                    <a:pt x="58" y="70"/>
                    <a:pt x="58" y="61"/>
                    <a:pt x="57" y="53"/>
                  </a:cubicBezTo>
                  <a:cubicBezTo>
                    <a:pt x="59" y="53"/>
                    <a:pt x="59" y="53"/>
                    <a:pt x="59" y="53"/>
                  </a:cubicBezTo>
                  <a:cubicBezTo>
                    <a:pt x="59" y="35"/>
                    <a:pt x="59" y="35"/>
                    <a:pt x="59" y="35"/>
                  </a:cubicBezTo>
                  <a:cubicBezTo>
                    <a:pt x="59" y="30"/>
                    <a:pt x="59" y="30"/>
                    <a:pt x="59" y="30"/>
                  </a:cubicBezTo>
                  <a:cubicBezTo>
                    <a:pt x="59" y="28"/>
                    <a:pt x="59" y="27"/>
                    <a:pt x="59" y="25"/>
                  </a:cubicBezTo>
                  <a:cubicBezTo>
                    <a:pt x="59" y="21"/>
                    <a:pt x="58" y="17"/>
                    <a:pt x="56" y="13"/>
                  </a:cubicBezTo>
                  <a:cubicBezTo>
                    <a:pt x="53" y="7"/>
                    <a:pt x="48" y="4"/>
                    <a:pt x="43" y="2"/>
                  </a:cubicBezTo>
                  <a:cubicBezTo>
                    <a:pt x="48" y="5"/>
                    <a:pt x="52" y="10"/>
                    <a:pt x="54" y="15"/>
                  </a:cubicBezTo>
                  <a:cubicBezTo>
                    <a:pt x="55" y="17"/>
                    <a:pt x="56" y="20"/>
                    <a:pt x="57" y="23"/>
                  </a:cubicBezTo>
                  <a:cubicBezTo>
                    <a:pt x="57" y="24"/>
                    <a:pt x="57" y="25"/>
                    <a:pt x="57" y="25"/>
                  </a:cubicBezTo>
                  <a:cubicBezTo>
                    <a:pt x="57" y="26"/>
                    <a:pt x="57" y="26"/>
                    <a:pt x="57" y="26"/>
                  </a:cubicBezTo>
                  <a:cubicBezTo>
                    <a:pt x="57" y="27"/>
                    <a:pt x="57" y="27"/>
                    <a:pt x="57" y="27"/>
                  </a:cubicBezTo>
                  <a:cubicBezTo>
                    <a:pt x="57" y="31"/>
                    <a:pt x="57" y="31"/>
                    <a:pt x="57" y="31"/>
                  </a:cubicBezTo>
                  <a:cubicBezTo>
                    <a:pt x="56" y="40"/>
                    <a:pt x="56" y="50"/>
                    <a:pt x="56" y="59"/>
                  </a:cubicBezTo>
                  <a:cubicBezTo>
                    <a:pt x="56" y="74"/>
                    <a:pt x="56" y="74"/>
                    <a:pt x="56" y="74"/>
                  </a:cubicBezTo>
                  <a:cubicBezTo>
                    <a:pt x="56" y="81"/>
                    <a:pt x="56" y="81"/>
                    <a:pt x="56" y="81"/>
                  </a:cubicBezTo>
                  <a:cubicBezTo>
                    <a:pt x="56" y="85"/>
                    <a:pt x="56" y="85"/>
                    <a:pt x="56" y="85"/>
                  </a:cubicBezTo>
                  <a:cubicBezTo>
                    <a:pt x="56" y="86"/>
                    <a:pt x="56" y="86"/>
                    <a:pt x="56" y="86"/>
                  </a:cubicBezTo>
                  <a:cubicBezTo>
                    <a:pt x="56" y="87"/>
                    <a:pt x="56" y="88"/>
                    <a:pt x="56" y="88"/>
                  </a:cubicBezTo>
                  <a:cubicBezTo>
                    <a:pt x="55" y="91"/>
                    <a:pt x="55" y="94"/>
                    <a:pt x="54" y="97"/>
                  </a:cubicBezTo>
                  <a:cubicBezTo>
                    <a:pt x="53" y="99"/>
                    <a:pt x="51" y="102"/>
                    <a:pt x="49" y="104"/>
                  </a:cubicBezTo>
                  <a:cubicBezTo>
                    <a:pt x="48" y="104"/>
                    <a:pt x="48" y="105"/>
                    <a:pt x="47" y="105"/>
                  </a:cubicBezTo>
                  <a:cubicBezTo>
                    <a:pt x="47" y="106"/>
                    <a:pt x="47" y="106"/>
                    <a:pt x="47" y="106"/>
                  </a:cubicBezTo>
                  <a:cubicBezTo>
                    <a:pt x="46" y="106"/>
                    <a:pt x="46" y="106"/>
                    <a:pt x="46" y="106"/>
                  </a:cubicBezTo>
                  <a:cubicBezTo>
                    <a:pt x="46" y="107"/>
                    <a:pt x="46" y="107"/>
                    <a:pt x="46" y="107"/>
                  </a:cubicBezTo>
                  <a:cubicBezTo>
                    <a:pt x="45" y="107"/>
                    <a:pt x="44" y="108"/>
                    <a:pt x="43" y="109"/>
                  </a:cubicBezTo>
                  <a:cubicBezTo>
                    <a:pt x="40" y="110"/>
                    <a:pt x="37" y="111"/>
                    <a:pt x="35" y="112"/>
                  </a:cubicBezTo>
                  <a:cubicBezTo>
                    <a:pt x="37" y="111"/>
                    <a:pt x="39" y="111"/>
                    <a:pt x="41" y="110"/>
                  </a:cubicBezTo>
                  <a:cubicBezTo>
                    <a:pt x="42" y="109"/>
                    <a:pt x="44" y="108"/>
                    <a:pt x="45" y="108"/>
                  </a:cubicBezTo>
                  <a:cubicBezTo>
                    <a:pt x="45" y="107"/>
                    <a:pt x="46" y="107"/>
                    <a:pt x="46" y="106"/>
                  </a:cubicBezTo>
                  <a:cubicBezTo>
                    <a:pt x="46" y="106"/>
                    <a:pt x="46" y="106"/>
                    <a:pt x="46" y="106"/>
                  </a:cubicBezTo>
                  <a:cubicBezTo>
                    <a:pt x="46" y="106"/>
                    <a:pt x="46" y="106"/>
                    <a:pt x="46" y="106"/>
                  </a:cubicBezTo>
                  <a:cubicBezTo>
                    <a:pt x="47" y="105"/>
                    <a:pt x="47" y="105"/>
                    <a:pt x="47" y="105"/>
                  </a:cubicBezTo>
                  <a:cubicBezTo>
                    <a:pt x="51" y="102"/>
                    <a:pt x="54" y="97"/>
                    <a:pt x="55" y="93"/>
                  </a:cubicBezTo>
                  <a:cubicBezTo>
                    <a:pt x="55" y="91"/>
                    <a:pt x="55" y="90"/>
                    <a:pt x="55" y="89"/>
                  </a:cubicBezTo>
                  <a:cubicBezTo>
                    <a:pt x="55" y="88"/>
                    <a:pt x="55" y="86"/>
                    <a:pt x="55" y="85"/>
                  </a:cubicBezTo>
                  <a:cubicBezTo>
                    <a:pt x="55" y="79"/>
                    <a:pt x="55" y="79"/>
                    <a:pt x="55" y="79"/>
                  </a:cubicBezTo>
                  <a:cubicBezTo>
                    <a:pt x="55" y="75"/>
                    <a:pt x="55" y="71"/>
                    <a:pt x="56" y="67"/>
                  </a:cubicBezTo>
                  <a:cubicBezTo>
                    <a:pt x="56" y="55"/>
                    <a:pt x="56" y="45"/>
                    <a:pt x="56" y="34"/>
                  </a:cubicBezTo>
                  <a:cubicBezTo>
                    <a:pt x="56" y="26"/>
                    <a:pt x="56" y="26"/>
                    <a:pt x="56" y="26"/>
                  </a:cubicBezTo>
                  <a:cubicBezTo>
                    <a:pt x="56" y="23"/>
                    <a:pt x="56" y="20"/>
                    <a:pt x="54" y="17"/>
                  </a:cubicBezTo>
                  <a:cubicBezTo>
                    <a:pt x="52" y="11"/>
                    <a:pt x="48" y="6"/>
                    <a:pt x="43" y="3"/>
                  </a:cubicBezTo>
                  <a:cubicBezTo>
                    <a:pt x="41" y="2"/>
                    <a:pt x="40" y="1"/>
                    <a:pt x="39" y="1"/>
                  </a:cubicBezTo>
                  <a:cubicBezTo>
                    <a:pt x="37" y="0"/>
                    <a:pt x="35" y="0"/>
                    <a:pt x="34" y="0"/>
                  </a:cubicBezTo>
                  <a:cubicBezTo>
                    <a:pt x="31" y="1"/>
                    <a:pt x="29" y="2"/>
                    <a:pt x="29" y="3"/>
                  </a:cubicBezTo>
                  <a:cubicBezTo>
                    <a:pt x="29" y="3"/>
                    <a:pt x="30" y="4"/>
                    <a:pt x="31" y="4"/>
                  </a:cubicBezTo>
                  <a:cubicBezTo>
                    <a:pt x="32" y="5"/>
                    <a:pt x="33" y="5"/>
                    <a:pt x="35" y="6"/>
                  </a:cubicBezTo>
                  <a:cubicBezTo>
                    <a:pt x="36" y="6"/>
                    <a:pt x="38" y="7"/>
                    <a:pt x="39" y="8"/>
                  </a:cubicBezTo>
                  <a:cubicBezTo>
                    <a:pt x="40" y="8"/>
                    <a:pt x="41" y="9"/>
                    <a:pt x="41" y="9"/>
                  </a:cubicBezTo>
                  <a:cubicBezTo>
                    <a:pt x="41" y="10"/>
                    <a:pt x="41" y="10"/>
                    <a:pt x="40" y="10"/>
                  </a:cubicBezTo>
                  <a:cubicBezTo>
                    <a:pt x="45" y="14"/>
                    <a:pt x="49" y="21"/>
                    <a:pt x="48" y="27"/>
                  </a:cubicBezTo>
                  <a:cubicBezTo>
                    <a:pt x="48" y="49"/>
                    <a:pt x="48" y="49"/>
                    <a:pt x="48" y="49"/>
                  </a:cubicBezTo>
                  <a:cubicBezTo>
                    <a:pt x="48" y="58"/>
                    <a:pt x="48" y="67"/>
                    <a:pt x="48" y="76"/>
                  </a:cubicBezTo>
                  <a:cubicBezTo>
                    <a:pt x="47" y="83"/>
                    <a:pt x="47" y="83"/>
                    <a:pt x="47" y="83"/>
                  </a:cubicBezTo>
                  <a:cubicBezTo>
                    <a:pt x="47" y="86"/>
                    <a:pt x="47" y="86"/>
                    <a:pt x="47" y="86"/>
                  </a:cubicBezTo>
                  <a:cubicBezTo>
                    <a:pt x="47" y="87"/>
                    <a:pt x="47" y="88"/>
                    <a:pt x="47" y="89"/>
                  </a:cubicBezTo>
                  <a:cubicBezTo>
                    <a:pt x="46" y="93"/>
                    <a:pt x="45" y="96"/>
                    <a:pt x="42" y="98"/>
                  </a:cubicBezTo>
                  <a:cubicBezTo>
                    <a:pt x="45" y="96"/>
                    <a:pt x="46" y="93"/>
                    <a:pt x="47" y="89"/>
                  </a:cubicBezTo>
                  <a:cubicBezTo>
                    <a:pt x="47" y="88"/>
                    <a:pt x="47" y="87"/>
                    <a:pt x="47" y="86"/>
                  </a:cubicBezTo>
                  <a:cubicBezTo>
                    <a:pt x="47" y="83"/>
                    <a:pt x="47" y="83"/>
                    <a:pt x="47" y="83"/>
                  </a:cubicBezTo>
                  <a:cubicBezTo>
                    <a:pt x="47" y="76"/>
                    <a:pt x="47" y="76"/>
                    <a:pt x="47" y="76"/>
                  </a:cubicBezTo>
                  <a:cubicBezTo>
                    <a:pt x="48" y="49"/>
                    <a:pt x="48" y="49"/>
                    <a:pt x="48" y="49"/>
                  </a:cubicBezTo>
                  <a:cubicBezTo>
                    <a:pt x="48" y="27"/>
                    <a:pt x="48" y="27"/>
                    <a:pt x="48" y="27"/>
                  </a:cubicBezTo>
                  <a:cubicBezTo>
                    <a:pt x="48" y="20"/>
                    <a:pt x="45" y="14"/>
                    <a:pt x="39" y="11"/>
                  </a:cubicBezTo>
                  <a:cubicBezTo>
                    <a:pt x="38" y="11"/>
                    <a:pt x="38" y="12"/>
                    <a:pt x="40" y="14"/>
                  </a:cubicBezTo>
                  <a:cubicBezTo>
                    <a:pt x="41" y="15"/>
                    <a:pt x="44" y="18"/>
                    <a:pt x="45" y="22"/>
                  </a:cubicBezTo>
                  <a:cubicBezTo>
                    <a:pt x="46" y="23"/>
                    <a:pt x="46" y="24"/>
                    <a:pt x="46" y="25"/>
                  </a:cubicBezTo>
                  <a:cubicBezTo>
                    <a:pt x="46" y="26"/>
                    <a:pt x="46" y="26"/>
                    <a:pt x="46" y="27"/>
                  </a:cubicBezTo>
                  <a:cubicBezTo>
                    <a:pt x="46" y="29"/>
                    <a:pt x="46" y="29"/>
                    <a:pt x="46" y="29"/>
                  </a:cubicBezTo>
                  <a:cubicBezTo>
                    <a:pt x="46" y="32"/>
                    <a:pt x="46" y="35"/>
                    <a:pt x="46" y="37"/>
                  </a:cubicBezTo>
                  <a:cubicBezTo>
                    <a:pt x="45" y="49"/>
                    <a:pt x="45" y="62"/>
                    <a:pt x="45" y="75"/>
                  </a:cubicBezTo>
                  <a:cubicBezTo>
                    <a:pt x="45" y="85"/>
                    <a:pt x="45" y="85"/>
                    <a:pt x="45" y="85"/>
                  </a:cubicBezTo>
                  <a:cubicBezTo>
                    <a:pt x="45" y="86"/>
                    <a:pt x="45" y="86"/>
                    <a:pt x="45" y="86"/>
                  </a:cubicBezTo>
                  <a:cubicBezTo>
                    <a:pt x="45" y="87"/>
                    <a:pt x="45" y="87"/>
                    <a:pt x="45" y="87"/>
                  </a:cubicBezTo>
                  <a:cubicBezTo>
                    <a:pt x="45" y="88"/>
                    <a:pt x="45" y="89"/>
                    <a:pt x="45" y="89"/>
                  </a:cubicBezTo>
                  <a:cubicBezTo>
                    <a:pt x="44" y="90"/>
                    <a:pt x="44" y="91"/>
                    <a:pt x="44" y="92"/>
                  </a:cubicBezTo>
                  <a:cubicBezTo>
                    <a:pt x="43" y="94"/>
                    <a:pt x="42" y="96"/>
                    <a:pt x="40" y="97"/>
                  </a:cubicBezTo>
                  <a:cubicBezTo>
                    <a:pt x="40" y="97"/>
                    <a:pt x="40" y="97"/>
                    <a:pt x="40" y="97"/>
                  </a:cubicBezTo>
                  <a:cubicBezTo>
                    <a:pt x="40" y="98"/>
                    <a:pt x="39" y="98"/>
                    <a:pt x="39" y="98"/>
                  </a:cubicBezTo>
                  <a:cubicBezTo>
                    <a:pt x="39" y="98"/>
                    <a:pt x="39" y="98"/>
                    <a:pt x="38" y="99"/>
                  </a:cubicBezTo>
                  <a:cubicBezTo>
                    <a:pt x="38" y="99"/>
                    <a:pt x="38" y="99"/>
                    <a:pt x="37" y="99"/>
                  </a:cubicBezTo>
                  <a:cubicBezTo>
                    <a:pt x="36" y="100"/>
                    <a:pt x="35" y="100"/>
                    <a:pt x="34" y="101"/>
                  </a:cubicBezTo>
                  <a:cubicBezTo>
                    <a:pt x="33" y="101"/>
                    <a:pt x="31" y="101"/>
                    <a:pt x="30" y="101"/>
                  </a:cubicBezTo>
                  <a:cubicBezTo>
                    <a:pt x="28" y="101"/>
                    <a:pt x="27" y="101"/>
                    <a:pt x="25" y="101"/>
                  </a:cubicBezTo>
                  <a:cubicBezTo>
                    <a:pt x="22" y="100"/>
                    <a:pt x="20" y="98"/>
                    <a:pt x="18" y="96"/>
                  </a:cubicBezTo>
                  <a:cubicBezTo>
                    <a:pt x="16" y="93"/>
                    <a:pt x="14" y="90"/>
                    <a:pt x="14" y="87"/>
                  </a:cubicBezTo>
                  <a:cubicBezTo>
                    <a:pt x="14" y="87"/>
                    <a:pt x="14" y="87"/>
                    <a:pt x="14" y="86"/>
                  </a:cubicBezTo>
                  <a:cubicBezTo>
                    <a:pt x="14" y="85"/>
                    <a:pt x="14" y="85"/>
                    <a:pt x="14" y="85"/>
                  </a:cubicBezTo>
                  <a:cubicBezTo>
                    <a:pt x="14" y="81"/>
                    <a:pt x="14" y="81"/>
                    <a:pt x="14" y="81"/>
                  </a:cubicBezTo>
                  <a:cubicBezTo>
                    <a:pt x="14" y="75"/>
                    <a:pt x="14" y="75"/>
                    <a:pt x="14" y="75"/>
                  </a:cubicBezTo>
                  <a:cubicBezTo>
                    <a:pt x="14" y="62"/>
                    <a:pt x="14" y="49"/>
                    <a:pt x="14" y="36"/>
                  </a:cubicBezTo>
                  <a:cubicBezTo>
                    <a:pt x="14" y="27"/>
                    <a:pt x="14" y="27"/>
                    <a:pt x="14" y="27"/>
                  </a:cubicBezTo>
                  <a:cubicBezTo>
                    <a:pt x="14" y="26"/>
                    <a:pt x="14" y="26"/>
                    <a:pt x="14" y="26"/>
                  </a:cubicBezTo>
                  <a:cubicBezTo>
                    <a:pt x="14" y="26"/>
                    <a:pt x="14" y="26"/>
                    <a:pt x="14" y="26"/>
                  </a:cubicBezTo>
                  <a:cubicBezTo>
                    <a:pt x="14" y="25"/>
                    <a:pt x="14" y="25"/>
                    <a:pt x="14" y="24"/>
                  </a:cubicBezTo>
                  <a:cubicBezTo>
                    <a:pt x="14" y="23"/>
                    <a:pt x="14" y="22"/>
                    <a:pt x="15" y="21"/>
                  </a:cubicBezTo>
                  <a:cubicBezTo>
                    <a:pt x="16" y="18"/>
                    <a:pt x="19" y="15"/>
                    <a:pt x="22" y="13"/>
                  </a:cubicBezTo>
                  <a:cubicBezTo>
                    <a:pt x="25" y="11"/>
                    <a:pt x="27" y="10"/>
                    <a:pt x="28" y="10"/>
                  </a:cubicBezTo>
                  <a:cubicBezTo>
                    <a:pt x="29" y="10"/>
                    <a:pt x="29" y="9"/>
                    <a:pt x="29" y="9"/>
                  </a:cubicBezTo>
                  <a:cubicBezTo>
                    <a:pt x="29" y="9"/>
                    <a:pt x="30" y="9"/>
                    <a:pt x="30" y="9"/>
                  </a:cubicBezTo>
                  <a:cubicBezTo>
                    <a:pt x="30" y="8"/>
                    <a:pt x="30" y="8"/>
                    <a:pt x="29" y="8"/>
                  </a:cubicBezTo>
                  <a:cubicBezTo>
                    <a:pt x="28" y="7"/>
                    <a:pt x="27" y="6"/>
                    <a:pt x="24" y="6"/>
                  </a:cubicBezTo>
                  <a:cubicBezTo>
                    <a:pt x="21" y="6"/>
                    <a:pt x="17" y="7"/>
                    <a:pt x="13" y="10"/>
                  </a:cubicBezTo>
                  <a:cubicBezTo>
                    <a:pt x="13" y="9"/>
                    <a:pt x="13" y="9"/>
                    <a:pt x="13" y="9"/>
                  </a:cubicBezTo>
                  <a:cubicBezTo>
                    <a:pt x="16" y="6"/>
                    <a:pt x="19" y="5"/>
                    <a:pt x="21" y="4"/>
                  </a:cubicBezTo>
                  <a:cubicBezTo>
                    <a:pt x="22" y="3"/>
                    <a:pt x="23" y="3"/>
                    <a:pt x="23" y="2"/>
                  </a:cubicBezTo>
                  <a:cubicBezTo>
                    <a:pt x="23" y="1"/>
                    <a:pt x="21" y="1"/>
                    <a:pt x="22" y="0"/>
                  </a:cubicBezTo>
                  <a:cubicBezTo>
                    <a:pt x="17" y="1"/>
                    <a:pt x="12" y="4"/>
                    <a:pt x="8" y="8"/>
                  </a:cubicBezTo>
                  <a:cubicBezTo>
                    <a:pt x="4" y="12"/>
                    <a:pt x="1" y="18"/>
                    <a:pt x="0" y="24"/>
                  </a:cubicBezTo>
                  <a:cubicBezTo>
                    <a:pt x="0" y="25"/>
                    <a:pt x="0" y="26"/>
                    <a:pt x="0" y="27"/>
                  </a:cubicBezTo>
                  <a:cubicBezTo>
                    <a:pt x="0" y="29"/>
                    <a:pt x="0" y="29"/>
                    <a:pt x="0" y="29"/>
                  </a:cubicBezTo>
                  <a:cubicBezTo>
                    <a:pt x="0" y="34"/>
                    <a:pt x="0" y="34"/>
                    <a:pt x="0" y="34"/>
                  </a:cubicBezTo>
                  <a:cubicBezTo>
                    <a:pt x="0" y="73"/>
                    <a:pt x="0" y="73"/>
                    <a:pt x="0" y="73"/>
                  </a:cubicBezTo>
                  <a:lnTo>
                    <a:pt x="0" y="8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3" name="Google Shape;263;p15"/>
            <p:cNvSpPr/>
            <p:nvPr/>
          </p:nvSpPr>
          <p:spPr>
            <a:xfrm>
              <a:off x="6292851" y="2822576"/>
              <a:ext cx="49213" cy="33338"/>
            </a:xfrm>
            <a:custGeom>
              <a:rect b="b" l="l" r="r" t="t"/>
              <a:pathLst>
                <a:path extrusionOk="0" h="9" w="13">
                  <a:moveTo>
                    <a:pt x="13" y="0"/>
                  </a:moveTo>
                  <a:cubicBezTo>
                    <a:pt x="12" y="1"/>
                    <a:pt x="10" y="2"/>
                    <a:pt x="9" y="3"/>
                  </a:cubicBezTo>
                  <a:cubicBezTo>
                    <a:pt x="0" y="9"/>
                    <a:pt x="0" y="9"/>
                    <a:pt x="0" y="9"/>
                  </a:cubicBezTo>
                  <a:cubicBezTo>
                    <a:pt x="0" y="9"/>
                    <a:pt x="0" y="9"/>
                    <a:pt x="0" y="9"/>
                  </a:cubicBezTo>
                  <a:cubicBezTo>
                    <a:pt x="9" y="3"/>
                    <a:pt x="9" y="3"/>
                    <a:pt x="9" y="3"/>
                  </a:cubicBezTo>
                  <a:cubicBezTo>
                    <a:pt x="10" y="2"/>
                    <a:pt x="12" y="1"/>
                    <a:pt x="13"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4" name="Google Shape;264;p15"/>
            <p:cNvSpPr/>
            <p:nvPr/>
          </p:nvSpPr>
          <p:spPr>
            <a:xfrm>
              <a:off x="6289676" y="2833688"/>
              <a:ext cx="3175" cy="22225"/>
            </a:xfrm>
            <a:custGeom>
              <a:rect b="b" l="l" r="r" t="t"/>
              <a:pathLst>
                <a:path extrusionOk="0" h="14" w="2">
                  <a:moveTo>
                    <a:pt x="2" y="14"/>
                  </a:moveTo>
                  <a:lnTo>
                    <a:pt x="2" y="14"/>
                  </a:lnTo>
                  <a:lnTo>
                    <a:pt x="0" y="0"/>
                  </a:lnTo>
                  <a:lnTo>
                    <a:pt x="2"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5" name="Google Shape;265;p15"/>
            <p:cNvSpPr/>
            <p:nvPr/>
          </p:nvSpPr>
          <p:spPr>
            <a:xfrm>
              <a:off x="6286501" y="2674938"/>
              <a:ext cx="120650" cy="177800"/>
            </a:xfrm>
            <a:custGeom>
              <a:rect b="b" l="l" r="r" t="t"/>
              <a:pathLst>
                <a:path extrusionOk="0" h="47" w="32">
                  <a:moveTo>
                    <a:pt x="0" y="25"/>
                  </a:moveTo>
                  <a:cubicBezTo>
                    <a:pt x="0" y="23"/>
                    <a:pt x="1" y="21"/>
                    <a:pt x="1" y="18"/>
                  </a:cubicBezTo>
                  <a:cubicBezTo>
                    <a:pt x="2" y="17"/>
                    <a:pt x="2" y="16"/>
                    <a:pt x="3" y="15"/>
                  </a:cubicBezTo>
                  <a:cubicBezTo>
                    <a:pt x="3" y="14"/>
                    <a:pt x="3" y="14"/>
                    <a:pt x="3" y="14"/>
                  </a:cubicBezTo>
                  <a:cubicBezTo>
                    <a:pt x="3" y="14"/>
                    <a:pt x="3" y="14"/>
                    <a:pt x="3" y="14"/>
                  </a:cubicBezTo>
                  <a:cubicBezTo>
                    <a:pt x="3" y="13"/>
                    <a:pt x="3" y="13"/>
                    <a:pt x="3" y="13"/>
                  </a:cubicBezTo>
                  <a:cubicBezTo>
                    <a:pt x="4" y="12"/>
                    <a:pt x="4" y="12"/>
                    <a:pt x="5" y="11"/>
                  </a:cubicBezTo>
                  <a:cubicBezTo>
                    <a:pt x="5" y="11"/>
                    <a:pt x="5" y="12"/>
                    <a:pt x="5" y="12"/>
                  </a:cubicBezTo>
                  <a:cubicBezTo>
                    <a:pt x="4" y="13"/>
                    <a:pt x="4" y="14"/>
                    <a:pt x="3" y="15"/>
                  </a:cubicBezTo>
                  <a:cubicBezTo>
                    <a:pt x="3" y="16"/>
                    <a:pt x="3" y="18"/>
                    <a:pt x="2" y="19"/>
                  </a:cubicBezTo>
                  <a:cubicBezTo>
                    <a:pt x="2" y="21"/>
                    <a:pt x="1" y="23"/>
                    <a:pt x="1" y="25"/>
                  </a:cubicBezTo>
                  <a:cubicBezTo>
                    <a:pt x="1" y="29"/>
                    <a:pt x="1" y="34"/>
                    <a:pt x="1" y="38"/>
                  </a:cubicBezTo>
                  <a:cubicBezTo>
                    <a:pt x="3" y="47"/>
                    <a:pt x="3" y="47"/>
                    <a:pt x="3" y="47"/>
                  </a:cubicBezTo>
                  <a:cubicBezTo>
                    <a:pt x="11" y="41"/>
                    <a:pt x="11" y="41"/>
                    <a:pt x="11" y="41"/>
                  </a:cubicBezTo>
                  <a:cubicBezTo>
                    <a:pt x="12" y="40"/>
                    <a:pt x="13" y="39"/>
                    <a:pt x="15" y="38"/>
                  </a:cubicBezTo>
                  <a:cubicBezTo>
                    <a:pt x="15" y="39"/>
                    <a:pt x="15" y="39"/>
                    <a:pt x="15" y="39"/>
                  </a:cubicBezTo>
                  <a:cubicBezTo>
                    <a:pt x="18" y="37"/>
                    <a:pt x="21" y="34"/>
                    <a:pt x="24" y="32"/>
                  </a:cubicBezTo>
                  <a:cubicBezTo>
                    <a:pt x="25" y="30"/>
                    <a:pt x="25" y="29"/>
                    <a:pt x="25" y="27"/>
                  </a:cubicBezTo>
                  <a:cubicBezTo>
                    <a:pt x="20" y="32"/>
                    <a:pt x="15" y="36"/>
                    <a:pt x="10" y="40"/>
                  </a:cubicBezTo>
                  <a:cubicBezTo>
                    <a:pt x="4" y="44"/>
                    <a:pt x="4" y="44"/>
                    <a:pt x="4" y="44"/>
                  </a:cubicBezTo>
                  <a:cubicBezTo>
                    <a:pt x="4" y="43"/>
                    <a:pt x="4" y="43"/>
                    <a:pt x="4" y="43"/>
                  </a:cubicBezTo>
                  <a:cubicBezTo>
                    <a:pt x="10" y="40"/>
                    <a:pt x="10" y="40"/>
                    <a:pt x="10" y="40"/>
                  </a:cubicBezTo>
                  <a:cubicBezTo>
                    <a:pt x="10" y="39"/>
                    <a:pt x="10" y="39"/>
                    <a:pt x="10" y="39"/>
                  </a:cubicBezTo>
                  <a:cubicBezTo>
                    <a:pt x="13" y="38"/>
                    <a:pt x="16" y="36"/>
                    <a:pt x="18" y="34"/>
                  </a:cubicBezTo>
                  <a:cubicBezTo>
                    <a:pt x="20" y="31"/>
                    <a:pt x="22" y="29"/>
                    <a:pt x="24" y="27"/>
                  </a:cubicBezTo>
                  <a:cubicBezTo>
                    <a:pt x="25" y="26"/>
                    <a:pt x="25" y="26"/>
                    <a:pt x="25" y="26"/>
                  </a:cubicBezTo>
                  <a:cubicBezTo>
                    <a:pt x="25" y="25"/>
                    <a:pt x="25" y="25"/>
                    <a:pt x="25" y="24"/>
                  </a:cubicBezTo>
                  <a:cubicBezTo>
                    <a:pt x="24" y="22"/>
                    <a:pt x="22" y="21"/>
                    <a:pt x="20" y="22"/>
                  </a:cubicBezTo>
                  <a:cubicBezTo>
                    <a:pt x="19" y="23"/>
                    <a:pt x="19" y="24"/>
                    <a:pt x="19" y="24"/>
                  </a:cubicBezTo>
                  <a:cubicBezTo>
                    <a:pt x="18" y="24"/>
                    <a:pt x="18" y="23"/>
                    <a:pt x="17" y="23"/>
                  </a:cubicBezTo>
                  <a:cubicBezTo>
                    <a:pt x="16" y="24"/>
                    <a:pt x="15" y="26"/>
                    <a:pt x="14" y="27"/>
                  </a:cubicBezTo>
                  <a:cubicBezTo>
                    <a:pt x="14" y="27"/>
                    <a:pt x="14" y="26"/>
                    <a:pt x="14" y="26"/>
                  </a:cubicBezTo>
                  <a:cubicBezTo>
                    <a:pt x="15" y="25"/>
                    <a:pt x="16" y="24"/>
                    <a:pt x="17" y="22"/>
                  </a:cubicBezTo>
                  <a:cubicBezTo>
                    <a:pt x="16" y="22"/>
                    <a:pt x="16" y="22"/>
                    <a:pt x="15" y="22"/>
                  </a:cubicBezTo>
                  <a:cubicBezTo>
                    <a:pt x="15" y="22"/>
                    <a:pt x="15" y="21"/>
                    <a:pt x="15" y="21"/>
                  </a:cubicBezTo>
                  <a:cubicBezTo>
                    <a:pt x="15" y="20"/>
                    <a:pt x="16" y="20"/>
                    <a:pt x="16" y="20"/>
                  </a:cubicBezTo>
                  <a:cubicBezTo>
                    <a:pt x="16" y="20"/>
                    <a:pt x="16" y="20"/>
                    <a:pt x="16" y="19"/>
                  </a:cubicBezTo>
                  <a:cubicBezTo>
                    <a:pt x="16" y="19"/>
                    <a:pt x="16" y="19"/>
                    <a:pt x="16" y="19"/>
                  </a:cubicBezTo>
                  <a:cubicBezTo>
                    <a:pt x="16" y="19"/>
                    <a:pt x="16" y="19"/>
                    <a:pt x="17" y="19"/>
                  </a:cubicBezTo>
                  <a:cubicBezTo>
                    <a:pt x="17" y="19"/>
                    <a:pt x="17" y="19"/>
                    <a:pt x="17" y="19"/>
                  </a:cubicBezTo>
                  <a:cubicBezTo>
                    <a:pt x="18" y="20"/>
                    <a:pt x="18" y="20"/>
                    <a:pt x="18" y="20"/>
                  </a:cubicBezTo>
                  <a:cubicBezTo>
                    <a:pt x="19" y="20"/>
                    <a:pt x="20" y="20"/>
                    <a:pt x="21" y="20"/>
                  </a:cubicBezTo>
                  <a:cubicBezTo>
                    <a:pt x="21" y="19"/>
                    <a:pt x="22" y="18"/>
                    <a:pt x="23" y="17"/>
                  </a:cubicBezTo>
                  <a:cubicBezTo>
                    <a:pt x="24" y="17"/>
                    <a:pt x="24" y="17"/>
                    <a:pt x="24" y="17"/>
                  </a:cubicBezTo>
                  <a:cubicBezTo>
                    <a:pt x="23" y="20"/>
                    <a:pt x="24" y="20"/>
                    <a:pt x="25" y="21"/>
                  </a:cubicBezTo>
                  <a:cubicBezTo>
                    <a:pt x="25" y="21"/>
                    <a:pt x="27" y="21"/>
                    <a:pt x="27" y="22"/>
                  </a:cubicBezTo>
                  <a:cubicBezTo>
                    <a:pt x="28" y="18"/>
                    <a:pt x="28" y="15"/>
                    <a:pt x="29" y="11"/>
                  </a:cubicBezTo>
                  <a:cubicBezTo>
                    <a:pt x="29" y="11"/>
                    <a:pt x="28" y="9"/>
                    <a:pt x="28" y="8"/>
                  </a:cubicBezTo>
                  <a:cubicBezTo>
                    <a:pt x="28" y="8"/>
                    <a:pt x="28" y="7"/>
                    <a:pt x="27" y="6"/>
                  </a:cubicBezTo>
                  <a:cubicBezTo>
                    <a:pt x="27" y="6"/>
                    <a:pt x="27" y="6"/>
                    <a:pt x="27" y="5"/>
                  </a:cubicBezTo>
                  <a:cubicBezTo>
                    <a:pt x="27" y="5"/>
                    <a:pt x="27" y="5"/>
                    <a:pt x="27" y="5"/>
                  </a:cubicBezTo>
                  <a:cubicBezTo>
                    <a:pt x="26" y="5"/>
                    <a:pt x="26" y="5"/>
                    <a:pt x="26" y="5"/>
                  </a:cubicBezTo>
                  <a:cubicBezTo>
                    <a:pt x="26" y="5"/>
                    <a:pt x="26" y="5"/>
                    <a:pt x="26" y="5"/>
                  </a:cubicBezTo>
                  <a:cubicBezTo>
                    <a:pt x="32" y="8"/>
                    <a:pt x="19" y="0"/>
                    <a:pt x="20" y="1"/>
                  </a:cubicBezTo>
                  <a:cubicBezTo>
                    <a:pt x="20" y="1"/>
                    <a:pt x="20" y="1"/>
                    <a:pt x="20" y="1"/>
                  </a:cubicBezTo>
                  <a:cubicBezTo>
                    <a:pt x="20" y="1"/>
                    <a:pt x="20" y="1"/>
                    <a:pt x="20" y="1"/>
                  </a:cubicBezTo>
                  <a:cubicBezTo>
                    <a:pt x="20" y="1"/>
                    <a:pt x="20" y="1"/>
                    <a:pt x="20" y="1"/>
                  </a:cubicBezTo>
                  <a:cubicBezTo>
                    <a:pt x="18" y="1"/>
                    <a:pt x="17" y="2"/>
                    <a:pt x="15" y="2"/>
                  </a:cubicBezTo>
                  <a:cubicBezTo>
                    <a:pt x="13" y="3"/>
                    <a:pt x="11" y="4"/>
                    <a:pt x="10" y="5"/>
                  </a:cubicBezTo>
                  <a:cubicBezTo>
                    <a:pt x="8" y="7"/>
                    <a:pt x="7" y="8"/>
                    <a:pt x="5" y="10"/>
                  </a:cubicBezTo>
                  <a:cubicBezTo>
                    <a:pt x="4" y="11"/>
                    <a:pt x="4" y="12"/>
                    <a:pt x="3" y="13"/>
                  </a:cubicBezTo>
                  <a:cubicBezTo>
                    <a:pt x="3" y="13"/>
                    <a:pt x="3" y="13"/>
                    <a:pt x="3" y="14"/>
                  </a:cubicBezTo>
                  <a:cubicBezTo>
                    <a:pt x="2" y="14"/>
                    <a:pt x="2" y="14"/>
                    <a:pt x="2" y="14"/>
                  </a:cubicBezTo>
                  <a:cubicBezTo>
                    <a:pt x="2" y="15"/>
                    <a:pt x="2" y="15"/>
                    <a:pt x="2" y="16"/>
                  </a:cubicBezTo>
                  <a:cubicBezTo>
                    <a:pt x="0" y="20"/>
                    <a:pt x="0" y="23"/>
                    <a:pt x="0" y="27"/>
                  </a:cubicBezTo>
                  <a:cubicBezTo>
                    <a:pt x="0" y="31"/>
                    <a:pt x="0" y="34"/>
                    <a:pt x="0" y="38"/>
                  </a:cubicBezTo>
                  <a:cubicBezTo>
                    <a:pt x="1" y="42"/>
                    <a:pt x="1" y="42"/>
                    <a:pt x="1" y="42"/>
                  </a:cubicBezTo>
                  <a:cubicBezTo>
                    <a:pt x="1" y="38"/>
                    <a:pt x="1" y="38"/>
                    <a:pt x="1" y="38"/>
                  </a:cubicBezTo>
                  <a:cubicBezTo>
                    <a:pt x="0" y="34"/>
                    <a:pt x="0" y="29"/>
                    <a:pt x="0" y="25"/>
                  </a:cubicBezTo>
                  <a:close/>
                  <a:moveTo>
                    <a:pt x="11" y="29"/>
                  </a:moveTo>
                  <a:cubicBezTo>
                    <a:pt x="11" y="29"/>
                    <a:pt x="11" y="29"/>
                    <a:pt x="11" y="29"/>
                  </a:cubicBezTo>
                  <a:cubicBezTo>
                    <a:pt x="11" y="29"/>
                    <a:pt x="11" y="29"/>
                    <a:pt x="11" y="29"/>
                  </a:cubicBezTo>
                  <a:cubicBezTo>
                    <a:pt x="11" y="29"/>
                    <a:pt x="11" y="29"/>
                    <a:pt x="11" y="29"/>
                  </a:cubicBezTo>
                  <a:cubicBezTo>
                    <a:pt x="11" y="29"/>
                    <a:pt x="11" y="29"/>
                    <a:pt x="11" y="29"/>
                  </a:cubicBezTo>
                  <a:close/>
                  <a:moveTo>
                    <a:pt x="3" y="37"/>
                  </a:moveTo>
                  <a:cubicBezTo>
                    <a:pt x="2" y="33"/>
                    <a:pt x="2" y="28"/>
                    <a:pt x="3" y="24"/>
                  </a:cubicBezTo>
                  <a:cubicBezTo>
                    <a:pt x="2" y="28"/>
                    <a:pt x="3" y="33"/>
                    <a:pt x="3" y="37"/>
                  </a:cubicBezTo>
                  <a:cubicBezTo>
                    <a:pt x="4" y="42"/>
                    <a:pt x="4" y="42"/>
                    <a:pt x="4" y="42"/>
                  </a:cubicBezTo>
                  <a:lnTo>
                    <a:pt x="3" y="37"/>
                  </a:lnTo>
                  <a:close/>
                  <a:moveTo>
                    <a:pt x="6" y="32"/>
                  </a:moveTo>
                  <a:cubicBezTo>
                    <a:pt x="6" y="32"/>
                    <a:pt x="6" y="32"/>
                    <a:pt x="6" y="32"/>
                  </a:cubicBezTo>
                  <a:cubicBezTo>
                    <a:pt x="6" y="33"/>
                    <a:pt x="5" y="33"/>
                    <a:pt x="5" y="33"/>
                  </a:cubicBezTo>
                  <a:cubicBezTo>
                    <a:pt x="5" y="33"/>
                    <a:pt x="5" y="33"/>
                    <a:pt x="5" y="33"/>
                  </a:cubicBezTo>
                  <a:cubicBezTo>
                    <a:pt x="5" y="33"/>
                    <a:pt x="6" y="33"/>
                    <a:pt x="6" y="32"/>
                  </a:cubicBezTo>
                  <a:close/>
                  <a:moveTo>
                    <a:pt x="11" y="36"/>
                  </a:moveTo>
                  <a:cubicBezTo>
                    <a:pt x="11" y="35"/>
                    <a:pt x="11" y="35"/>
                    <a:pt x="11" y="34"/>
                  </a:cubicBezTo>
                  <a:cubicBezTo>
                    <a:pt x="11" y="34"/>
                    <a:pt x="11" y="34"/>
                    <a:pt x="11" y="34"/>
                  </a:cubicBezTo>
                  <a:cubicBezTo>
                    <a:pt x="11" y="35"/>
                    <a:pt x="11" y="35"/>
                    <a:pt x="11" y="36"/>
                  </a:cubicBezTo>
                  <a:close/>
                  <a:moveTo>
                    <a:pt x="21" y="15"/>
                  </a:moveTo>
                  <a:cubicBezTo>
                    <a:pt x="21" y="15"/>
                    <a:pt x="21" y="15"/>
                    <a:pt x="21" y="15"/>
                  </a:cubicBezTo>
                  <a:cubicBezTo>
                    <a:pt x="21" y="15"/>
                    <a:pt x="21" y="15"/>
                    <a:pt x="21" y="1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6" name="Google Shape;266;p15"/>
            <p:cNvSpPr/>
            <p:nvPr/>
          </p:nvSpPr>
          <p:spPr>
            <a:xfrm>
              <a:off x="5940426" y="2652713"/>
              <a:ext cx="112713" cy="173038"/>
            </a:xfrm>
            <a:custGeom>
              <a:rect b="b" l="l" r="r" t="t"/>
              <a:pathLst>
                <a:path extrusionOk="0" h="46" w="30">
                  <a:moveTo>
                    <a:pt x="15" y="42"/>
                  </a:moveTo>
                  <a:cubicBezTo>
                    <a:pt x="15" y="42"/>
                    <a:pt x="15" y="42"/>
                    <a:pt x="15" y="42"/>
                  </a:cubicBezTo>
                  <a:cubicBezTo>
                    <a:pt x="15" y="42"/>
                    <a:pt x="15" y="42"/>
                    <a:pt x="15" y="42"/>
                  </a:cubicBezTo>
                  <a:cubicBezTo>
                    <a:pt x="15" y="42"/>
                    <a:pt x="15" y="42"/>
                    <a:pt x="15" y="42"/>
                  </a:cubicBezTo>
                  <a:cubicBezTo>
                    <a:pt x="15" y="42"/>
                    <a:pt x="15" y="42"/>
                    <a:pt x="15" y="42"/>
                  </a:cubicBezTo>
                  <a:cubicBezTo>
                    <a:pt x="16" y="41"/>
                    <a:pt x="16" y="41"/>
                    <a:pt x="16" y="41"/>
                  </a:cubicBezTo>
                  <a:cubicBezTo>
                    <a:pt x="18" y="39"/>
                    <a:pt x="20" y="36"/>
                    <a:pt x="22" y="34"/>
                  </a:cubicBezTo>
                  <a:cubicBezTo>
                    <a:pt x="24" y="32"/>
                    <a:pt x="25" y="29"/>
                    <a:pt x="25" y="27"/>
                  </a:cubicBezTo>
                  <a:cubicBezTo>
                    <a:pt x="22" y="30"/>
                    <a:pt x="20" y="33"/>
                    <a:pt x="17" y="36"/>
                  </a:cubicBezTo>
                  <a:cubicBezTo>
                    <a:pt x="16" y="37"/>
                    <a:pt x="16" y="38"/>
                    <a:pt x="15" y="38"/>
                  </a:cubicBezTo>
                  <a:cubicBezTo>
                    <a:pt x="15" y="37"/>
                    <a:pt x="15" y="37"/>
                    <a:pt x="15" y="37"/>
                  </a:cubicBezTo>
                  <a:cubicBezTo>
                    <a:pt x="15" y="36"/>
                    <a:pt x="15" y="36"/>
                    <a:pt x="14" y="36"/>
                  </a:cubicBezTo>
                  <a:cubicBezTo>
                    <a:pt x="14" y="36"/>
                    <a:pt x="14" y="36"/>
                    <a:pt x="14" y="36"/>
                  </a:cubicBezTo>
                  <a:cubicBezTo>
                    <a:pt x="13" y="37"/>
                    <a:pt x="13" y="37"/>
                    <a:pt x="13" y="37"/>
                  </a:cubicBezTo>
                  <a:cubicBezTo>
                    <a:pt x="12" y="38"/>
                    <a:pt x="11" y="39"/>
                    <a:pt x="10" y="40"/>
                  </a:cubicBezTo>
                  <a:cubicBezTo>
                    <a:pt x="9" y="41"/>
                    <a:pt x="8" y="42"/>
                    <a:pt x="7" y="43"/>
                  </a:cubicBezTo>
                  <a:cubicBezTo>
                    <a:pt x="7" y="43"/>
                    <a:pt x="7" y="43"/>
                    <a:pt x="7" y="43"/>
                  </a:cubicBezTo>
                  <a:cubicBezTo>
                    <a:pt x="7" y="43"/>
                    <a:pt x="7" y="43"/>
                    <a:pt x="7" y="43"/>
                  </a:cubicBezTo>
                  <a:cubicBezTo>
                    <a:pt x="7" y="43"/>
                    <a:pt x="7" y="43"/>
                    <a:pt x="7" y="43"/>
                  </a:cubicBezTo>
                  <a:cubicBezTo>
                    <a:pt x="7" y="42"/>
                    <a:pt x="7" y="42"/>
                    <a:pt x="7" y="42"/>
                  </a:cubicBezTo>
                  <a:cubicBezTo>
                    <a:pt x="6" y="41"/>
                    <a:pt x="6" y="41"/>
                    <a:pt x="6" y="41"/>
                  </a:cubicBezTo>
                  <a:cubicBezTo>
                    <a:pt x="6" y="40"/>
                    <a:pt x="6" y="40"/>
                    <a:pt x="5" y="39"/>
                  </a:cubicBezTo>
                  <a:cubicBezTo>
                    <a:pt x="5" y="38"/>
                    <a:pt x="5" y="37"/>
                    <a:pt x="5" y="36"/>
                  </a:cubicBezTo>
                  <a:cubicBezTo>
                    <a:pt x="5" y="36"/>
                    <a:pt x="5" y="36"/>
                    <a:pt x="5" y="36"/>
                  </a:cubicBezTo>
                  <a:cubicBezTo>
                    <a:pt x="5" y="36"/>
                    <a:pt x="4" y="36"/>
                    <a:pt x="4" y="36"/>
                  </a:cubicBezTo>
                  <a:cubicBezTo>
                    <a:pt x="4" y="37"/>
                    <a:pt x="4" y="37"/>
                    <a:pt x="4" y="37"/>
                  </a:cubicBezTo>
                  <a:cubicBezTo>
                    <a:pt x="4" y="37"/>
                    <a:pt x="4" y="37"/>
                    <a:pt x="4" y="37"/>
                  </a:cubicBezTo>
                  <a:cubicBezTo>
                    <a:pt x="4" y="37"/>
                    <a:pt x="4" y="37"/>
                    <a:pt x="4" y="37"/>
                  </a:cubicBezTo>
                  <a:cubicBezTo>
                    <a:pt x="4" y="36"/>
                    <a:pt x="3" y="36"/>
                    <a:pt x="3" y="36"/>
                  </a:cubicBezTo>
                  <a:cubicBezTo>
                    <a:pt x="3" y="34"/>
                    <a:pt x="3" y="32"/>
                    <a:pt x="3" y="31"/>
                  </a:cubicBezTo>
                  <a:cubicBezTo>
                    <a:pt x="3" y="32"/>
                    <a:pt x="3" y="33"/>
                    <a:pt x="3" y="35"/>
                  </a:cubicBezTo>
                  <a:cubicBezTo>
                    <a:pt x="4" y="36"/>
                    <a:pt x="4" y="36"/>
                    <a:pt x="4" y="36"/>
                  </a:cubicBezTo>
                  <a:cubicBezTo>
                    <a:pt x="4" y="36"/>
                    <a:pt x="4" y="36"/>
                    <a:pt x="4" y="36"/>
                  </a:cubicBezTo>
                  <a:cubicBezTo>
                    <a:pt x="4" y="36"/>
                    <a:pt x="4" y="36"/>
                    <a:pt x="4" y="36"/>
                  </a:cubicBezTo>
                  <a:cubicBezTo>
                    <a:pt x="4" y="36"/>
                    <a:pt x="4" y="37"/>
                    <a:pt x="4" y="37"/>
                  </a:cubicBezTo>
                  <a:cubicBezTo>
                    <a:pt x="4" y="36"/>
                    <a:pt x="4" y="36"/>
                    <a:pt x="4"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5" y="37"/>
                    <a:pt x="5" y="37"/>
                    <a:pt x="5" y="37"/>
                  </a:cubicBezTo>
                  <a:cubicBezTo>
                    <a:pt x="6" y="39"/>
                    <a:pt x="6" y="40"/>
                    <a:pt x="7" y="41"/>
                  </a:cubicBezTo>
                  <a:cubicBezTo>
                    <a:pt x="7" y="42"/>
                    <a:pt x="7" y="42"/>
                    <a:pt x="7" y="42"/>
                  </a:cubicBezTo>
                  <a:cubicBezTo>
                    <a:pt x="7" y="43"/>
                    <a:pt x="7" y="43"/>
                    <a:pt x="7" y="43"/>
                  </a:cubicBezTo>
                  <a:cubicBezTo>
                    <a:pt x="7" y="43"/>
                    <a:pt x="7" y="42"/>
                    <a:pt x="8" y="42"/>
                  </a:cubicBezTo>
                  <a:cubicBezTo>
                    <a:pt x="8" y="42"/>
                    <a:pt x="8" y="42"/>
                    <a:pt x="9" y="41"/>
                  </a:cubicBezTo>
                  <a:cubicBezTo>
                    <a:pt x="12" y="38"/>
                    <a:pt x="12" y="38"/>
                    <a:pt x="12" y="38"/>
                  </a:cubicBezTo>
                  <a:cubicBezTo>
                    <a:pt x="14" y="36"/>
                    <a:pt x="14" y="36"/>
                    <a:pt x="14" y="36"/>
                  </a:cubicBezTo>
                  <a:cubicBezTo>
                    <a:pt x="14" y="36"/>
                    <a:pt x="14" y="36"/>
                    <a:pt x="14" y="36"/>
                  </a:cubicBezTo>
                  <a:cubicBezTo>
                    <a:pt x="14" y="36"/>
                    <a:pt x="14" y="36"/>
                    <a:pt x="14" y="36"/>
                  </a:cubicBezTo>
                  <a:cubicBezTo>
                    <a:pt x="15" y="36"/>
                    <a:pt x="15" y="36"/>
                    <a:pt x="15" y="36"/>
                  </a:cubicBezTo>
                  <a:cubicBezTo>
                    <a:pt x="15" y="38"/>
                    <a:pt x="15" y="38"/>
                    <a:pt x="15" y="38"/>
                  </a:cubicBezTo>
                  <a:cubicBezTo>
                    <a:pt x="15" y="38"/>
                    <a:pt x="15" y="38"/>
                    <a:pt x="15" y="38"/>
                  </a:cubicBezTo>
                  <a:cubicBezTo>
                    <a:pt x="15" y="38"/>
                    <a:pt x="15" y="38"/>
                    <a:pt x="15" y="38"/>
                  </a:cubicBezTo>
                  <a:cubicBezTo>
                    <a:pt x="15" y="38"/>
                    <a:pt x="15" y="38"/>
                    <a:pt x="15" y="38"/>
                  </a:cubicBezTo>
                  <a:cubicBezTo>
                    <a:pt x="15" y="38"/>
                    <a:pt x="15" y="38"/>
                    <a:pt x="15" y="38"/>
                  </a:cubicBezTo>
                  <a:cubicBezTo>
                    <a:pt x="16" y="37"/>
                    <a:pt x="16" y="37"/>
                    <a:pt x="16" y="37"/>
                  </a:cubicBezTo>
                  <a:cubicBezTo>
                    <a:pt x="16" y="37"/>
                    <a:pt x="16" y="37"/>
                    <a:pt x="16" y="37"/>
                  </a:cubicBezTo>
                  <a:cubicBezTo>
                    <a:pt x="19" y="33"/>
                    <a:pt x="22" y="30"/>
                    <a:pt x="25" y="26"/>
                  </a:cubicBezTo>
                  <a:cubicBezTo>
                    <a:pt x="26" y="25"/>
                    <a:pt x="26" y="25"/>
                    <a:pt x="26" y="25"/>
                  </a:cubicBezTo>
                  <a:cubicBezTo>
                    <a:pt x="26" y="24"/>
                    <a:pt x="26" y="23"/>
                    <a:pt x="26" y="22"/>
                  </a:cubicBezTo>
                  <a:cubicBezTo>
                    <a:pt x="26" y="21"/>
                    <a:pt x="25" y="20"/>
                    <a:pt x="24" y="20"/>
                  </a:cubicBezTo>
                  <a:cubicBezTo>
                    <a:pt x="23" y="19"/>
                    <a:pt x="22" y="19"/>
                    <a:pt x="21" y="20"/>
                  </a:cubicBezTo>
                  <a:cubicBezTo>
                    <a:pt x="21" y="20"/>
                    <a:pt x="20" y="22"/>
                    <a:pt x="20" y="22"/>
                  </a:cubicBezTo>
                  <a:cubicBezTo>
                    <a:pt x="20" y="21"/>
                    <a:pt x="19" y="20"/>
                    <a:pt x="19" y="20"/>
                  </a:cubicBezTo>
                  <a:cubicBezTo>
                    <a:pt x="17" y="22"/>
                    <a:pt x="16" y="24"/>
                    <a:pt x="14" y="25"/>
                  </a:cubicBezTo>
                  <a:cubicBezTo>
                    <a:pt x="14" y="25"/>
                    <a:pt x="13" y="26"/>
                    <a:pt x="13" y="26"/>
                  </a:cubicBezTo>
                  <a:cubicBezTo>
                    <a:pt x="13" y="27"/>
                    <a:pt x="13" y="27"/>
                    <a:pt x="12" y="27"/>
                  </a:cubicBezTo>
                  <a:cubicBezTo>
                    <a:pt x="12" y="27"/>
                    <a:pt x="12" y="27"/>
                    <a:pt x="12" y="27"/>
                  </a:cubicBezTo>
                  <a:cubicBezTo>
                    <a:pt x="12" y="27"/>
                    <a:pt x="12" y="27"/>
                    <a:pt x="12" y="27"/>
                  </a:cubicBezTo>
                  <a:cubicBezTo>
                    <a:pt x="12" y="27"/>
                    <a:pt x="12" y="27"/>
                    <a:pt x="12" y="27"/>
                  </a:cubicBezTo>
                  <a:cubicBezTo>
                    <a:pt x="12" y="25"/>
                    <a:pt x="12" y="23"/>
                    <a:pt x="12" y="21"/>
                  </a:cubicBezTo>
                  <a:cubicBezTo>
                    <a:pt x="12" y="23"/>
                    <a:pt x="12" y="24"/>
                    <a:pt x="12" y="26"/>
                  </a:cubicBezTo>
                  <a:cubicBezTo>
                    <a:pt x="12" y="27"/>
                    <a:pt x="12" y="27"/>
                    <a:pt x="12" y="27"/>
                  </a:cubicBezTo>
                  <a:cubicBezTo>
                    <a:pt x="12" y="27"/>
                    <a:pt x="12" y="27"/>
                    <a:pt x="12" y="27"/>
                  </a:cubicBezTo>
                  <a:cubicBezTo>
                    <a:pt x="12" y="26"/>
                    <a:pt x="12" y="26"/>
                    <a:pt x="12" y="26"/>
                  </a:cubicBezTo>
                  <a:cubicBezTo>
                    <a:pt x="13" y="26"/>
                    <a:pt x="13" y="26"/>
                    <a:pt x="13" y="26"/>
                  </a:cubicBezTo>
                  <a:cubicBezTo>
                    <a:pt x="13" y="26"/>
                    <a:pt x="14" y="25"/>
                    <a:pt x="14" y="25"/>
                  </a:cubicBezTo>
                  <a:cubicBezTo>
                    <a:pt x="16" y="23"/>
                    <a:pt x="17" y="21"/>
                    <a:pt x="19" y="19"/>
                  </a:cubicBezTo>
                  <a:cubicBezTo>
                    <a:pt x="18" y="19"/>
                    <a:pt x="18" y="18"/>
                    <a:pt x="17" y="18"/>
                  </a:cubicBezTo>
                  <a:cubicBezTo>
                    <a:pt x="17" y="18"/>
                    <a:pt x="17" y="18"/>
                    <a:pt x="16" y="19"/>
                  </a:cubicBezTo>
                  <a:cubicBezTo>
                    <a:pt x="16" y="19"/>
                    <a:pt x="16" y="20"/>
                    <a:pt x="15" y="20"/>
                  </a:cubicBezTo>
                  <a:cubicBezTo>
                    <a:pt x="15" y="20"/>
                    <a:pt x="15" y="20"/>
                    <a:pt x="15" y="20"/>
                  </a:cubicBezTo>
                  <a:cubicBezTo>
                    <a:pt x="15" y="20"/>
                    <a:pt x="15" y="20"/>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8"/>
                    <a:pt x="14" y="17"/>
                    <a:pt x="15" y="16"/>
                  </a:cubicBezTo>
                  <a:cubicBezTo>
                    <a:pt x="15" y="16"/>
                    <a:pt x="15" y="16"/>
                    <a:pt x="15" y="16"/>
                  </a:cubicBezTo>
                  <a:cubicBezTo>
                    <a:pt x="15" y="16"/>
                    <a:pt x="15" y="15"/>
                    <a:pt x="15" y="15"/>
                  </a:cubicBezTo>
                  <a:cubicBezTo>
                    <a:pt x="15" y="15"/>
                    <a:pt x="16" y="15"/>
                    <a:pt x="16" y="15"/>
                  </a:cubicBezTo>
                  <a:cubicBezTo>
                    <a:pt x="16" y="15"/>
                    <a:pt x="16" y="15"/>
                    <a:pt x="16" y="15"/>
                  </a:cubicBezTo>
                  <a:cubicBezTo>
                    <a:pt x="16" y="15"/>
                    <a:pt x="16" y="15"/>
                    <a:pt x="17" y="16"/>
                  </a:cubicBezTo>
                  <a:cubicBezTo>
                    <a:pt x="17" y="16"/>
                    <a:pt x="17" y="16"/>
                    <a:pt x="18" y="16"/>
                  </a:cubicBezTo>
                  <a:cubicBezTo>
                    <a:pt x="18" y="17"/>
                    <a:pt x="18" y="17"/>
                    <a:pt x="18" y="17"/>
                  </a:cubicBezTo>
                  <a:cubicBezTo>
                    <a:pt x="18" y="17"/>
                    <a:pt x="19" y="17"/>
                    <a:pt x="19" y="17"/>
                  </a:cubicBezTo>
                  <a:cubicBezTo>
                    <a:pt x="19" y="17"/>
                    <a:pt x="19" y="17"/>
                    <a:pt x="20" y="17"/>
                  </a:cubicBezTo>
                  <a:cubicBezTo>
                    <a:pt x="20" y="18"/>
                    <a:pt x="21" y="17"/>
                    <a:pt x="22" y="17"/>
                  </a:cubicBezTo>
                  <a:cubicBezTo>
                    <a:pt x="23" y="16"/>
                    <a:pt x="24" y="15"/>
                    <a:pt x="24" y="14"/>
                  </a:cubicBezTo>
                  <a:cubicBezTo>
                    <a:pt x="25" y="13"/>
                    <a:pt x="25" y="13"/>
                    <a:pt x="25" y="13"/>
                  </a:cubicBezTo>
                  <a:cubicBezTo>
                    <a:pt x="25" y="15"/>
                    <a:pt x="25" y="16"/>
                    <a:pt x="25" y="17"/>
                  </a:cubicBezTo>
                  <a:cubicBezTo>
                    <a:pt x="25" y="17"/>
                    <a:pt x="26" y="18"/>
                    <a:pt x="26" y="18"/>
                  </a:cubicBezTo>
                  <a:cubicBezTo>
                    <a:pt x="27" y="18"/>
                    <a:pt x="28" y="18"/>
                    <a:pt x="29" y="18"/>
                  </a:cubicBezTo>
                  <a:cubicBezTo>
                    <a:pt x="29" y="16"/>
                    <a:pt x="30" y="14"/>
                    <a:pt x="30" y="11"/>
                  </a:cubicBezTo>
                  <a:cubicBezTo>
                    <a:pt x="30" y="9"/>
                    <a:pt x="30" y="6"/>
                    <a:pt x="29" y="4"/>
                  </a:cubicBezTo>
                  <a:cubicBezTo>
                    <a:pt x="29" y="4"/>
                    <a:pt x="29" y="3"/>
                    <a:pt x="28" y="2"/>
                  </a:cubicBezTo>
                  <a:cubicBezTo>
                    <a:pt x="28" y="2"/>
                    <a:pt x="27" y="1"/>
                    <a:pt x="27" y="1"/>
                  </a:cubicBezTo>
                  <a:cubicBezTo>
                    <a:pt x="26" y="0"/>
                    <a:pt x="24" y="0"/>
                    <a:pt x="23" y="0"/>
                  </a:cubicBezTo>
                  <a:cubicBezTo>
                    <a:pt x="21" y="0"/>
                    <a:pt x="20" y="0"/>
                    <a:pt x="18" y="0"/>
                  </a:cubicBezTo>
                  <a:cubicBezTo>
                    <a:pt x="15" y="1"/>
                    <a:pt x="11" y="3"/>
                    <a:pt x="8" y="7"/>
                  </a:cubicBezTo>
                  <a:cubicBezTo>
                    <a:pt x="4" y="10"/>
                    <a:pt x="2" y="15"/>
                    <a:pt x="1" y="18"/>
                  </a:cubicBezTo>
                  <a:cubicBezTo>
                    <a:pt x="0" y="22"/>
                    <a:pt x="0" y="25"/>
                    <a:pt x="0" y="28"/>
                  </a:cubicBezTo>
                  <a:cubicBezTo>
                    <a:pt x="0" y="31"/>
                    <a:pt x="0" y="33"/>
                    <a:pt x="0" y="36"/>
                  </a:cubicBezTo>
                  <a:cubicBezTo>
                    <a:pt x="1" y="37"/>
                    <a:pt x="1" y="38"/>
                    <a:pt x="1" y="39"/>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3" y="39"/>
                    <a:pt x="3" y="39"/>
                    <a:pt x="3" y="39"/>
                  </a:cubicBezTo>
                  <a:cubicBezTo>
                    <a:pt x="3" y="39"/>
                    <a:pt x="3" y="39"/>
                    <a:pt x="3" y="39"/>
                  </a:cubicBezTo>
                  <a:cubicBezTo>
                    <a:pt x="4" y="40"/>
                    <a:pt x="4" y="40"/>
                    <a:pt x="4" y="40"/>
                  </a:cubicBezTo>
                  <a:cubicBezTo>
                    <a:pt x="4" y="41"/>
                    <a:pt x="5" y="42"/>
                    <a:pt x="5" y="43"/>
                  </a:cubicBezTo>
                  <a:cubicBezTo>
                    <a:pt x="5" y="43"/>
                    <a:pt x="5" y="44"/>
                    <a:pt x="6" y="44"/>
                  </a:cubicBezTo>
                  <a:cubicBezTo>
                    <a:pt x="6" y="45"/>
                    <a:pt x="6" y="45"/>
                    <a:pt x="6" y="45"/>
                  </a:cubicBezTo>
                  <a:cubicBezTo>
                    <a:pt x="6" y="45"/>
                    <a:pt x="6" y="46"/>
                    <a:pt x="7" y="45"/>
                  </a:cubicBezTo>
                  <a:cubicBezTo>
                    <a:pt x="8" y="44"/>
                    <a:pt x="9" y="42"/>
                    <a:pt x="11" y="41"/>
                  </a:cubicBezTo>
                  <a:cubicBezTo>
                    <a:pt x="10" y="42"/>
                    <a:pt x="9" y="43"/>
                    <a:pt x="8" y="44"/>
                  </a:cubicBezTo>
                  <a:cubicBezTo>
                    <a:pt x="7" y="45"/>
                    <a:pt x="7" y="45"/>
                    <a:pt x="7" y="45"/>
                  </a:cubicBezTo>
                  <a:cubicBezTo>
                    <a:pt x="6" y="45"/>
                    <a:pt x="6" y="45"/>
                    <a:pt x="6" y="45"/>
                  </a:cubicBezTo>
                  <a:cubicBezTo>
                    <a:pt x="6" y="45"/>
                    <a:pt x="6" y="45"/>
                    <a:pt x="6" y="45"/>
                  </a:cubicBezTo>
                  <a:cubicBezTo>
                    <a:pt x="6" y="44"/>
                    <a:pt x="6" y="44"/>
                    <a:pt x="6" y="44"/>
                  </a:cubicBezTo>
                  <a:cubicBezTo>
                    <a:pt x="5" y="43"/>
                    <a:pt x="5" y="41"/>
                    <a:pt x="4" y="40"/>
                  </a:cubicBezTo>
                  <a:cubicBezTo>
                    <a:pt x="4" y="39"/>
                    <a:pt x="4" y="39"/>
                    <a:pt x="4" y="39"/>
                  </a:cubicBezTo>
                  <a:cubicBezTo>
                    <a:pt x="4" y="38"/>
                    <a:pt x="4" y="38"/>
                    <a:pt x="4" y="38"/>
                  </a:cubicBezTo>
                  <a:cubicBezTo>
                    <a:pt x="4" y="38"/>
                    <a:pt x="4" y="38"/>
                    <a:pt x="4" y="38"/>
                  </a:cubicBezTo>
                  <a:cubicBezTo>
                    <a:pt x="3" y="39"/>
                    <a:pt x="3" y="39"/>
                    <a:pt x="3" y="39"/>
                  </a:cubicBezTo>
                  <a:cubicBezTo>
                    <a:pt x="2" y="39"/>
                    <a:pt x="2" y="39"/>
                    <a:pt x="2" y="39"/>
                  </a:cubicBezTo>
                  <a:cubicBezTo>
                    <a:pt x="2" y="40"/>
                    <a:pt x="2" y="40"/>
                    <a:pt x="2" y="40"/>
                  </a:cubicBezTo>
                  <a:cubicBezTo>
                    <a:pt x="2" y="40"/>
                    <a:pt x="2" y="40"/>
                    <a:pt x="2" y="40"/>
                  </a:cubicBezTo>
                  <a:cubicBezTo>
                    <a:pt x="2" y="39"/>
                    <a:pt x="2" y="39"/>
                    <a:pt x="2" y="39"/>
                  </a:cubicBezTo>
                  <a:cubicBezTo>
                    <a:pt x="2" y="38"/>
                    <a:pt x="2" y="38"/>
                    <a:pt x="2" y="38"/>
                  </a:cubicBezTo>
                  <a:cubicBezTo>
                    <a:pt x="1" y="35"/>
                    <a:pt x="0" y="33"/>
                    <a:pt x="0" y="29"/>
                  </a:cubicBezTo>
                  <a:cubicBezTo>
                    <a:pt x="0" y="26"/>
                    <a:pt x="0" y="22"/>
                    <a:pt x="2" y="17"/>
                  </a:cubicBezTo>
                  <a:cubicBezTo>
                    <a:pt x="2" y="17"/>
                    <a:pt x="2" y="18"/>
                    <a:pt x="3" y="17"/>
                  </a:cubicBezTo>
                  <a:cubicBezTo>
                    <a:pt x="2" y="22"/>
                    <a:pt x="1" y="25"/>
                    <a:pt x="1" y="28"/>
                  </a:cubicBezTo>
                  <a:cubicBezTo>
                    <a:pt x="1" y="32"/>
                    <a:pt x="2" y="35"/>
                    <a:pt x="2" y="37"/>
                  </a:cubicBezTo>
                  <a:cubicBezTo>
                    <a:pt x="2" y="38"/>
                    <a:pt x="2" y="40"/>
                    <a:pt x="4" y="38"/>
                  </a:cubicBezTo>
                  <a:cubicBezTo>
                    <a:pt x="4" y="38"/>
                    <a:pt x="4" y="38"/>
                    <a:pt x="4" y="38"/>
                  </a:cubicBezTo>
                  <a:cubicBezTo>
                    <a:pt x="4" y="38"/>
                    <a:pt x="4" y="38"/>
                    <a:pt x="4" y="38"/>
                  </a:cubicBezTo>
                  <a:cubicBezTo>
                    <a:pt x="4" y="38"/>
                    <a:pt x="4" y="38"/>
                    <a:pt x="4" y="38"/>
                  </a:cubicBezTo>
                  <a:cubicBezTo>
                    <a:pt x="4" y="39"/>
                    <a:pt x="4" y="39"/>
                    <a:pt x="4" y="39"/>
                  </a:cubicBezTo>
                  <a:cubicBezTo>
                    <a:pt x="4" y="40"/>
                    <a:pt x="4" y="40"/>
                    <a:pt x="4" y="40"/>
                  </a:cubicBezTo>
                  <a:cubicBezTo>
                    <a:pt x="5" y="41"/>
                    <a:pt x="5" y="42"/>
                    <a:pt x="6" y="44"/>
                  </a:cubicBezTo>
                  <a:cubicBezTo>
                    <a:pt x="7" y="44"/>
                    <a:pt x="7" y="44"/>
                    <a:pt x="7" y="44"/>
                  </a:cubicBezTo>
                  <a:cubicBezTo>
                    <a:pt x="7" y="45"/>
                    <a:pt x="7" y="44"/>
                    <a:pt x="7" y="44"/>
                  </a:cubicBezTo>
                  <a:cubicBezTo>
                    <a:pt x="7" y="44"/>
                    <a:pt x="7" y="44"/>
                    <a:pt x="7" y="44"/>
                  </a:cubicBezTo>
                  <a:cubicBezTo>
                    <a:pt x="9" y="43"/>
                    <a:pt x="9" y="43"/>
                    <a:pt x="9" y="43"/>
                  </a:cubicBezTo>
                  <a:cubicBezTo>
                    <a:pt x="10" y="42"/>
                    <a:pt x="11" y="41"/>
                    <a:pt x="12" y="40"/>
                  </a:cubicBezTo>
                  <a:cubicBezTo>
                    <a:pt x="11" y="41"/>
                    <a:pt x="11" y="41"/>
                    <a:pt x="11" y="41"/>
                  </a:cubicBezTo>
                  <a:cubicBezTo>
                    <a:pt x="14" y="39"/>
                    <a:pt x="14" y="39"/>
                    <a:pt x="14" y="39"/>
                  </a:cubicBezTo>
                  <a:cubicBezTo>
                    <a:pt x="14" y="38"/>
                    <a:pt x="14" y="38"/>
                    <a:pt x="14" y="38"/>
                  </a:cubicBezTo>
                  <a:cubicBezTo>
                    <a:pt x="14" y="38"/>
                    <a:pt x="14" y="38"/>
                    <a:pt x="14" y="38"/>
                  </a:cubicBezTo>
                  <a:cubicBezTo>
                    <a:pt x="14" y="38"/>
                    <a:pt x="14" y="38"/>
                    <a:pt x="14" y="38"/>
                  </a:cubicBezTo>
                  <a:cubicBezTo>
                    <a:pt x="14" y="39"/>
                    <a:pt x="14" y="39"/>
                    <a:pt x="14" y="39"/>
                  </a:cubicBezTo>
                  <a:cubicBezTo>
                    <a:pt x="15" y="40"/>
                    <a:pt x="15" y="40"/>
                    <a:pt x="15" y="40"/>
                  </a:cubicBezTo>
                  <a:cubicBezTo>
                    <a:pt x="15" y="42"/>
                    <a:pt x="15" y="42"/>
                    <a:pt x="15" y="42"/>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7" name="Google Shape;267;p15"/>
            <p:cNvSpPr/>
            <p:nvPr/>
          </p:nvSpPr>
          <p:spPr>
            <a:xfrm>
              <a:off x="5534026" y="2908301"/>
              <a:ext cx="160338" cy="146050"/>
            </a:xfrm>
            <a:custGeom>
              <a:rect b="b" l="l" r="r" t="t"/>
              <a:pathLst>
                <a:path extrusionOk="0" h="39" w="43">
                  <a:moveTo>
                    <a:pt x="43" y="33"/>
                  </a:moveTo>
                  <a:cubicBezTo>
                    <a:pt x="42" y="31"/>
                    <a:pt x="42" y="31"/>
                    <a:pt x="42" y="31"/>
                  </a:cubicBezTo>
                  <a:cubicBezTo>
                    <a:pt x="42" y="31"/>
                    <a:pt x="42" y="31"/>
                    <a:pt x="42" y="30"/>
                  </a:cubicBezTo>
                  <a:cubicBezTo>
                    <a:pt x="41" y="29"/>
                    <a:pt x="41" y="29"/>
                    <a:pt x="41" y="29"/>
                  </a:cubicBezTo>
                  <a:cubicBezTo>
                    <a:pt x="40" y="27"/>
                    <a:pt x="40" y="27"/>
                    <a:pt x="40" y="27"/>
                  </a:cubicBezTo>
                  <a:cubicBezTo>
                    <a:pt x="38" y="23"/>
                    <a:pt x="38" y="23"/>
                    <a:pt x="38" y="23"/>
                  </a:cubicBezTo>
                  <a:cubicBezTo>
                    <a:pt x="39" y="24"/>
                    <a:pt x="40" y="26"/>
                    <a:pt x="41" y="28"/>
                  </a:cubicBezTo>
                  <a:cubicBezTo>
                    <a:pt x="42" y="31"/>
                    <a:pt x="42" y="31"/>
                    <a:pt x="42" y="31"/>
                  </a:cubicBezTo>
                  <a:cubicBezTo>
                    <a:pt x="43" y="33"/>
                    <a:pt x="43" y="33"/>
                    <a:pt x="43" y="33"/>
                  </a:cubicBezTo>
                  <a:cubicBezTo>
                    <a:pt x="43" y="33"/>
                    <a:pt x="43" y="34"/>
                    <a:pt x="43" y="34"/>
                  </a:cubicBezTo>
                  <a:cubicBezTo>
                    <a:pt x="43" y="35"/>
                    <a:pt x="43" y="35"/>
                    <a:pt x="43" y="35"/>
                  </a:cubicBezTo>
                  <a:cubicBezTo>
                    <a:pt x="42" y="36"/>
                    <a:pt x="42" y="36"/>
                    <a:pt x="42" y="36"/>
                  </a:cubicBezTo>
                  <a:cubicBezTo>
                    <a:pt x="41" y="36"/>
                    <a:pt x="41" y="36"/>
                    <a:pt x="41" y="36"/>
                  </a:cubicBezTo>
                  <a:cubicBezTo>
                    <a:pt x="40" y="36"/>
                    <a:pt x="40" y="36"/>
                    <a:pt x="40" y="36"/>
                  </a:cubicBezTo>
                  <a:cubicBezTo>
                    <a:pt x="40" y="37"/>
                    <a:pt x="40" y="37"/>
                    <a:pt x="40" y="37"/>
                  </a:cubicBezTo>
                  <a:cubicBezTo>
                    <a:pt x="39" y="39"/>
                    <a:pt x="35" y="38"/>
                    <a:pt x="32" y="38"/>
                  </a:cubicBezTo>
                  <a:cubicBezTo>
                    <a:pt x="30" y="38"/>
                    <a:pt x="26" y="37"/>
                    <a:pt x="23" y="36"/>
                  </a:cubicBezTo>
                  <a:cubicBezTo>
                    <a:pt x="23" y="36"/>
                    <a:pt x="23" y="36"/>
                    <a:pt x="23" y="35"/>
                  </a:cubicBezTo>
                  <a:cubicBezTo>
                    <a:pt x="26" y="36"/>
                    <a:pt x="29" y="37"/>
                    <a:pt x="32" y="37"/>
                  </a:cubicBezTo>
                  <a:cubicBezTo>
                    <a:pt x="33" y="37"/>
                    <a:pt x="35" y="37"/>
                    <a:pt x="36" y="37"/>
                  </a:cubicBezTo>
                  <a:cubicBezTo>
                    <a:pt x="37" y="37"/>
                    <a:pt x="39" y="37"/>
                    <a:pt x="39" y="36"/>
                  </a:cubicBezTo>
                  <a:cubicBezTo>
                    <a:pt x="39" y="36"/>
                    <a:pt x="39" y="36"/>
                    <a:pt x="39" y="36"/>
                  </a:cubicBezTo>
                  <a:cubicBezTo>
                    <a:pt x="40" y="36"/>
                    <a:pt x="40" y="36"/>
                    <a:pt x="40" y="36"/>
                  </a:cubicBezTo>
                  <a:cubicBezTo>
                    <a:pt x="40" y="36"/>
                    <a:pt x="40" y="36"/>
                    <a:pt x="40" y="36"/>
                  </a:cubicBezTo>
                  <a:cubicBezTo>
                    <a:pt x="41" y="35"/>
                    <a:pt x="41" y="35"/>
                    <a:pt x="41" y="35"/>
                  </a:cubicBezTo>
                  <a:cubicBezTo>
                    <a:pt x="41" y="35"/>
                    <a:pt x="41" y="35"/>
                    <a:pt x="41" y="35"/>
                  </a:cubicBezTo>
                  <a:cubicBezTo>
                    <a:pt x="41" y="35"/>
                    <a:pt x="41" y="35"/>
                    <a:pt x="41" y="35"/>
                  </a:cubicBezTo>
                  <a:cubicBezTo>
                    <a:pt x="41" y="35"/>
                    <a:pt x="41" y="35"/>
                    <a:pt x="41" y="35"/>
                  </a:cubicBezTo>
                  <a:cubicBezTo>
                    <a:pt x="42" y="34"/>
                    <a:pt x="42" y="34"/>
                    <a:pt x="42" y="34"/>
                  </a:cubicBezTo>
                  <a:cubicBezTo>
                    <a:pt x="42" y="34"/>
                    <a:pt x="42" y="34"/>
                    <a:pt x="42" y="34"/>
                  </a:cubicBezTo>
                  <a:cubicBezTo>
                    <a:pt x="42" y="33"/>
                    <a:pt x="42" y="33"/>
                    <a:pt x="42" y="33"/>
                  </a:cubicBezTo>
                  <a:cubicBezTo>
                    <a:pt x="42" y="33"/>
                    <a:pt x="42" y="33"/>
                    <a:pt x="42" y="33"/>
                  </a:cubicBezTo>
                  <a:cubicBezTo>
                    <a:pt x="41" y="32"/>
                    <a:pt x="41" y="32"/>
                    <a:pt x="41" y="32"/>
                  </a:cubicBezTo>
                  <a:cubicBezTo>
                    <a:pt x="41" y="31"/>
                    <a:pt x="41" y="31"/>
                    <a:pt x="41" y="31"/>
                  </a:cubicBezTo>
                  <a:cubicBezTo>
                    <a:pt x="41" y="31"/>
                    <a:pt x="41" y="30"/>
                    <a:pt x="41" y="30"/>
                  </a:cubicBezTo>
                  <a:cubicBezTo>
                    <a:pt x="39" y="27"/>
                    <a:pt x="39" y="27"/>
                    <a:pt x="39" y="27"/>
                  </a:cubicBezTo>
                  <a:cubicBezTo>
                    <a:pt x="39" y="25"/>
                    <a:pt x="37" y="23"/>
                    <a:pt x="36" y="21"/>
                  </a:cubicBezTo>
                  <a:cubicBezTo>
                    <a:pt x="38" y="22"/>
                    <a:pt x="38" y="22"/>
                    <a:pt x="38" y="22"/>
                  </a:cubicBezTo>
                  <a:cubicBezTo>
                    <a:pt x="37" y="19"/>
                    <a:pt x="36" y="17"/>
                    <a:pt x="34" y="14"/>
                  </a:cubicBezTo>
                  <a:cubicBezTo>
                    <a:pt x="33" y="11"/>
                    <a:pt x="31" y="8"/>
                    <a:pt x="29" y="6"/>
                  </a:cubicBezTo>
                  <a:cubicBezTo>
                    <a:pt x="27" y="3"/>
                    <a:pt x="24" y="2"/>
                    <a:pt x="22" y="2"/>
                  </a:cubicBezTo>
                  <a:cubicBezTo>
                    <a:pt x="24" y="3"/>
                    <a:pt x="26" y="5"/>
                    <a:pt x="27" y="7"/>
                  </a:cubicBezTo>
                  <a:cubicBezTo>
                    <a:pt x="28" y="9"/>
                    <a:pt x="30" y="11"/>
                    <a:pt x="31" y="12"/>
                  </a:cubicBezTo>
                  <a:cubicBezTo>
                    <a:pt x="32" y="14"/>
                    <a:pt x="33" y="16"/>
                    <a:pt x="33" y="18"/>
                  </a:cubicBezTo>
                  <a:cubicBezTo>
                    <a:pt x="36" y="23"/>
                    <a:pt x="36" y="23"/>
                    <a:pt x="36" y="23"/>
                  </a:cubicBezTo>
                  <a:cubicBezTo>
                    <a:pt x="37" y="26"/>
                    <a:pt x="37" y="26"/>
                    <a:pt x="37" y="26"/>
                  </a:cubicBezTo>
                  <a:cubicBezTo>
                    <a:pt x="38" y="28"/>
                    <a:pt x="38" y="28"/>
                    <a:pt x="38" y="28"/>
                  </a:cubicBezTo>
                  <a:cubicBezTo>
                    <a:pt x="38" y="28"/>
                    <a:pt x="38" y="29"/>
                    <a:pt x="38" y="29"/>
                  </a:cubicBezTo>
                  <a:cubicBezTo>
                    <a:pt x="39" y="31"/>
                    <a:pt x="39" y="31"/>
                    <a:pt x="39" y="31"/>
                  </a:cubicBezTo>
                  <a:cubicBezTo>
                    <a:pt x="39" y="31"/>
                    <a:pt x="39" y="32"/>
                    <a:pt x="39" y="32"/>
                  </a:cubicBezTo>
                  <a:cubicBezTo>
                    <a:pt x="39" y="32"/>
                    <a:pt x="39" y="32"/>
                    <a:pt x="39" y="32"/>
                  </a:cubicBezTo>
                  <a:cubicBezTo>
                    <a:pt x="39" y="32"/>
                    <a:pt x="39" y="32"/>
                    <a:pt x="39" y="32"/>
                  </a:cubicBezTo>
                  <a:cubicBezTo>
                    <a:pt x="39" y="33"/>
                    <a:pt x="39" y="33"/>
                    <a:pt x="39" y="33"/>
                  </a:cubicBezTo>
                  <a:cubicBezTo>
                    <a:pt x="39" y="33"/>
                    <a:pt x="39" y="33"/>
                    <a:pt x="39" y="33"/>
                  </a:cubicBezTo>
                  <a:cubicBezTo>
                    <a:pt x="39" y="34"/>
                    <a:pt x="39" y="34"/>
                    <a:pt x="39" y="34"/>
                  </a:cubicBezTo>
                  <a:cubicBezTo>
                    <a:pt x="39" y="34"/>
                    <a:pt x="39" y="34"/>
                    <a:pt x="39" y="34"/>
                  </a:cubicBezTo>
                  <a:cubicBezTo>
                    <a:pt x="39" y="35"/>
                    <a:pt x="39" y="35"/>
                    <a:pt x="38" y="35"/>
                  </a:cubicBezTo>
                  <a:cubicBezTo>
                    <a:pt x="37" y="36"/>
                    <a:pt x="35" y="36"/>
                    <a:pt x="34" y="36"/>
                  </a:cubicBezTo>
                  <a:cubicBezTo>
                    <a:pt x="35" y="36"/>
                    <a:pt x="36" y="36"/>
                    <a:pt x="37" y="35"/>
                  </a:cubicBezTo>
                  <a:cubicBezTo>
                    <a:pt x="38" y="35"/>
                    <a:pt x="38" y="34"/>
                    <a:pt x="39" y="33"/>
                  </a:cubicBezTo>
                  <a:cubicBezTo>
                    <a:pt x="39" y="33"/>
                    <a:pt x="39" y="33"/>
                    <a:pt x="39" y="33"/>
                  </a:cubicBezTo>
                  <a:cubicBezTo>
                    <a:pt x="39" y="33"/>
                    <a:pt x="39" y="33"/>
                    <a:pt x="39" y="33"/>
                  </a:cubicBezTo>
                  <a:cubicBezTo>
                    <a:pt x="39" y="32"/>
                    <a:pt x="39" y="32"/>
                    <a:pt x="39" y="32"/>
                  </a:cubicBezTo>
                  <a:cubicBezTo>
                    <a:pt x="39" y="31"/>
                    <a:pt x="39" y="31"/>
                    <a:pt x="39" y="31"/>
                  </a:cubicBezTo>
                  <a:cubicBezTo>
                    <a:pt x="39" y="31"/>
                    <a:pt x="38" y="31"/>
                    <a:pt x="38" y="30"/>
                  </a:cubicBezTo>
                  <a:cubicBezTo>
                    <a:pt x="38" y="30"/>
                    <a:pt x="38" y="29"/>
                    <a:pt x="38" y="28"/>
                  </a:cubicBezTo>
                  <a:cubicBezTo>
                    <a:pt x="37" y="26"/>
                    <a:pt x="37" y="26"/>
                    <a:pt x="37" y="26"/>
                  </a:cubicBezTo>
                  <a:cubicBezTo>
                    <a:pt x="36" y="24"/>
                    <a:pt x="35" y="22"/>
                    <a:pt x="34" y="20"/>
                  </a:cubicBezTo>
                  <a:cubicBezTo>
                    <a:pt x="33" y="18"/>
                    <a:pt x="32" y="16"/>
                    <a:pt x="31" y="14"/>
                  </a:cubicBezTo>
                  <a:cubicBezTo>
                    <a:pt x="28" y="10"/>
                    <a:pt x="26" y="6"/>
                    <a:pt x="21" y="3"/>
                  </a:cubicBezTo>
                  <a:cubicBezTo>
                    <a:pt x="21" y="2"/>
                    <a:pt x="20" y="2"/>
                    <a:pt x="20" y="2"/>
                  </a:cubicBezTo>
                  <a:cubicBezTo>
                    <a:pt x="19" y="2"/>
                    <a:pt x="18" y="2"/>
                    <a:pt x="17" y="2"/>
                  </a:cubicBezTo>
                  <a:cubicBezTo>
                    <a:pt x="16" y="2"/>
                    <a:pt x="15" y="3"/>
                    <a:pt x="15" y="4"/>
                  </a:cubicBezTo>
                  <a:cubicBezTo>
                    <a:pt x="15" y="5"/>
                    <a:pt x="15" y="6"/>
                    <a:pt x="16" y="7"/>
                  </a:cubicBezTo>
                  <a:cubicBezTo>
                    <a:pt x="17" y="7"/>
                    <a:pt x="18" y="8"/>
                    <a:pt x="18" y="8"/>
                  </a:cubicBezTo>
                  <a:cubicBezTo>
                    <a:pt x="18" y="9"/>
                    <a:pt x="17" y="9"/>
                    <a:pt x="17" y="9"/>
                  </a:cubicBezTo>
                  <a:cubicBezTo>
                    <a:pt x="19" y="11"/>
                    <a:pt x="21" y="14"/>
                    <a:pt x="21" y="16"/>
                  </a:cubicBezTo>
                  <a:cubicBezTo>
                    <a:pt x="22" y="17"/>
                    <a:pt x="23" y="18"/>
                    <a:pt x="23" y="19"/>
                  </a:cubicBezTo>
                  <a:cubicBezTo>
                    <a:pt x="23" y="20"/>
                    <a:pt x="23" y="20"/>
                    <a:pt x="23" y="21"/>
                  </a:cubicBezTo>
                  <a:cubicBezTo>
                    <a:pt x="23" y="21"/>
                    <a:pt x="22" y="21"/>
                    <a:pt x="22" y="21"/>
                  </a:cubicBezTo>
                  <a:cubicBezTo>
                    <a:pt x="22" y="21"/>
                    <a:pt x="22" y="21"/>
                    <a:pt x="22" y="21"/>
                  </a:cubicBezTo>
                  <a:cubicBezTo>
                    <a:pt x="22" y="21"/>
                    <a:pt x="22" y="21"/>
                    <a:pt x="22" y="21"/>
                  </a:cubicBezTo>
                  <a:cubicBezTo>
                    <a:pt x="21" y="21"/>
                    <a:pt x="21" y="21"/>
                    <a:pt x="21" y="21"/>
                  </a:cubicBezTo>
                  <a:cubicBezTo>
                    <a:pt x="22" y="21"/>
                    <a:pt x="22" y="21"/>
                    <a:pt x="22" y="21"/>
                  </a:cubicBezTo>
                  <a:cubicBezTo>
                    <a:pt x="22" y="21"/>
                    <a:pt x="22" y="21"/>
                    <a:pt x="22" y="21"/>
                  </a:cubicBezTo>
                  <a:cubicBezTo>
                    <a:pt x="22" y="21"/>
                    <a:pt x="22" y="21"/>
                    <a:pt x="22" y="21"/>
                  </a:cubicBezTo>
                  <a:cubicBezTo>
                    <a:pt x="22" y="21"/>
                    <a:pt x="22" y="20"/>
                    <a:pt x="22" y="20"/>
                  </a:cubicBezTo>
                  <a:cubicBezTo>
                    <a:pt x="22" y="20"/>
                    <a:pt x="22" y="20"/>
                    <a:pt x="22" y="19"/>
                  </a:cubicBezTo>
                  <a:cubicBezTo>
                    <a:pt x="22" y="18"/>
                    <a:pt x="22" y="17"/>
                    <a:pt x="21" y="16"/>
                  </a:cubicBezTo>
                  <a:cubicBezTo>
                    <a:pt x="20" y="14"/>
                    <a:pt x="19" y="11"/>
                    <a:pt x="17" y="10"/>
                  </a:cubicBezTo>
                  <a:cubicBezTo>
                    <a:pt x="16" y="10"/>
                    <a:pt x="16" y="11"/>
                    <a:pt x="16" y="12"/>
                  </a:cubicBezTo>
                  <a:cubicBezTo>
                    <a:pt x="16" y="12"/>
                    <a:pt x="16" y="12"/>
                    <a:pt x="16" y="13"/>
                  </a:cubicBezTo>
                  <a:cubicBezTo>
                    <a:pt x="17" y="13"/>
                    <a:pt x="17" y="13"/>
                    <a:pt x="17" y="14"/>
                  </a:cubicBezTo>
                  <a:cubicBezTo>
                    <a:pt x="17" y="15"/>
                    <a:pt x="17" y="15"/>
                    <a:pt x="17" y="16"/>
                  </a:cubicBezTo>
                  <a:cubicBezTo>
                    <a:pt x="17" y="16"/>
                    <a:pt x="17" y="16"/>
                    <a:pt x="16" y="16"/>
                  </a:cubicBezTo>
                  <a:cubicBezTo>
                    <a:pt x="16" y="16"/>
                    <a:pt x="16" y="16"/>
                    <a:pt x="16" y="16"/>
                  </a:cubicBezTo>
                  <a:cubicBezTo>
                    <a:pt x="16" y="16"/>
                    <a:pt x="16" y="16"/>
                    <a:pt x="16" y="15"/>
                  </a:cubicBezTo>
                  <a:cubicBezTo>
                    <a:pt x="16" y="15"/>
                    <a:pt x="15" y="15"/>
                    <a:pt x="15" y="15"/>
                  </a:cubicBezTo>
                  <a:cubicBezTo>
                    <a:pt x="14" y="14"/>
                    <a:pt x="14" y="14"/>
                    <a:pt x="14" y="14"/>
                  </a:cubicBezTo>
                  <a:cubicBezTo>
                    <a:pt x="14" y="14"/>
                    <a:pt x="14" y="14"/>
                    <a:pt x="14" y="14"/>
                  </a:cubicBezTo>
                  <a:cubicBezTo>
                    <a:pt x="14" y="15"/>
                    <a:pt x="13" y="14"/>
                    <a:pt x="13" y="14"/>
                  </a:cubicBezTo>
                  <a:cubicBezTo>
                    <a:pt x="13" y="14"/>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3" y="13"/>
                    <a:pt x="13" y="13"/>
                    <a:pt x="13" y="13"/>
                  </a:cubicBezTo>
                  <a:cubicBezTo>
                    <a:pt x="14" y="12"/>
                    <a:pt x="14" y="12"/>
                    <a:pt x="15" y="11"/>
                  </a:cubicBezTo>
                  <a:cubicBezTo>
                    <a:pt x="15" y="11"/>
                    <a:pt x="15" y="10"/>
                    <a:pt x="15" y="10"/>
                  </a:cubicBezTo>
                  <a:cubicBezTo>
                    <a:pt x="15" y="10"/>
                    <a:pt x="15" y="9"/>
                    <a:pt x="15" y="9"/>
                  </a:cubicBezTo>
                  <a:cubicBezTo>
                    <a:pt x="15" y="8"/>
                    <a:pt x="14" y="8"/>
                    <a:pt x="13" y="7"/>
                  </a:cubicBezTo>
                  <a:cubicBezTo>
                    <a:pt x="12" y="7"/>
                    <a:pt x="11" y="6"/>
                    <a:pt x="9" y="7"/>
                  </a:cubicBezTo>
                  <a:cubicBezTo>
                    <a:pt x="9" y="6"/>
                    <a:pt x="9" y="6"/>
                    <a:pt x="9" y="6"/>
                  </a:cubicBezTo>
                  <a:cubicBezTo>
                    <a:pt x="10" y="5"/>
                    <a:pt x="11" y="5"/>
                    <a:pt x="12" y="4"/>
                  </a:cubicBezTo>
                  <a:cubicBezTo>
                    <a:pt x="12" y="4"/>
                    <a:pt x="13" y="4"/>
                    <a:pt x="13" y="3"/>
                  </a:cubicBezTo>
                  <a:cubicBezTo>
                    <a:pt x="13" y="2"/>
                    <a:pt x="12" y="1"/>
                    <a:pt x="12" y="0"/>
                  </a:cubicBezTo>
                  <a:cubicBezTo>
                    <a:pt x="11" y="0"/>
                    <a:pt x="10" y="1"/>
                    <a:pt x="9" y="1"/>
                  </a:cubicBezTo>
                  <a:cubicBezTo>
                    <a:pt x="8" y="1"/>
                    <a:pt x="7" y="2"/>
                    <a:pt x="5" y="3"/>
                  </a:cubicBezTo>
                  <a:cubicBezTo>
                    <a:pt x="3" y="4"/>
                    <a:pt x="2" y="6"/>
                    <a:pt x="1" y="9"/>
                  </a:cubicBezTo>
                  <a:cubicBezTo>
                    <a:pt x="1" y="10"/>
                    <a:pt x="0" y="11"/>
                    <a:pt x="0" y="12"/>
                  </a:cubicBezTo>
                  <a:cubicBezTo>
                    <a:pt x="0" y="13"/>
                    <a:pt x="1" y="14"/>
                    <a:pt x="1" y="15"/>
                  </a:cubicBezTo>
                  <a:cubicBezTo>
                    <a:pt x="2" y="20"/>
                    <a:pt x="4" y="24"/>
                    <a:pt x="7" y="27"/>
                  </a:cubicBezTo>
                  <a:cubicBezTo>
                    <a:pt x="10" y="30"/>
                    <a:pt x="13" y="32"/>
                    <a:pt x="16" y="33"/>
                  </a:cubicBezTo>
                  <a:cubicBezTo>
                    <a:pt x="21" y="37"/>
                    <a:pt x="27" y="38"/>
                    <a:pt x="32" y="39"/>
                  </a:cubicBezTo>
                  <a:cubicBezTo>
                    <a:pt x="33" y="39"/>
                    <a:pt x="34" y="39"/>
                    <a:pt x="35" y="39"/>
                  </a:cubicBezTo>
                  <a:cubicBezTo>
                    <a:pt x="36" y="39"/>
                    <a:pt x="37" y="39"/>
                    <a:pt x="38" y="39"/>
                  </a:cubicBezTo>
                  <a:cubicBezTo>
                    <a:pt x="39" y="39"/>
                    <a:pt x="40" y="38"/>
                    <a:pt x="40" y="37"/>
                  </a:cubicBezTo>
                  <a:cubicBezTo>
                    <a:pt x="40" y="37"/>
                    <a:pt x="40" y="37"/>
                    <a:pt x="40" y="37"/>
                  </a:cubicBezTo>
                  <a:cubicBezTo>
                    <a:pt x="41" y="37"/>
                    <a:pt x="41" y="37"/>
                    <a:pt x="41" y="37"/>
                  </a:cubicBezTo>
                  <a:cubicBezTo>
                    <a:pt x="42" y="36"/>
                    <a:pt x="42" y="36"/>
                    <a:pt x="42" y="36"/>
                  </a:cubicBezTo>
                  <a:cubicBezTo>
                    <a:pt x="43" y="36"/>
                    <a:pt x="43" y="36"/>
                    <a:pt x="43" y="36"/>
                  </a:cubicBezTo>
                  <a:cubicBezTo>
                    <a:pt x="43" y="35"/>
                    <a:pt x="43" y="35"/>
                    <a:pt x="43" y="35"/>
                  </a:cubicBezTo>
                  <a:cubicBezTo>
                    <a:pt x="43" y="34"/>
                    <a:pt x="43" y="34"/>
                    <a:pt x="43" y="34"/>
                  </a:cubicBezTo>
                  <a:cubicBezTo>
                    <a:pt x="43" y="34"/>
                    <a:pt x="43" y="34"/>
                    <a:pt x="43" y="34"/>
                  </a:cubicBezTo>
                  <a:lnTo>
                    <a:pt x="43" y="33"/>
                  </a:lnTo>
                  <a:close/>
                  <a:moveTo>
                    <a:pt x="12" y="11"/>
                  </a:moveTo>
                  <a:cubicBezTo>
                    <a:pt x="12" y="11"/>
                    <a:pt x="12" y="11"/>
                    <a:pt x="12" y="11"/>
                  </a:cubicBezTo>
                  <a:cubicBezTo>
                    <a:pt x="12" y="11"/>
                    <a:pt x="12" y="11"/>
                    <a:pt x="12" y="11"/>
                  </a:cubicBezTo>
                  <a:cubicBezTo>
                    <a:pt x="11" y="11"/>
                    <a:pt x="11" y="11"/>
                    <a:pt x="12" y="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8" name="Google Shape;268;p15"/>
            <p:cNvSpPr/>
            <p:nvPr/>
          </p:nvSpPr>
          <p:spPr>
            <a:xfrm>
              <a:off x="6613526" y="2957513"/>
              <a:ext cx="0" cy="3175"/>
            </a:xfrm>
            <a:custGeom>
              <a:rect b="b" l="l" r="r" t="t"/>
              <a:pathLst>
                <a:path extrusionOk="0" h="1" w="120000">
                  <a:moveTo>
                    <a:pt x="0" y="1"/>
                  </a:moveTo>
                  <a:cubicBezTo>
                    <a:pt x="0" y="1"/>
                    <a:pt x="0" y="1"/>
                    <a:pt x="0" y="1"/>
                  </a:cubicBezTo>
                  <a:cubicBezTo>
                    <a:pt x="0" y="1"/>
                    <a:pt x="0" y="1"/>
                    <a:pt x="0" y="0"/>
                  </a:cubicBezTo>
                  <a:cubicBezTo>
                    <a:pt x="0" y="0"/>
                    <a:pt x="0" y="1"/>
                    <a:pt x="0" y="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69" name="Google Shape;269;p15"/>
            <p:cNvSpPr/>
            <p:nvPr/>
          </p:nvSpPr>
          <p:spPr>
            <a:xfrm>
              <a:off x="6613526" y="2960688"/>
              <a:ext cx="0" cy="0"/>
            </a:xfrm>
            <a:custGeom>
              <a:rect b="b" l="l" r="r" t="t"/>
              <a:pathLst>
                <a:path extrusionOk="0" h="120000" w="120000">
                  <a:moveTo>
                    <a:pt x="0" y="0"/>
                  </a:moveTo>
                  <a:cubicBezTo>
                    <a:pt x="0" y="0"/>
                    <a:pt x="0" y="0"/>
                    <a:pt x="0" y="0"/>
                  </a:cubicBezTo>
                  <a:cubicBezTo>
                    <a:pt x="0" y="0"/>
                    <a:pt x="0" y="0"/>
                    <a:pt x="0" y="0"/>
                  </a:cubicBezTo>
                  <a:cubicBezTo>
                    <a:pt x="0" y="0"/>
                    <a:pt x="0" y="0"/>
                    <a:pt x="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0" name="Google Shape;270;p15"/>
            <p:cNvSpPr/>
            <p:nvPr/>
          </p:nvSpPr>
          <p:spPr>
            <a:xfrm>
              <a:off x="6616701" y="2960688"/>
              <a:ext cx="0" cy="0"/>
            </a:xfrm>
            <a:custGeom>
              <a:rect b="b" l="l" r="r" t="t"/>
              <a:pathLst>
                <a:path extrusionOk="0" h="120000" w="120000">
                  <a:moveTo>
                    <a:pt x="0" y="0"/>
                  </a:moveTo>
                  <a:cubicBezTo>
                    <a:pt x="0" y="0"/>
                    <a:pt x="0" y="0"/>
                    <a:pt x="0" y="0"/>
                  </a:cubicBezTo>
                  <a:cubicBezTo>
                    <a:pt x="0" y="0"/>
                    <a:pt x="0" y="0"/>
                    <a:pt x="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1" name="Google Shape;271;p15"/>
            <p:cNvSpPr/>
            <p:nvPr/>
          </p:nvSpPr>
          <p:spPr>
            <a:xfrm>
              <a:off x="6503988" y="2938463"/>
              <a:ext cx="150813" cy="153988"/>
            </a:xfrm>
            <a:custGeom>
              <a:rect b="b" l="l" r="r" t="t"/>
              <a:pathLst>
                <a:path extrusionOk="0" h="41" w="40">
                  <a:moveTo>
                    <a:pt x="26" y="36"/>
                  </a:moveTo>
                  <a:cubicBezTo>
                    <a:pt x="28" y="35"/>
                    <a:pt x="30" y="33"/>
                    <a:pt x="32" y="31"/>
                  </a:cubicBezTo>
                  <a:cubicBezTo>
                    <a:pt x="34" y="29"/>
                    <a:pt x="36" y="27"/>
                    <a:pt x="37" y="24"/>
                  </a:cubicBezTo>
                  <a:cubicBezTo>
                    <a:pt x="36" y="27"/>
                    <a:pt x="34" y="29"/>
                    <a:pt x="32" y="31"/>
                  </a:cubicBezTo>
                  <a:cubicBezTo>
                    <a:pt x="30" y="33"/>
                    <a:pt x="28" y="34"/>
                    <a:pt x="26" y="35"/>
                  </a:cubicBezTo>
                  <a:cubicBezTo>
                    <a:pt x="21" y="38"/>
                    <a:pt x="17" y="39"/>
                    <a:pt x="12" y="39"/>
                  </a:cubicBezTo>
                  <a:cubicBezTo>
                    <a:pt x="1" y="40"/>
                    <a:pt x="1" y="40"/>
                    <a:pt x="1" y="40"/>
                  </a:cubicBezTo>
                  <a:cubicBezTo>
                    <a:pt x="6" y="30"/>
                    <a:pt x="6" y="30"/>
                    <a:pt x="6" y="30"/>
                  </a:cubicBezTo>
                  <a:cubicBezTo>
                    <a:pt x="8" y="25"/>
                    <a:pt x="8" y="25"/>
                    <a:pt x="8" y="25"/>
                  </a:cubicBezTo>
                  <a:cubicBezTo>
                    <a:pt x="8" y="25"/>
                    <a:pt x="9" y="26"/>
                    <a:pt x="9" y="26"/>
                  </a:cubicBezTo>
                  <a:cubicBezTo>
                    <a:pt x="8" y="27"/>
                    <a:pt x="8" y="29"/>
                    <a:pt x="7" y="31"/>
                  </a:cubicBezTo>
                  <a:cubicBezTo>
                    <a:pt x="3" y="39"/>
                    <a:pt x="3" y="39"/>
                    <a:pt x="3" y="39"/>
                  </a:cubicBezTo>
                  <a:cubicBezTo>
                    <a:pt x="12" y="38"/>
                    <a:pt x="12" y="38"/>
                    <a:pt x="12" y="38"/>
                  </a:cubicBezTo>
                  <a:cubicBezTo>
                    <a:pt x="17" y="37"/>
                    <a:pt x="21" y="37"/>
                    <a:pt x="26" y="35"/>
                  </a:cubicBezTo>
                  <a:cubicBezTo>
                    <a:pt x="28" y="34"/>
                    <a:pt x="30" y="32"/>
                    <a:pt x="32" y="30"/>
                  </a:cubicBezTo>
                  <a:cubicBezTo>
                    <a:pt x="34" y="28"/>
                    <a:pt x="36" y="26"/>
                    <a:pt x="36" y="23"/>
                  </a:cubicBezTo>
                  <a:cubicBezTo>
                    <a:pt x="38" y="24"/>
                    <a:pt x="38" y="24"/>
                    <a:pt x="38" y="24"/>
                  </a:cubicBezTo>
                  <a:cubicBezTo>
                    <a:pt x="40" y="19"/>
                    <a:pt x="40" y="14"/>
                    <a:pt x="39" y="10"/>
                  </a:cubicBezTo>
                  <a:cubicBezTo>
                    <a:pt x="39" y="8"/>
                    <a:pt x="38" y="6"/>
                    <a:pt x="37" y="5"/>
                  </a:cubicBezTo>
                  <a:cubicBezTo>
                    <a:pt x="37" y="7"/>
                    <a:pt x="37" y="9"/>
                    <a:pt x="38" y="10"/>
                  </a:cubicBezTo>
                  <a:cubicBezTo>
                    <a:pt x="38" y="11"/>
                    <a:pt x="37" y="12"/>
                    <a:pt x="37" y="13"/>
                  </a:cubicBezTo>
                  <a:cubicBezTo>
                    <a:pt x="37" y="13"/>
                    <a:pt x="37" y="14"/>
                    <a:pt x="37" y="15"/>
                  </a:cubicBezTo>
                  <a:cubicBezTo>
                    <a:pt x="37" y="18"/>
                    <a:pt x="36" y="22"/>
                    <a:pt x="34" y="25"/>
                  </a:cubicBezTo>
                  <a:cubicBezTo>
                    <a:pt x="32" y="28"/>
                    <a:pt x="30" y="31"/>
                    <a:pt x="27" y="32"/>
                  </a:cubicBezTo>
                  <a:cubicBezTo>
                    <a:pt x="24" y="34"/>
                    <a:pt x="22" y="35"/>
                    <a:pt x="19" y="35"/>
                  </a:cubicBezTo>
                  <a:cubicBezTo>
                    <a:pt x="19" y="35"/>
                    <a:pt x="19" y="35"/>
                    <a:pt x="19" y="35"/>
                  </a:cubicBezTo>
                  <a:cubicBezTo>
                    <a:pt x="24" y="34"/>
                    <a:pt x="29" y="31"/>
                    <a:pt x="32" y="27"/>
                  </a:cubicBezTo>
                  <a:cubicBezTo>
                    <a:pt x="35" y="24"/>
                    <a:pt x="36" y="20"/>
                    <a:pt x="37" y="16"/>
                  </a:cubicBezTo>
                  <a:cubicBezTo>
                    <a:pt x="37" y="14"/>
                    <a:pt x="37" y="12"/>
                    <a:pt x="37" y="11"/>
                  </a:cubicBezTo>
                  <a:cubicBezTo>
                    <a:pt x="37" y="9"/>
                    <a:pt x="37" y="7"/>
                    <a:pt x="36" y="5"/>
                  </a:cubicBezTo>
                  <a:cubicBezTo>
                    <a:pt x="36" y="5"/>
                    <a:pt x="36" y="4"/>
                    <a:pt x="36" y="4"/>
                  </a:cubicBezTo>
                  <a:cubicBezTo>
                    <a:pt x="35" y="3"/>
                    <a:pt x="35" y="3"/>
                    <a:pt x="34" y="3"/>
                  </a:cubicBezTo>
                  <a:cubicBezTo>
                    <a:pt x="33" y="2"/>
                    <a:pt x="32" y="2"/>
                    <a:pt x="32" y="2"/>
                  </a:cubicBezTo>
                  <a:cubicBezTo>
                    <a:pt x="31" y="2"/>
                    <a:pt x="30" y="2"/>
                    <a:pt x="30" y="3"/>
                  </a:cubicBezTo>
                  <a:cubicBezTo>
                    <a:pt x="30" y="3"/>
                    <a:pt x="30" y="4"/>
                    <a:pt x="30" y="4"/>
                  </a:cubicBezTo>
                  <a:cubicBezTo>
                    <a:pt x="30" y="5"/>
                    <a:pt x="30" y="5"/>
                    <a:pt x="30" y="6"/>
                  </a:cubicBezTo>
                  <a:cubicBezTo>
                    <a:pt x="30" y="7"/>
                    <a:pt x="31" y="8"/>
                    <a:pt x="31" y="8"/>
                  </a:cubicBezTo>
                  <a:cubicBezTo>
                    <a:pt x="30" y="8"/>
                    <a:pt x="30" y="8"/>
                    <a:pt x="30" y="8"/>
                  </a:cubicBezTo>
                  <a:cubicBezTo>
                    <a:pt x="30" y="7"/>
                    <a:pt x="30" y="7"/>
                    <a:pt x="30" y="6"/>
                  </a:cubicBezTo>
                  <a:cubicBezTo>
                    <a:pt x="30" y="6"/>
                    <a:pt x="30" y="6"/>
                    <a:pt x="30" y="6"/>
                  </a:cubicBezTo>
                  <a:cubicBezTo>
                    <a:pt x="29" y="6"/>
                    <a:pt x="29" y="6"/>
                    <a:pt x="29" y="6"/>
                  </a:cubicBezTo>
                  <a:cubicBezTo>
                    <a:pt x="28" y="6"/>
                    <a:pt x="26" y="6"/>
                    <a:pt x="25" y="7"/>
                  </a:cubicBezTo>
                  <a:cubicBezTo>
                    <a:pt x="24" y="6"/>
                    <a:pt x="24" y="6"/>
                    <a:pt x="24" y="6"/>
                  </a:cubicBezTo>
                  <a:cubicBezTo>
                    <a:pt x="26" y="4"/>
                    <a:pt x="27" y="3"/>
                    <a:pt x="26" y="3"/>
                  </a:cubicBezTo>
                  <a:cubicBezTo>
                    <a:pt x="26" y="2"/>
                    <a:pt x="24" y="1"/>
                    <a:pt x="24" y="0"/>
                  </a:cubicBezTo>
                  <a:cubicBezTo>
                    <a:pt x="23" y="2"/>
                    <a:pt x="22" y="3"/>
                    <a:pt x="20" y="4"/>
                  </a:cubicBezTo>
                  <a:cubicBezTo>
                    <a:pt x="19" y="5"/>
                    <a:pt x="18" y="6"/>
                    <a:pt x="17" y="7"/>
                  </a:cubicBezTo>
                  <a:cubicBezTo>
                    <a:pt x="17" y="8"/>
                    <a:pt x="16" y="9"/>
                    <a:pt x="15" y="10"/>
                  </a:cubicBezTo>
                  <a:cubicBezTo>
                    <a:pt x="15" y="10"/>
                    <a:pt x="15" y="10"/>
                    <a:pt x="15" y="10"/>
                  </a:cubicBezTo>
                  <a:cubicBezTo>
                    <a:pt x="15" y="10"/>
                    <a:pt x="15" y="10"/>
                    <a:pt x="15" y="11"/>
                  </a:cubicBezTo>
                  <a:cubicBezTo>
                    <a:pt x="15" y="11"/>
                    <a:pt x="15" y="11"/>
                    <a:pt x="15" y="11"/>
                  </a:cubicBezTo>
                  <a:cubicBezTo>
                    <a:pt x="14" y="13"/>
                    <a:pt x="14" y="13"/>
                    <a:pt x="14" y="13"/>
                  </a:cubicBezTo>
                  <a:cubicBezTo>
                    <a:pt x="13" y="15"/>
                    <a:pt x="13" y="15"/>
                    <a:pt x="13" y="15"/>
                  </a:cubicBezTo>
                  <a:cubicBezTo>
                    <a:pt x="10" y="20"/>
                    <a:pt x="10" y="20"/>
                    <a:pt x="10" y="20"/>
                  </a:cubicBezTo>
                  <a:cubicBezTo>
                    <a:pt x="6" y="30"/>
                    <a:pt x="6" y="30"/>
                    <a:pt x="6" y="30"/>
                  </a:cubicBezTo>
                  <a:cubicBezTo>
                    <a:pt x="0" y="41"/>
                    <a:pt x="0" y="41"/>
                    <a:pt x="0" y="41"/>
                  </a:cubicBezTo>
                  <a:cubicBezTo>
                    <a:pt x="12" y="40"/>
                    <a:pt x="12" y="40"/>
                    <a:pt x="12" y="40"/>
                  </a:cubicBezTo>
                  <a:cubicBezTo>
                    <a:pt x="17" y="39"/>
                    <a:pt x="22" y="38"/>
                    <a:pt x="26" y="36"/>
                  </a:cubicBezTo>
                  <a:close/>
                  <a:moveTo>
                    <a:pt x="18" y="36"/>
                  </a:moveTo>
                  <a:cubicBezTo>
                    <a:pt x="18" y="36"/>
                    <a:pt x="18" y="36"/>
                    <a:pt x="18" y="36"/>
                  </a:cubicBezTo>
                  <a:cubicBezTo>
                    <a:pt x="18" y="36"/>
                    <a:pt x="18" y="36"/>
                    <a:pt x="18" y="36"/>
                  </a:cubicBezTo>
                  <a:close/>
                  <a:moveTo>
                    <a:pt x="25" y="24"/>
                  </a:moveTo>
                  <a:cubicBezTo>
                    <a:pt x="24" y="24"/>
                    <a:pt x="24" y="24"/>
                    <a:pt x="24" y="24"/>
                  </a:cubicBezTo>
                  <a:cubicBezTo>
                    <a:pt x="24" y="24"/>
                    <a:pt x="24" y="24"/>
                    <a:pt x="24" y="24"/>
                  </a:cubicBezTo>
                  <a:cubicBezTo>
                    <a:pt x="24" y="24"/>
                    <a:pt x="24" y="24"/>
                    <a:pt x="24" y="24"/>
                  </a:cubicBezTo>
                  <a:cubicBezTo>
                    <a:pt x="26" y="22"/>
                    <a:pt x="27" y="21"/>
                    <a:pt x="28" y="19"/>
                  </a:cubicBezTo>
                  <a:cubicBezTo>
                    <a:pt x="28" y="18"/>
                    <a:pt x="29" y="17"/>
                    <a:pt x="29" y="15"/>
                  </a:cubicBezTo>
                  <a:cubicBezTo>
                    <a:pt x="29" y="15"/>
                    <a:pt x="29" y="15"/>
                    <a:pt x="29" y="15"/>
                  </a:cubicBezTo>
                  <a:cubicBezTo>
                    <a:pt x="29" y="16"/>
                    <a:pt x="29" y="18"/>
                    <a:pt x="28" y="19"/>
                  </a:cubicBezTo>
                  <a:cubicBezTo>
                    <a:pt x="27" y="21"/>
                    <a:pt x="26" y="23"/>
                    <a:pt x="25" y="24"/>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2" name="Google Shape;272;p15"/>
            <p:cNvSpPr/>
            <p:nvPr/>
          </p:nvSpPr>
          <p:spPr>
            <a:xfrm>
              <a:off x="6613526" y="2957513"/>
              <a:ext cx="0" cy="0"/>
            </a:xfrm>
            <a:custGeom>
              <a:rect b="b" l="l" r="r" t="t"/>
              <a:pathLst>
                <a:path extrusionOk="0" h="120000" w="120000">
                  <a:moveTo>
                    <a:pt x="0" y="0"/>
                  </a:moveTo>
                  <a:cubicBezTo>
                    <a:pt x="0" y="0"/>
                    <a:pt x="0" y="0"/>
                    <a:pt x="0" y="0"/>
                  </a:cubicBezTo>
                  <a:cubicBezTo>
                    <a:pt x="0" y="0"/>
                    <a:pt x="0" y="0"/>
                    <a:pt x="0" y="0"/>
                  </a:cubicBezTo>
                  <a:cubicBezTo>
                    <a:pt x="0" y="0"/>
                    <a:pt x="0" y="0"/>
                    <a:pt x="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3" name="Google Shape;273;p15"/>
            <p:cNvSpPr/>
            <p:nvPr/>
          </p:nvSpPr>
          <p:spPr>
            <a:xfrm>
              <a:off x="6613526" y="2960688"/>
              <a:ext cx="3175" cy="0"/>
            </a:xfrm>
            <a:custGeom>
              <a:rect b="b" l="l" r="r" t="t"/>
              <a:pathLst>
                <a:path extrusionOk="0" h="120000" w="1">
                  <a:moveTo>
                    <a:pt x="1" y="0"/>
                  </a:moveTo>
                  <a:cubicBezTo>
                    <a:pt x="1" y="0"/>
                    <a:pt x="1" y="0"/>
                    <a:pt x="1" y="0"/>
                  </a:cubicBezTo>
                  <a:cubicBezTo>
                    <a:pt x="1" y="0"/>
                    <a:pt x="1" y="0"/>
                    <a:pt x="0" y="0"/>
                  </a:cubicBezTo>
                  <a:cubicBezTo>
                    <a:pt x="1" y="0"/>
                    <a:pt x="1" y="0"/>
                    <a:pt x="1"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4" name="Google Shape;274;p15"/>
            <p:cNvSpPr/>
            <p:nvPr/>
          </p:nvSpPr>
          <p:spPr>
            <a:xfrm>
              <a:off x="4999038" y="1544638"/>
              <a:ext cx="2201862" cy="3138487"/>
            </a:xfrm>
            <a:custGeom>
              <a:rect b="b" l="l" r="r" t="t"/>
              <a:pathLst>
                <a:path extrusionOk="0" h="835" w="585">
                  <a:moveTo>
                    <a:pt x="542" y="139"/>
                  </a:moveTo>
                  <a:cubicBezTo>
                    <a:pt x="526" y="111"/>
                    <a:pt x="507" y="89"/>
                    <a:pt x="486" y="71"/>
                  </a:cubicBezTo>
                  <a:cubicBezTo>
                    <a:pt x="466" y="53"/>
                    <a:pt x="445" y="39"/>
                    <a:pt x="425" y="29"/>
                  </a:cubicBezTo>
                  <a:cubicBezTo>
                    <a:pt x="460" y="48"/>
                    <a:pt x="492" y="74"/>
                    <a:pt x="517" y="106"/>
                  </a:cubicBezTo>
                  <a:cubicBezTo>
                    <a:pt x="542" y="138"/>
                    <a:pt x="561" y="175"/>
                    <a:pt x="571" y="215"/>
                  </a:cubicBezTo>
                  <a:cubicBezTo>
                    <a:pt x="581" y="255"/>
                    <a:pt x="583" y="297"/>
                    <a:pt x="575" y="338"/>
                  </a:cubicBezTo>
                  <a:cubicBezTo>
                    <a:pt x="568" y="378"/>
                    <a:pt x="552" y="418"/>
                    <a:pt x="528" y="452"/>
                  </a:cubicBezTo>
                  <a:cubicBezTo>
                    <a:pt x="504" y="486"/>
                    <a:pt x="472" y="515"/>
                    <a:pt x="436" y="536"/>
                  </a:cubicBezTo>
                  <a:cubicBezTo>
                    <a:pt x="432" y="539"/>
                    <a:pt x="427" y="541"/>
                    <a:pt x="422" y="544"/>
                  </a:cubicBezTo>
                  <a:cubicBezTo>
                    <a:pt x="419" y="545"/>
                    <a:pt x="419" y="545"/>
                    <a:pt x="419" y="545"/>
                  </a:cubicBezTo>
                  <a:cubicBezTo>
                    <a:pt x="416" y="547"/>
                    <a:pt x="416" y="547"/>
                    <a:pt x="416" y="547"/>
                  </a:cubicBezTo>
                  <a:cubicBezTo>
                    <a:pt x="414" y="548"/>
                    <a:pt x="414" y="548"/>
                    <a:pt x="414" y="548"/>
                  </a:cubicBezTo>
                  <a:cubicBezTo>
                    <a:pt x="414" y="549"/>
                    <a:pt x="414" y="549"/>
                    <a:pt x="414" y="549"/>
                  </a:cubicBezTo>
                  <a:cubicBezTo>
                    <a:pt x="414" y="580"/>
                    <a:pt x="414" y="580"/>
                    <a:pt x="414" y="580"/>
                  </a:cubicBezTo>
                  <a:cubicBezTo>
                    <a:pt x="414" y="595"/>
                    <a:pt x="414" y="595"/>
                    <a:pt x="414" y="595"/>
                  </a:cubicBezTo>
                  <a:cubicBezTo>
                    <a:pt x="414" y="599"/>
                    <a:pt x="414" y="599"/>
                    <a:pt x="414" y="599"/>
                  </a:cubicBezTo>
                  <a:cubicBezTo>
                    <a:pt x="414" y="600"/>
                    <a:pt x="414" y="600"/>
                    <a:pt x="414" y="600"/>
                  </a:cubicBezTo>
                  <a:cubicBezTo>
                    <a:pt x="414" y="600"/>
                    <a:pt x="414" y="601"/>
                    <a:pt x="414" y="601"/>
                  </a:cubicBezTo>
                  <a:cubicBezTo>
                    <a:pt x="414" y="602"/>
                    <a:pt x="414" y="603"/>
                    <a:pt x="414" y="604"/>
                  </a:cubicBezTo>
                  <a:cubicBezTo>
                    <a:pt x="413" y="607"/>
                    <a:pt x="412" y="610"/>
                    <a:pt x="410" y="613"/>
                  </a:cubicBezTo>
                  <a:cubicBezTo>
                    <a:pt x="406" y="618"/>
                    <a:pt x="400" y="621"/>
                    <a:pt x="393" y="621"/>
                  </a:cubicBezTo>
                  <a:cubicBezTo>
                    <a:pt x="377" y="621"/>
                    <a:pt x="377" y="621"/>
                    <a:pt x="377" y="621"/>
                  </a:cubicBezTo>
                  <a:cubicBezTo>
                    <a:pt x="346" y="621"/>
                    <a:pt x="346" y="621"/>
                    <a:pt x="346" y="621"/>
                  </a:cubicBezTo>
                  <a:cubicBezTo>
                    <a:pt x="336" y="621"/>
                    <a:pt x="336" y="621"/>
                    <a:pt x="336" y="621"/>
                  </a:cubicBezTo>
                  <a:cubicBezTo>
                    <a:pt x="330" y="621"/>
                    <a:pt x="330" y="621"/>
                    <a:pt x="330" y="621"/>
                  </a:cubicBezTo>
                  <a:cubicBezTo>
                    <a:pt x="328" y="621"/>
                    <a:pt x="328" y="621"/>
                    <a:pt x="328" y="621"/>
                  </a:cubicBezTo>
                  <a:cubicBezTo>
                    <a:pt x="328" y="621"/>
                    <a:pt x="328" y="621"/>
                    <a:pt x="328" y="621"/>
                  </a:cubicBezTo>
                  <a:cubicBezTo>
                    <a:pt x="328" y="621"/>
                    <a:pt x="328" y="621"/>
                    <a:pt x="328" y="621"/>
                  </a:cubicBezTo>
                  <a:cubicBezTo>
                    <a:pt x="328" y="620"/>
                    <a:pt x="328" y="620"/>
                    <a:pt x="328" y="620"/>
                  </a:cubicBezTo>
                  <a:cubicBezTo>
                    <a:pt x="329" y="617"/>
                    <a:pt x="329" y="617"/>
                    <a:pt x="329" y="617"/>
                  </a:cubicBezTo>
                  <a:cubicBezTo>
                    <a:pt x="332" y="606"/>
                    <a:pt x="332" y="606"/>
                    <a:pt x="332" y="606"/>
                  </a:cubicBezTo>
                  <a:cubicBezTo>
                    <a:pt x="334" y="598"/>
                    <a:pt x="334" y="598"/>
                    <a:pt x="334" y="598"/>
                  </a:cubicBezTo>
                  <a:cubicBezTo>
                    <a:pt x="340" y="578"/>
                    <a:pt x="346" y="558"/>
                    <a:pt x="353" y="539"/>
                  </a:cubicBezTo>
                  <a:cubicBezTo>
                    <a:pt x="360" y="519"/>
                    <a:pt x="367" y="499"/>
                    <a:pt x="374" y="480"/>
                  </a:cubicBezTo>
                  <a:cubicBezTo>
                    <a:pt x="378" y="470"/>
                    <a:pt x="382" y="460"/>
                    <a:pt x="386" y="451"/>
                  </a:cubicBezTo>
                  <a:cubicBezTo>
                    <a:pt x="388" y="446"/>
                    <a:pt x="390" y="441"/>
                    <a:pt x="392" y="437"/>
                  </a:cubicBezTo>
                  <a:cubicBezTo>
                    <a:pt x="395" y="429"/>
                    <a:pt x="395" y="429"/>
                    <a:pt x="395" y="429"/>
                  </a:cubicBezTo>
                  <a:cubicBezTo>
                    <a:pt x="397" y="425"/>
                    <a:pt x="397" y="425"/>
                    <a:pt x="397" y="425"/>
                  </a:cubicBezTo>
                  <a:cubicBezTo>
                    <a:pt x="398" y="423"/>
                    <a:pt x="399" y="421"/>
                    <a:pt x="400" y="420"/>
                  </a:cubicBezTo>
                  <a:cubicBezTo>
                    <a:pt x="404" y="420"/>
                    <a:pt x="404" y="420"/>
                    <a:pt x="404" y="420"/>
                  </a:cubicBezTo>
                  <a:cubicBezTo>
                    <a:pt x="405" y="420"/>
                    <a:pt x="405" y="420"/>
                    <a:pt x="406" y="420"/>
                  </a:cubicBezTo>
                  <a:cubicBezTo>
                    <a:pt x="407" y="420"/>
                    <a:pt x="407" y="420"/>
                    <a:pt x="407" y="420"/>
                  </a:cubicBezTo>
                  <a:cubicBezTo>
                    <a:pt x="408" y="420"/>
                    <a:pt x="408" y="420"/>
                    <a:pt x="408" y="420"/>
                  </a:cubicBezTo>
                  <a:cubicBezTo>
                    <a:pt x="410" y="420"/>
                    <a:pt x="411" y="420"/>
                    <a:pt x="413" y="420"/>
                  </a:cubicBezTo>
                  <a:cubicBezTo>
                    <a:pt x="417" y="420"/>
                    <a:pt x="420" y="419"/>
                    <a:pt x="423" y="418"/>
                  </a:cubicBezTo>
                  <a:cubicBezTo>
                    <a:pt x="430" y="416"/>
                    <a:pt x="435" y="413"/>
                    <a:pt x="440" y="408"/>
                  </a:cubicBezTo>
                  <a:cubicBezTo>
                    <a:pt x="442" y="406"/>
                    <a:pt x="444" y="403"/>
                    <a:pt x="445" y="400"/>
                  </a:cubicBezTo>
                  <a:cubicBezTo>
                    <a:pt x="446" y="397"/>
                    <a:pt x="447" y="394"/>
                    <a:pt x="448" y="390"/>
                  </a:cubicBezTo>
                  <a:cubicBezTo>
                    <a:pt x="449" y="384"/>
                    <a:pt x="448" y="377"/>
                    <a:pt x="445" y="371"/>
                  </a:cubicBezTo>
                  <a:cubicBezTo>
                    <a:pt x="443" y="365"/>
                    <a:pt x="438" y="360"/>
                    <a:pt x="432" y="359"/>
                  </a:cubicBezTo>
                  <a:cubicBezTo>
                    <a:pt x="431" y="359"/>
                    <a:pt x="430" y="359"/>
                    <a:pt x="428" y="359"/>
                  </a:cubicBezTo>
                  <a:cubicBezTo>
                    <a:pt x="427" y="359"/>
                    <a:pt x="425" y="360"/>
                    <a:pt x="424" y="361"/>
                  </a:cubicBezTo>
                  <a:cubicBezTo>
                    <a:pt x="421" y="362"/>
                    <a:pt x="419" y="364"/>
                    <a:pt x="416" y="366"/>
                  </a:cubicBezTo>
                  <a:cubicBezTo>
                    <a:pt x="414" y="368"/>
                    <a:pt x="411" y="371"/>
                    <a:pt x="409" y="374"/>
                  </a:cubicBezTo>
                  <a:cubicBezTo>
                    <a:pt x="409" y="375"/>
                    <a:pt x="408" y="375"/>
                    <a:pt x="408" y="376"/>
                  </a:cubicBezTo>
                  <a:cubicBezTo>
                    <a:pt x="407" y="377"/>
                    <a:pt x="407" y="377"/>
                    <a:pt x="407" y="377"/>
                  </a:cubicBezTo>
                  <a:cubicBezTo>
                    <a:pt x="407" y="378"/>
                    <a:pt x="407" y="378"/>
                    <a:pt x="407" y="378"/>
                  </a:cubicBezTo>
                  <a:cubicBezTo>
                    <a:pt x="404" y="383"/>
                    <a:pt x="404" y="383"/>
                    <a:pt x="404" y="383"/>
                  </a:cubicBezTo>
                  <a:cubicBezTo>
                    <a:pt x="399" y="393"/>
                    <a:pt x="399" y="393"/>
                    <a:pt x="399" y="393"/>
                  </a:cubicBezTo>
                  <a:cubicBezTo>
                    <a:pt x="393" y="406"/>
                    <a:pt x="393" y="406"/>
                    <a:pt x="393" y="406"/>
                  </a:cubicBezTo>
                  <a:cubicBezTo>
                    <a:pt x="393" y="406"/>
                    <a:pt x="392" y="406"/>
                    <a:pt x="392" y="406"/>
                  </a:cubicBezTo>
                  <a:cubicBezTo>
                    <a:pt x="391" y="405"/>
                    <a:pt x="391" y="405"/>
                    <a:pt x="391" y="405"/>
                  </a:cubicBezTo>
                  <a:cubicBezTo>
                    <a:pt x="388" y="404"/>
                    <a:pt x="388" y="404"/>
                    <a:pt x="388" y="404"/>
                  </a:cubicBezTo>
                  <a:cubicBezTo>
                    <a:pt x="386" y="403"/>
                    <a:pt x="385" y="403"/>
                    <a:pt x="383" y="402"/>
                  </a:cubicBezTo>
                  <a:cubicBezTo>
                    <a:pt x="382" y="401"/>
                    <a:pt x="382" y="401"/>
                    <a:pt x="382" y="401"/>
                  </a:cubicBezTo>
                  <a:cubicBezTo>
                    <a:pt x="381" y="400"/>
                    <a:pt x="381" y="400"/>
                    <a:pt x="381" y="400"/>
                  </a:cubicBezTo>
                  <a:cubicBezTo>
                    <a:pt x="380" y="400"/>
                    <a:pt x="380" y="400"/>
                    <a:pt x="379" y="399"/>
                  </a:cubicBezTo>
                  <a:cubicBezTo>
                    <a:pt x="378" y="398"/>
                    <a:pt x="377" y="398"/>
                    <a:pt x="376" y="397"/>
                  </a:cubicBezTo>
                  <a:cubicBezTo>
                    <a:pt x="372" y="394"/>
                    <a:pt x="368" y="390"/>
                    <a:pt x="365" y="386"/>
                  </a:cubicBezTo>
                  <a:cubicBezTo>
                    <a:pt x="362" y="381"/>
                    <a:pt x="359" y="377"/>
                    <a:pt x="357" y="373"/>
                  </a:cubicBezTo>
                  <a:cubicBezTo>
                    <a:pt x="356" y="370"/>
                    <a:pt x="355" y="368"/>
                    <a:pt x="354" y="366"/>
                  </a:cubicBezTo>
                  <a:cubicBezTo>
                    <a:pt x="353" y="363"/>
                    <a:pt x="353" y="363"/>
                    <a:pt x="353" y="363"/>
                  </a:cubicBezTo>
                  <a:cubicBezTo>
                    <a:pt x="352" y="361"/>
                    <a:pt x="352" y="361"/>
                    <a:pt x="352" y="361"/>
                  </a:cubicBezTo>
                  <a:cubicBezTo>
                    <a:pt x="351" y="359"/>
                    <a:pt x="350" y="357"/>
                    <a:pt x="350" y="356"/>
                  </a:cubicBezTo>
                  <a:cubicBezTo>
                    <a:pt x="352" y="354"/>
                    <a:pt x="354" y="353"/>
                    <a:pt x="356" y="352"/>
                  </a:cubicBezTo>
                  <a:cubicBezTo>
                    <a:pt x="358" y="351"/>
                    <a:pt x="358" y="351"/>
                    <a:pt x="358" y="351"/>
                  </a:cubicBezTo>
                  <a:cubicBezTo>
                    <a:pt x="359" y="350"/>
                    <a:pt x="359" y="350"/>
                    <a:pt x="359" y="350"/>
                  </a:cubicBezTo>
                  <a:cubicBezTo>
                    <a:pt x="359" y="349"/>
                    <a:pt x="360" y="349"/>
                    <a:pt x="360" y="349"/>
                  </a:cubicBezTo>
                  <a:cubicBezTo>
                    <a:pt x="363" y="347"/>
                    <a:pt x="365" y="345"/>
                    <a:pt x="367" y="342"/>
                  </a:cubicBezTo>
                  <a:cubicBezTo>
                    <a:pt x="372" y="338"/>
                    <a:pt x="376" y="333"/>
                    <a:pt x="378" y="328"/>
                  </a:cubicBezTo>
                  <a:cubicBezTo>
                    <a:pt x="380" y="322"/>
                    <a:pt x="382" y="317"/>
                    <a:pt x="380" y="311"/>
                  </a:cubicBezTo>
                  <a:cubicBezTo>
                    <a:pt x="380" y="308"/>
                    <a:pt x="379" y="306"/>
                    <a:pt x="377" y="303"/>
                  </a:cubicBezTo>
                  <a:cubicBezTo>
                    <a:pt x="377" y="302"/>
                    <a:pt x="376" y="301"/>
                    <a:pt x="375" y="300"/>
                  </a:cubicBezTo>
                  <a:cubicBezTo>
                    <a:pt x="374" y="299"/>
                    <a:pt x="373" y="297"/>
                    <a:pt x="372" y="297"/>
                  </a:cubicBezTo>
                  <a:cubicBezTo>
                    <a:pt x="368" y="293"/>
                    <a:pt x="362" y="292"/>
                    <a:pt x="357" y="293"/>
                  </a:cubicBezTo>
                  <a:cubicBezTo>
                    <a:pt x="354" y="294"/>
                    <a:pt x="352" y="295"/>
                    <a:pt x="349" y="296"/>
                  </a:cubicBezTo>
                  <a:cubicBezTo>
                    <a:pt x="347" y="298"/>
                    <a:pt x="345" y="300"/>
                    <a:pt x="343" y="302"/>
                  </a:cubicBezTo>
                  <a:cubicBezTo>
                    <a:pt x="338" y="306"/>
                    <a:pt x="336" y="311"/>
                    <a:pt x="334" y="317"/>
                  </a:cubicBezTo>
                  <a:cubicBezTo>
                    <a:pt x="332" y="323"/>
                    <a:pt x="332" y="329"/>
                    <a:pt x="333" y="335"/>
                  </a:cubicBezTo>
                  <a:cubicBezTo>
                    <a:pt x="332" y="329"/>
                    <a:pt x="332" y="323"/>
                    <a:pt x="334" y="317"/>
                  </a:cubicBezTo>
                  <a:cubicBezTo>
                    <a:pt x="335" y="312"/>
                    <a:pt x="338" y="307"/>
                    <a:pt x="342" y="302"/>
                  </a:cubicBezTo>
                  <a:cubicBezTo>
                    <a:pt x="343" y="301"/>
                    <a:pt x="344" y="300"/>
                    <a:pt x="345" y="299"/>
                  </a:cubicBezTo>
                  <a:cubicBezTo>
                    <a:pt x="346" y="299"/>
                    <a:pt x="346" y="298"/>
                    <a:pt x="347" y="298"/>
                  </a:cubicBezTo>
                  <a:cubicBezTo>
                    <a:pt x="348" y="297"/>
                    <a:pt x="348" y="297"/>
                    <a:pt x="349" y="297"/>
                  </a:cubicBezTo>
                  <a:cubicBezTo>
                    <a:pt x="351" y="295"/>
                    <a:pt x="354" y="294"/>
                    <a:pt x="356" y="293"/>
                  </a:cubicBezTo>
                  <a:cubicBezTo>
                    <a:pt x="362" y="292"/>
                    <a:pt x="368" y="293"/>
                    <a:pt x="372" y="296"/>
                  </a:cubicBezTo>
                  <a:cubicBezTo>
                    <a:pt x="372" y="297"/>
                    <a:pt x="373" y="297"/>
                    <a:pt x="373" y="297"/>
                  </a:cubicBezTo>
                  <a:cubicBezTo>
                    <a:pt x="374" y="298"/>
                    <a:pt x="374" y="299"/>
                    <a:pt x="375" y="299"/>
                  </a:cubicBezTo>
                  <a:cubicBezTo>
                    <a:pt x="375" y="300"/>
                    <a:pt x="376" y="301"/>
                    <a:pt x="377" y="303"/>
                  </a:cubicBezTo>
                  <a:cubicBezTo>
                    <a:pt x="379" y="305"/>
                    <a:pt x="380" y="308"/>
                    <a:pt x="380" y="310"/>
                  </a:cubicBezTo>
                  <a:cubicBezTo>
                    <a:pt x="382" y="316"/>
                    <a:pt x="381" y="322"/>
                    <a:pt x="378" y="327"/>
                  </a:cubicBezTo>
                  <a:cubicBezTo>
                    <a:pt x="376" y="333"/>
                    <a:pt x="372" y="338"/>
                    <a:pt x="368" y="342"/>
                  </a:cubicBezTo>
                  <a:cubicBezTo>
                    <a:pt x="366" y="345"/>
                    <a:pt x="363" y="347"/>
                    <a:pt x="361" y="349"/>
                  </a:cubicBezTo>
                  <a:cubicBezTo>
                    <a:pt x="360" y="349"/>
                    <a:pt x="359" y="350"/>
                    <a:pt x="359" y="350"/>
                  </a:cubicBezTo>
                  <a:cubicBezTo>
                    <a:pt x="358" y="351"/>
                    <a:pt x="358" y="351"/>
                    <a:pt x="358" y="351"/>
                  </a:cubicBezTo>
                  <a:cubicBezTo>
                    <a:pt x="356" y="352"/>
                    <a:pt x="356" y="352"/>
                    <a:pt x="356" y="352"/>
                  </a:cubicBezTo>
                  <a:cubicBezTo>
                    <a:pt x="354" y="353"/>
                    <a:pt x="352" y="354"/>
                    <a:pt x="350" y="356"/>
                  </a:cubicBezTo>
                  <a:cubicBezTo>
                    <a:pt x="350" y="356"/>
                    <a:pt x="350" y="356"/>
                    <a:pt x="350" y="356"/>
                  </a:cubicBezTo>
                  <a:cubicBezTo>
                    <a:pt x="351" y="357"/>
                    <a:pt x="351" y="357"/>
                    <a:pt x="351" y="357"/>
                  </a:cubicBezTo>
                  <a:cubicBezTo>
                    <a:pt x="351" y="358"/>
                    <a:pt x="351" y="358"/>
                    <a:pt x="351" y="358"/>
                  </a:cubicBezTo>
                  <a:cubicBezTo>
                    <a:pt x="352" y="361"/>
                    <a:pt x="352" y="361"/>
                    <a:pt x="352" y="361"/>
                  </a:cubicBezTo>
                  <a:cubicBezTo>
                    <a:pt x="353" y="363"/>
                    <a:pt x="353" y="363"/>
                    <a:pt x="353" y="363"/>
                  </a:cubicBezTo>
                  <a:cubicBezTo>
                    <a:pt x="354" y="366"/>
                    <a:pt x="354" y="366"/>
                    <a:pt x="354" y="366"/>
                  </a:cubicBezTo>
                  <a:cubicBezTo>
                    <a:pt x="355" y="368"/>
                    <a:pt x="356" y="370"/>
                    <a:pt x="357" y="372"/>
                  </a:cubicBezTo>
                  <a:cubicBezTo>
                    <a:pt x="359" y="377"/>
                    <a:pt x="362" y="381"/>
                    <a:pt x="365" y="385"/>
                  </a:cubicBezTo>
                  <a:cubicBezTo>
                    <a:pt x="368" y="389"/>
                    <a:pt x="372" y="393"/>
                    <a:pt x="376" y="397"/>
                  </a:cubicBezTo>
                  <a:cubicBezTo>
                    <a:pt x="377" y="397"/>
                    <a:pt x="378" y="398"/>
                    <a:pt x="379" y="399"/>
                  </a:cubicBezTo>
                  <a:cubicBezTo>
                    <a:pt x="380" y="399"/>
                    <a:pt x="380" y="400"/>
                    <a:pt x="381" y="400"/>
                  </a:cubicBezTo>
                  <a:cubicBezTo>
                    <a:pt x="382" y="401"/>
                    <a:pt x="382" y="401"/>
                    <a:pt x="382" y="401"/>
                  </a:cubicBezTo>
                  <a:cubicBezTo>
                    <a:pt x="383" y="401"/>
                    <a:pt x="383" y="401"/>
                    <a:pt x="383" y="401"/>
                  </a:cubicBezTo>
                  <a:cubicBezTo>
                    <a:pt x="385" y="402"/>
                    <a:pt x="386" y="403"/>
                    <a:pt x="388" y="404"/>
                  </a:cubicBezTo>
                  <a:cubicBezTo>
                    <a:pt x="390" y="405"/>
                    <a:pt x="390" y="405"/>
                    <a:pt x="390" y="405"/>
                  </a:cubicBezTo>
                  <a:cubicBezTo>
                    <a:pt x="392" y="405"/>
                    <a:pt x="392" y="405"/>
                    <a:pt x="392" y="405"/>
                  </a:cubicBezTo>
                  <a:cubicBezTo>
                    <a:pt x="392" y="405"/>
                    <a:pt x="393" y="406"/>
                    <a:pt x="393" y="406"/>
                  </a:cubicBezTo>
                  <a:cubicBezTo>
                    <a:pt x="399" y="392"/>
                    <a:pt x="399" y="392"/>
                    <a:pt x="399" y="392"/>
                  </a:cubicBezTo>
                  <a:cubicBezTo>
                    <a:pt x="404" y="383"/>
                    <a:pt x="404" y="383"/>
                    <a:pt x="404" y="383"/>
                  </a:cubicBezTo>
                  <a:cubicBezTo>
                    <a:pt x="406" y="378"/>
                    <a:pt x="406" y="378"/>
                    <a:pt x="406" y="378"/>
                  </a:cubicBezTo>
                  <a:cubicBezTo>
                    <a:pt x="407" y="377"/>
                    <a:pt x="407" y="377"/>
                    <a:pt x="407" y="377"/>
                  </a:cubicBezTo>
                  <a:cubicBezTo>
                    <a:pt x="408" y="376"/>
                    <a:pt x="408" y="376"/>
                    <a:pt x="408" y="376"/>
                  </a:cubicBezTo>
                  <a:cubicBezTo>
                    <a:pt x="408" y="375"/>
                    <a:pt x="409" y="374"/>
                    <a:pt x="409" y="374"/>
                  </a:cubicBezTo>
                  <a:cubicBezTo>
                    <a:pt x="411" y="371"/>
                    <a:pt x="414" y="368"/>
                    <a:pt x="416" y="366"/>
                  </a:cubicBezTo>
                  <a:cubicBezTo>
                    <a:pt x="421" y="361"/>
                    <a:pt x="427" y="358"/>
                    <a:pt x="432" y="359"/>
                  </a:cubicBezTo>
                  <a:cubicBezTo>
                    <a:pt x="435" y="360"/>
                    <a:pt x="438" y="361"/>
                    <a:pt x="440" y="363"/>
                  </a:cubicBezTo>
                  <a:cubicBezTo>
                    <a:pt x="443" y="365"/>
                    <a:pt x="444" y="368"/>
                    <a:pt x="446" y="371"/>
                  </a:cubicBezTo>
                  <a:cubicBezTo>
                    <a:pt x="448" y="377"/>
                    <a:pt x="449" y="384"/>
                    <a:pt x="448" y="390"/>
                  </a:cubicBezTo>
                  <a:cubicBezTo>
                    <a:pt x="447" y="394"/>
                    <a:pt x="447" y="397"/>
                    <a:pt x="445" y="400"/>
                  </a:cubicBezTo>
                  <a:cubicBezTo>
                    <a:pt x="444" y="403"/>
                    <a:pt x="442" y="406"/>
                    <a:pt x="440" y="408"/>
                  </a:cubicBezTo>
                  <a:cubicBezTo>
                    <a:pt x="436" y="413"/>
                    <a:pt x="430" y="417"/>
                    <a:pt x="423" y="419"/>
                  </a:cubicBezTo>
                  <a:cubicBezTo>
                    <a:pt x="420" y="420"/>
                    <a:pt x="416" y="420"/>
                    <a:pt x="413" y="420"/>
                  </a:cubicBezTo>
                  <a:cubicBezTo>
                    <a:pt x="411" y="421"/>
                    <a:pt x="410" y="421"/>
                    <a:pt x="408" y="421"/>
                  </a:cubicBezTo>
                  <a:cubicBezTo>
                    <a:pt x="407" y="421"/>
                    <a:pt x="407" y="421"/>
                    <a:pt x="407" y="421"/>
                  </a:cubicBezTo>
                  <a:cubicBezTo>
                    <a:pt x="407" y="421"/>
                    <a:pt x="407" y="421"/>
                    <a:pt x="406" y="421"/>
                  </a:cubicBezTo>
                  <a:cubicBezTo>
                    <a:pt x="405" y="421"/>
                    <a:pt x="405" y="421"/>
                    <a:pt x="404" y="420"/>
                  </a:cubicBezTo>
                  <a:cubicBezTo>
                    <a:pt x="400" y="420"/>
                    <a:pt x="400" y="420"/>
                    <a:pt x="400" y="420"/>
                  </a:cubicBezTo>
                  <a:cubicBezTo>
                    <a:pt x="399" y="422"/>
                    <a:pt x="399" y="423"/>
                    <a:pt x="398" y="425"/>
                  </a:cubicBezTo>
                  <a:cubicBezTo>
                    <a:pt x="396" y="429"/>
                    <a:pt x="396" y="429"/>
                    <a:pt x="396" y="429"/>
                  </a:cubicBezTo>
                  <a:cubicBezTo>
                    <a:pt x="393" y="435"/>
                    <a:pt x="393" y="435"/>
                    <a:pt x="393" y="435"/>
                  </a:cubicBezTo>
                  <a:cubicBezTo>
                    <a:pt x="388" y="447"/>
                    <a:pt x="388" y="447"/>
                    <a:pt x="388" y="447"/>
                  </a:cubicBezTo>
                  <a:cubicBezTo>
                    <a:pt x="384" y="456"/>
                    <a:pt x="381" y="464"/>
                    <a:pt x="378" y="472"/>
                  </a:cubicBezTo>
                  <a:cubicBezTo>
                    <a:pt x="371" y="489"/>
                    <a:pt x="365" y="506"/>
                    <a:pt x="359" y="523"/>
                  </a:cubicBezTo>
                  <a:cubicBezTo>
                    <a:pt x="353" y="539"/>
                    <a:pt x="347" y="556"/>
                    <a:pt x="342" y="573"/>
                  </a:cubicBezTo>
                  <a:cubicBezTo>
                    <a:pt x="340" y="581"/>
                    <a:pt x="337" y="590"/>
                    <a:pt x="335" y="598"/>
                  </a:cubicBezTo>
                  <a:cubicBezTo>
                    <a:pt x="330" y="612"/>
                    <a:pt x="330" y="612"/>
                    <a:pt x="330" y="612"/>
                  </a:cubicBezTo>
                  <a:cubicBezTo>
                    <a:pt x="329" y="617"/>
                    <a:pt x="329" y="617"/>
                    <a:pt x="329" y="617"/>
                  </a:cubicBezTo>
                  <a:cubicBezTo>
                    <a:pt x="328" y="620"/>
                    <a:pt x="328" y="620"/>
                    <a:pt x="328" y="620"/>
                  </a:cubicBezTo>
                  <a:cubicBezTo>
                    <a:pt x="328" y="621"/>
                    <a:pt x="328" y="621"/>
                    <a:pt x="328" y="621"/>
                  </a:cubicBezTo>
                  <a:cubicBezTo>
                    <a:pt x="328" y="621"/>
                    <a:pt x="328" y="621"/>
                    <a:pt x="328" y="621"/>
                  </a:cubicBezTo>
                  <a:cubicBezTo>
                    <a:pt x="329" y="621"/>
                    <a:pt x="329" y="621"/>
                    <a:pt x="329" y="621"/>
                  </a:cubicBezTo>
                  <a:cubicBezTo>
                    <a:pt x="329" y="621"/>
                    <a:pt x="329" y="621"/>
                    <a:pt x="329" y="621"/>
                  </a:cubicBezTo>
                  <a:cubicBezTo>
                    <a:pt x="339" y="621"/>
                    <a:pt x="339" y="621"/>
                    <a:pt x="339" y="621"/>
                  </a:cubicBezTo>
                  <a:cubicBezTo>
                    <a:pt x="392" y="621"/>
                    <a:pt x="392" y="621"/>
                    <a:pt x="392" y="621"/>
                  </a:cubicBezTo>
                  <a:cubicBezTo>
                    <a:pt x="393" y="621"/>
                    <a:pt x="393" y="621"/>
                    <a:pt x="393" y="621"/>
                  </a:cubicBezTo>
                  <a:cubicBezTo>
                    <a:pt x="393" y="621"/>
                    <a:pt x="393" y="621"/>
                    <a:pt x="393" y="621"/>
                  </a:cubicBezTo>
                  <a:cubicBezTo>
                    <a:pt x="394" y="621"/>
                    <a:pt x="395" y="621"/>
                    <a:pt x="395" y="621"/>
                  </a:cubicBezTo>
                  <a:cubicBezTo>
                    <a:pt x="397" y="621"/>
                    <a:pt x="398" y="620"/>
                    <a:pt x="399" y="620"/>
                  </a:cubicBezTo>
                  <a:cubicBezTo>
                    <a:pt x="402" y="619"/>
                    <a:pt x="404" y="618"/>
                    <a:pt x="406" y="616"/>
                  </a:cubicBezTo>
                  <a:cubicBezTo>
                    <a:pt x="410" y="613"/>
                    <a:pt x="413" y="608"/>
                    <a:pt x="414" y="603"/>
                  </a:cubicBezTo>
                  <a:cubicBezTo>
                    <a:pt x="414" y="602"/>
                    <a:pt x="414" y="601"/>
                    <a:pt x="414" y="601"/>
                  </a:cubicBezTo>
                  <a:cubicBezTo>
                    <a:pt x="414" y="600"/>
                    <a:pt x="414" y="600"/>
                    <a:pt x="414" y="600"/>
                  </a:cubicBezTo>
                  <a:cubicBezTo>
                    <a:pt x="414" y="599"/>
                    <a:pt x="414" y="599"/>
                    <a:pt x="414" y="599"/>
                  </a:cubicBezTo>
                  <a:cubicBezTo>
                    <a:pt x="414" y="596"/>
                    <a:pt x="414" y="596"/>
                    <a:pt x="414" y="596"/>
                  </a:cubicBezTo>
                  <a:cubicBezTo>
                    <a:pt x="414" y="590"/>
                    <a:pt x="414" y="590"/>
                    <a:pt x="414" y="590"/>
                  </a:cubicBezTo>
                  <a:cubicBezTo>
                    <a:pt x="414" y="577"/>
                    <a:pt x="414" y="577"/>
                    <a:pt x="414" y="577"/>
                  </a:cubicBezTo>
                  <a:cubicBezTo>
                    <a:pt x="414" y="552"/>
                    <a:pt x="414" y="552"/>
                    <a:pt x="414" y="552"/>
                  </a:cubicBezTo>
                  <a:cubicBezTo>
                    <a:pt x="414" y="548"/>
                    <a:pt x="414" y="548"/>
                    <a:pt x="414" y="548"/>
                  </a:cubicBezTo>
                  <a:cubicBezTo>
                    <a:pt x="414" y="547"/>
                    <a:pt x="415" y="547"/>
                    <a:pt x="415" y="547"/>
                  </a:cubicBezTo>
                  <a:cubicBezTo>
                    <a:pt x="416" y="546"/>
                    <a:pt x="416" y="546"/>
                    <a:pt x="416" y="546"/>
                  </a:cubicBezTo>
                  <a:cubicBezTo>
                    <a:pt x="420" y="545"/>
                    <a:pt x="424" y="543"/>
                    <a:pt x="428" y="541"/>
                  </a:cubicBezTo>
                  <a:cubicBezTo>
                    <a:pt x="442" y="533"/>
                    <a:pt x="456" y="523"/>
                    <a:pt x="470" y="513"/>
                  </a:cubicBezTo>
                  <a:cubicBezTo>
                    <a:pt x="496" y="493"/>
                    <a:pt x="518" y="468"/>
                    <a:pt x="535" y="440"/>
                  </a:cubicBezTo>
                  <a:cubicBezTo>
                    <a:pt x="553" y="412"/>
                    <a:pt x="565" y="382"/>
                    <a:pt x="572" y="350"/>
                  </a:cubicBezTo>
                  <a:cubicBezTo>
                    <a:pt x="580" y="319"/>
                    <a:pt x="581" y="286"/>
                    <a:pt x="578" y="255"/>
                  </a:cubicBezTo>
                  <a:cubicBezTo>
                    <a:pt x="574" y="223"/>
                    <a:pt x="566" y="192"/>
                    <a:pt x="552" y="164"/>
                  </a:cubicBezTo>
                  <a:cubicBezTo>
                    <a:pt x="539" y="135"/>
                    <a:pt x="521" y="109"/>
                    <a:pt x="499" y="86"/>
                  </a:cubicBezTo>
                  <a:cubicBezTo>
                    <a:pt x="477" y="63"/>
                    <a:pt x="451" y="44"/>
                    <a:pt x="424" y="30"/>
                  </a:cubicBezTo>
                  <a:cubicBezTo>
                    <a:pt x="412" y="23"/>
                    <a:pt x="399" y="18"/>
                    <a:pt x="386" y="13"/>
                  </a:cubicBezTo>
                  <a:cubicBezTo>
                    <a:pt x="369" y="8"/>
                    <a:pt x="353" y="4"/>
                    <a:pt x="339" y="2"/>
                  </a:cubicBezTo>
                  <a:cubicBezTo>
                    <a:pt x="325" y="0"/>
                    <a:pt x="313" y="0"/>
                    <a:pt x="305" y="0"/>
                  </a:cubicBezTo>
                  <a:cubicBezTo>
                    <a:pt x="296" y="0"/>
                    <a:pt x="291" y="0"/>
                    <a:pt x="291" y="1"/>
                  </a:cubicBezTo>
                  <a:cubicBezTo>
                    <a:pt x="291" y="1"/>
                    <a:pt x="296" y="2"/>
                    <a:pt x="308" y="3"/>
                  </a:cubicBezTo>
                  <a:cubicBezTo>
                    <a:pt x="314" y="3"/>
                    <a:pt x="322" y="4"/>
                    <a:pt x="331" y="6"/>
                  </a:cubicBezTo>
                  <a:cubicBezTo>
                    <a:pt x="341" y="7"/>
                    <a:pt x="352" y="10"/>
                    <a:pt x="365" y="13"/>
                  </a:cubicBezTo>
                  <a:cubicBezTo>
                    <a:pt x="372" y="15"/>
                    <a:pt x="380" y="18"/>
                    <a:pt x="388" y="21"/>
                  </a:cubicBezTo>
                  <a:cubicBezTo>
                    <a:pt x="397" y="24"/>
                    <a:pt x="405" y="28"/>
                    <a:pt x="413" y="31"/>
                  </a:cubicBezTo>
                  <a:cubicBezTo>
                    <a:pt x="429" y="39"/>
                    <a:pt x="440" y="46"/>
                    <a:pt x="440" y="46"/>
                  </a:cubicBezTo>
                  <a:cubicBezTo>
                    <a:pt x="445" y="49"/>
                    <a:pt x="445" y="50"/>
                    <a:pt x="444" y="50"/>
                  </a:cubicBezTo>
                  <a:cubicBezTo>
                    <a:pt x="443" y="50"/>
                    <a:pt x="440" y="48"/>
                    <a:pt x="437" y="47"/>
                  </a:cubicBezTo>
                  <a:cubicBezTo>
                    <a:pt x="475" y="70"/>
                    <a:pt x="507" y="102"/>
                    <a:pt x="530" y="139"/>
                  </a:cubicBezTo>
                  <a:cubicBezTo>
                    <a:pt x="553" y="176"/>
                    <a:pt x="567" y="219"/>
                    <a:pt x="571" y="263"/>
                  </a:cubicBezTo>
                  <a:cubicBezTo>
                    <a:pt x="572" y="285"/>
                    <a:pt x="572" y="307"/>
                    <a:pt x="568" y="329"/>
                  </a:cubicBezTo>
                  <a:cubicBezTo>
                    <a:pt x="565" y="350"/>
                    <a:pt x="559" y="371"/>
                    <a:pt x="551" y="392"/>
                  </a:cubicBezTo>
                  <a:cubicBezTo>
                    <a:pt x="535" y="432"/>
                    <a:pt x="509" y="469"/>
                    <a:pt x="475" y="498"/>
                  </a:cubicBezTo>
                  <a:cubicBezTo>
                    <a:pt x="462" y="510"/>
                    <a:pt x="448" y="520"/>
                    <a:pt x="432" y="529"/>
                  </a:cubicBezTo>
                  <a:cubicBezTo>
                    <a:pt x="428" y="531"/>
                    <a:pt x="425" y="533"/>
                    <a:pt x="421" y="535"/>
                  </a:cubicBezTo>
                  <a:cubicBezTo>
                    <a:pt x="419" y="536"/>
                    <a:pt x="417" y="537"/>
                    <a:pt x="415" y="538"/>
                  </a:cubicBezTo>
                  <a:cubicBezTo>
                    <a:pt x="413" y="539"/>
                    <a:pt x="410" y="541"/>
                    <a:pt x="407" y="542"/>
                  </a:cubicBezTo>
                  <a:cubicBezTo>
                    <a:pt x="406" y="542"/>
                    <a:pt x="406" y="542"/>
                    <a:pt x="406" y="542"/>
                  </a:cubicBezTo>
                  <a:cubicBezTo>
                    <a:pt x="406" y="542"/>
                    <a:pt x="406" y="542"/>
                    <a:pt x="406" y="542"/>
                  </a:cubicBezTo>
                  <a:cubicBezTo>
                    <a:pt x="406" y="543"/>
                    <a:pt x="406" y="543"/>
                    <a:pt x="406" y="543"/>
                  </a:cubicBezTo>
                  <a:cubicBezTo>
                    <a:pt x="406" y="544"/>
                    <a:pt x="406" y="544"/>
                    <a:pt x="406" y="544"/>
                  </a:cubicBezTo>
                  <a:cubicBezTo>
                    <a:pt x="406" y="547"/>
                    <a:pt x="406" y="547"/>
                    <a:pt x="406" y="547"/>
                  </a:cubicBezTo>
                  <a:cubicBezTo>
                    <a:pt x="406" y="551"/>
                    <a:pt x="406" y="551"/>
                    <a:pt x="406" y="551"/>
                  </a:cubicBezTo>
                  <a:cubicBezTo>
                    <a:pt x="406" y="558"/>
                    <a:pt x="406" y="558"/>
                    <a:pt x="406" y="558"/>
                  </a:cubicBezTo>
                  <a:cubicBezTo>
                    <a:pt x="406" y="571"/>
                    <a:pt x="406" y="571"/>
                    <a:pt x="406" y="571"/>
                  </a:cubicBezTo>
                  <a:cubicBezTo>
                    <a:pt x="406" y="598"/>
                    <a:pt x="406" y="598"/>
                    <a:pt x="406" y="598"/>
                  </a:cubicBezTo>
                  <a:cubicBezTo>
                    <a:pt x="406" y="600"/>
                    <a:pt x="406" y="600"/>
                    <a:pt x="406" y="600"/>
                  </a:cubicBezTo>
                  <a:cubicBezTo>
                    <a:pt x="406" y="600"/>
                    <a:pt x="406" y="600"/>
                    <a:pt x="406" y="600"/>
                  </a:cubicBezTo>
                  <a:cubicBezTo>
                    <a:pt x="406" y="601"/>
                    <a:pt x="406" y="601"/>
                    <a:pt x="406" y="601"/>
                  </a:cubicBezTo>
                  <a:cubicBezTo>
                    <a:pt x="406" y="602"/>
                    <a:pt x="406" y="603"/>
                    <a:pt x="406" y="604"/>
                  </a:cubicBezTo>
                  <a:cubicBezTo>
                    <a:pt x="405" y="605"/>
                    <a:pt x="404" y="607"/>
                    <a:pt x="403" y="608"/>
                  </a:cubicBezTo>
                  <a:cubicBezTo>
                    <a:pt x="401" y="611"/>
                    <a:pt x="398" y="613"/>
                    <a:pt x="394" y="613"/>
                  </a:cubicBezTo>
                  <a:cubicBezTo>
                    <a:pt x="394" y="613"/>
                    <a:pt x="393" y="613"/>
                    <a:pt x="393" y="613"/>
                  </a:cubicBezTo>
                  <a:cubicBezTo>
                    <a:pt x="391" y="613"/>
                    <a:pt x="391" y="613"/>
                    <a:pt x="391" y="613"/>
                  </a:cubicBezTo>
                  <a:cubicBezTo>
                    <a:pt x="388" y="613"/>
                    <a:pt x="388" y="613"/>
                    <a:pt x="388" y="613"/>
                  </a:cubicBezTo>
                  <a:cubicBezTo>
                    <a:pt x="381" y="613"/>
                    <a:pt x="381" y="613"/>
                    <a:pt x="381" y="613"/>
                  </a:cubicBezTo>
                  <a:cubicBezTo>
                    <a:pt x="368" y="613"/>
                    <a:pt x="368" y="613"/>
                    <a:pt x="368" y="613"/>
                  </a:cubicBezTo>
                  <a:cubicBezTo>
                    <a:pt x="342" y="613"/>
                    <a:pt x="342" y="613"/>
                    <a:pt x="342" y="613"/>
                  </a:cubicBezTo>
                  <a:cubicBezTo>
                    <a:pt x="339" y="613"/>
                    <a:pt x="339" y="613"/>
                    <a:pt x="339" y="613"/>
                  </a:cubicBezTo>
                  <a:cubicBezTo>
                    <a:pt x="339" y="613"/>
                    <a:pt x="339" y="613"/>
                    <a:pt x="339" y="613"/>
                  </a:cubicBezTo>
                  <a:cubicBezTo>
                    <a:pt x="338" y="613"/>
                    <a:pt x="339" y="613"/>
                    <a:pt x="339" y="613"/>
                  </a:cubicBezTo>
                  <a:cubicBezTo>
                    <a:pt x="339" y="612"/>
                    <a:pt x="339" y="612"/>
                    <a:pt x="339" y="612"/>
                  </a:cubicBezTo>
                  <a:cubicBezTo>
                    <a:pt x="339" y="610"/>
                    <a:pt x="339" y="610"/>
                    <a:pt x="339" y="610"/>
                  </a:cubicBezTo>
                  <a:cubicBezTo>
                    <a:pt x="342" y="599"/>
                    <a:pt x="342" y="599"/>
                    <a:pt x="342" y="599"/>
                  </a:cubicBezTo>
                  <a:cubicBezTo>
                    <a:pt x="345" y="591"/>
                    <a:pt x="348" y="582"/>
                    <a:pt x="350" y="574"/>
                  </a:cubicBezTo>
                  <a:cubicBezTo>
                    <a:pt x="355" y="557"/>
                    <a:pt x="361" y="540"/>
                    <a:pt x="367" y="524"/>
                  </a:cubicBezTo>
                  <a:cubicBezTo>
                    <a:pt x="373" y="507"/>
                    <a:pt x="379" y="490"/>
                    <a:pt x="385" y="474"/>
                  </a:cubicBezTo>
                  <a:cubicBezTo>
                    <a:pt x="389" y="466"/>
                    <a:pt x="392" y="458"/>
                    <a:pt x="396" y="450"/>
                  </a:cubicBezTo>
                  <a:cubicBezTo>
                    <a:pt x="401" y="438"/>
                    <a:pt x="401" y="438"/>
                    <a:pt x="401" y="438"/>
                  </a:cubicBezTo>
                  <a:cubicBezTo>
                    <a:pt x="403" y="432"/>
                    <a:pt x="403" y="432"/>
                    <a:pt x="403" y="432"/>
                  </a:cubicBezTo>
                  <a:cubicBezTo>
                    <a:pt x="404" y="430"/>
                    <a:pt x="404" y="430"/>
                    <a:pt x="404" y="430"/>
                  </a:cubicBezTo>
                  <a:cubicBezTo>
                    <a:pt x="405" y="429"/>
                    <a:pt x="405" y="429"/>
                    <a:pt x="405" y="428"/>
                  </a:cubicBezTo>
                  <a:cubicBezTo>
                    <a:pt x="405" y="428"/>
                    <a:pt x="406" y="428"/>
                    <a:pt x="406" y="429"/>
                  </a:cubicBezTo>
                  <a:cubicBezTo>
                    <a:pt x="407" y="429"/>
                    <a:pt x="407" y="429"/>
                    <a:pt x="407" y="429"/>
                  </a:cubicBezTo>
                  <a:cubicBezTo>
                    <a:pt x="408" y="429"/>
                    <a:pt x="408" y="429"/>
                    <a:pt x="408" y="429"/>
                  </a:cubicBezTo>
                  <a:cubicBezTo>
                    <a:pt x="410" y="429"/>
                    <a:pt x="412" y="429"/>
                    <a:pt x="414" y="428"/>
                  </a:cubicBezTo>
                  <a:cubicBezTo>
                    <a:pt x="418" y="428"/>
                    <a:pt x="422" y="427"/>
                    <a:pt x="426" y="426"/>
                  </a:cubicBezTo>
                  <a:cubicBezTo>
                    <a:pt x="433" y="424"/>
                    <a:pt x="441" y="420"/>
                    <a:pt x="446" y="413"/>
                  </a:cubicBezTo>
                  <a:cubicBezTo>
                    <a:pt x="449" y="410"/>
                    <a:pt x="451" y="407"/>
                    <a:pt x="453" y="403"/>
                  </a:cubicBezTo>
                  <a:cubicBezTo>
                    <a:pt x="454" y="399"/>
                    <a:pt x="455" y="395"/>
                    <a:pt x="456" y="391"/>
                  </a:cubicBezTo>
                  <a:cubicBezTo>
                    <a:pt x="457" y="383"/>
                    <a:pt x="457" y="375"/>
                    <a:pt x="453" y="367"/>
                  </a:cubicBezTo>
                  <a:cubicBezTo>
                    <a:pt x="451" y="363"/>
                    <a:pt x="449" y="360"/>
                    <a:pt x="446" y="357"/>
                  </a:cubicBezTo>
                  <a:cubicBezTo>
                    <a:pt x="442" y="354"/>
                    <a:pt x="438" y="352"/>
                    <a:pt x="434" y="351"/>
                  </a:cubicBezTo>
                  <a:cubicBezTo>
                    <a:pt x="433" y="351"/>
                    <a:pt x="431" y="351"/>
                    <a:pt x="430" y="351"/>
                  </a:cubicBezTo>
                  <a:cubicBezTo>
                    <a:pt x="429" y="351"/>
                    <a:pt x="428" y="351"/>
                    <a:pt x="427" y="351"/>
                  </a:cubicBezTo>
                  <a:cubicBezTo>
                    <a:pt x="424" y="351"/>
                    <a:pt x="422" y="352"/>
                    <a:pt x="420" y="353"/>
                  </a:cubicBezTo>
                  <a:cubicBezTo>
                    <a:pt x="416" y="355"/>
                    <a:pt x="413" y="357"/>
                    <a:pt x="410" y="360"/>
                  </a:cubicBezTo>
                  <a:cubicBezTo>
                    <a:pt x="407" y="363"/>
                    <a:pt x="405" y="366"/>
                    <a:pt x="402" y="369"/>
                  </a:cubicBezTo>
                  <a:cubicBezTo>
                    <a:pt x="402" y="369"/>
                    <a:pt x="401" y="370"/>
                    <a:pt x="401" y="371"/>
                  </a:cubicBezTo>
                  <a:cubicBezTo>
                    <a:pt x="400" y="372"/>
                    <a:pt x="400" y="372"/>
                    <a:pt x="400" y="372"/>
                  </a:cubicBezTo>
                  <a:cubicBezTo>
                    <a:pt x="400" y="373"/>
                    <a:pt x="400" y="373"/>
                    <a:pt x="400" y="373"/>
                  </a:cubicBezTo>
                  <a:cubicBezTo>
                    <a:pt x="399" y="374"/>
                    <a:pt x="399" y="374"/>
                    <a:pt x="399" y="374"/>
                  </a:cubicBezTo>
                  <a:cubicBezTo>
                    <a:pt x="396" y="379"/>
                    <a:pt x="396" y="379"/>
                    <a:pt x="396" y="379"/>
                  </a:cubicBezTo>
                  <a:cubicBezTo>
                    <a:pt x="392" y="389"/>
                    <a:pt x="392" y="389"/>
                    <a:pt x="392" y="389"/>
                  </a:cubicBezTo>
                  <a:cubicBezTo>
                    <a:pt x="389" y="394"/>
                    <a:pt x="389" y="394"/>
                    <a:pt x="389" y="394"/>
                  </a:cubicBezTo>
                  <a:cubicBezTo>
                    <a:pt x="389" y="395"/>
                    <a:pt x="389" y="395"/>
                    <a:pt x="389" y="394"/>
                  </a:cubicBezTo>
                  <a:cubicBezTo>
                    <a:pt x="388" y="394"/>
                    <a:pt x="388" y="394"/>
                    <a:pt x="388" y="394"/>
                  </a:cubicBezTo>
                  <a:cubicBezTo>
                    <a:pt x="388" y="394"/>
                    <a:pt x="388" y="394"/>
                    <a:pt x="388" y="394"/>
                  </a:cubicBezTo>
                  <a:cubicBezTo>
                    <a:pt x="387" y="394"/>
                    <a:pt x="387" y="394"/>
                    <a:pt x="387" y="394"/>
                  </a:cubicBezTo>
                  <a:cubicBezTo>
                    <a:pt x="386" y="393"/>
                    <a:pt x="386" y="393"/>
                    <a:pt x="386" y="393"/>
                  </a:cubicBezTo>
                  <a:cubicBezTo>
                    <a:pt x="385" y="393"/>
                    <a:pt x="385" y="393"/>
                    <a:pt x="385" y="393"/>
                  </a:cubicBezTo>
                  <a:cubicBezTo>
                    <a:pt x="385" y="392"/>
                    <a:pt x="384" y="392"/>
                    <a:pt x="383" y="391"/>
                  </a:cubicBezTo>
                  <a:cubicBezTo>
                    <a:pt x="380" y="389"/>
                    <a:pt x="377" y="386"/>
                    <a:pt x="375" y="383"/>
                  </a:cubicBezTo>
                  <a:cubicBezTo>
                    <a:pt x="369" y="377"/>
                    <a:pt x="365" y="370"/>
                    <a:pt x="362" y="363"/>
                  </a:cubicBezTo>
                  <a:cubicBezTo>
                    <a:pt x="365" y="370"/>
                    <a:pt x="369" y="377"/>
                    <a:pt x="375" y="383"/>
                  </a:cubicBezTo>
                  <a:cubicBezTo>
                    <a:pt x="377" y="386"/>
                    <a:pt x="380" y="389"/>
                    <a:pt x="383" y="391"/>
                  </a:cubicBezTo>
                  <a:cubicBezTo>
                    <a:pt x="384" y="392"/>
                    <a:pt x="385" y="392"/>
                    <a:pt x="385" y="393"/>
                  </a:cubicBezTo>
                  <a:cubicBezTo>
                    <a:pt x="386" y="393"/>
                    <a:pt x="386" y="393"/>
                    <a:pt x="386" y="393"/>
                  </a:cubicBezTo>
                  <a:cubicBezTo>
                    <a:pt x="387" y="393"/>
                    <a:pt x="387" y="393"/>
                    <a:pt x="387" y="393"/>
                  </a:cubicBezTo>
                  <a:cubicBezTo>
                    <a:pt x="387" y="394"/>
                    <a:pt x="387" y="394"/>
                    <a:pt x="388" y="394"/>
                  </a:cubicBezTo>
                  <a:cubicBezTo>
                    <a:pt x="388" y="394"/>
                    <a:pt x="388" y="394"/>
                    <a:pt x="388" y="394"/>
                  </a:cubicBezTo>
                  <a:cubicBezTo>
                    <a:pt x="389" y="394"/>
                    <a:pt x="389" y="394"/>
                    <a:pt x="389" y="394"/>
                  </a:cubicBezTo>
                  <a:cubicBezTo>
                    <a:pt x="389" y="394"/>
                    <a:pt x="389" y="395"/>
                    <a:pt x="389" y="394"/>
                  </a:cubicBezTo>
                  <a:cubicBezTo>
                    <a:pt x="392" y="389"/>
                    <a:pt x="392" y="389"/>
                    <a:pt x="392" y="389"/>
                  </a:cubicBezTo>
                  <a:cubicBezTo>
                    <a:pt x="396" y="379"/>
                    <a:pt x="396" y="379"/>
                    <a:pt x="396" y="379"/>
                  </a:cubicBezTo>
                  <a:cubicBezTo>
                    <a:pt x="399" y="374"/>
                    <a:pt x="399" y="374"/>
                    <a:pt x="399" y="374"/>
                  </a:cubicBezTo>
                  <a:cubicBezTo>
                    <a:pt x="399" y="373"/>
                    <a:pt x="399" y="373"/>
                    <a:pt x="400" y="372"/>
                  </a:cubicBezTo>
                  <a:cubicBezTo>
                    <a:pt x="401" y="371"/>
                    <a:pt x="401" y="371"/>
                    <a:pt x="401" y="371"/>
                  </a:cubicBezTo>
                  <a:cubicBezTo>
                    <a:pt x="401" y="370"/>
                    <a:pt x="402" y="369"/>
                    <a:pt x="402" y="369"/>
                  </a:cubicBezTo>
                  <a:cubicBezTo>
                    <a:pt x="405" y="365"/>
                    <a:pt x="407" y="362"/>
                    <a:pt x="410" y="360"/>
                  </a:cubicBezTo>
                  <a:cubicBezTo>
                    <a:pt x="413" y="357"/>
                    <a:pt x="417" y="354"/>
                    <a:pt x="421" y="353"/>
                  </a:cubicBezTo>
                  <a:cubicBezTo>
                    <a:pt x="423" y="352"/>
                    <a:pt x="425" y="351"/>
                    <a:pt x="427" y="351"/>
                  </a:cubicBezTo>
                  <a:cubicBezTo>
                    <a:pt x="429" y="350"/>
                    <a:pt x="432" y="350"/>
                    <a:pt x="434" y="351"/>
                  </a:cubicBezTo>
                  <a:cubicBezTo>
                    <a:pt x="439" y="352"/>
                    <a:pt x="443" y="354"/>
                    <a:pt x="446" y="357"/>
                  </a:cubicBezTo>
                  <a:cubicBezTo>
                    <a:pt x="449" y="360"/>
                    <a:pt x="452" y="364"/>
                    <a:pt x="453" y="368"/>
                  </a:cubicBezTo>
                  <a:cubicBezTo>
                    <a:pt x="457" y="375"/>
                    <a:pt x="457" y="384"/>
                    <a:pt x="456" y="392"/>
                  </a:cubicBezTo>
                  <a:cubicBezTo>
                    <a:pt x="455" y="396"/>
                    <a:pt x="454" y="400"/>
                    <a:pt x="453" y="403"/>
                  </a:cubicBezTo>
                  <a:cubicBezTo>
                    <a:pt x="451" y="407"/>
                    <a:pt x="449" y="411"/>
                    <a:pt x="446" y="414"/>
                  </a:cubicBezTo>
                  <a:cubicBezTo>
                    <a:pt x="441" y="420"/>
                    <a:pt x="433" y="424"/>
                    <a:pt x="425" y="426"/>
                  </a:cubicBezTo>
                  <a:cubicBezTo>
                    <a:pt x="422" y="428"/>
                    <a:pt x="418" y="428"/>
                    <a:pt x="414" y="429"/>
                  </a:cubicBezTo>
                  <a:cubicBezTo>
                    <a:pt x="412" y="429"/>
                    <a:pt x="410" y="429"/>
                    <a:pt x="408" y="429"/>
                  </a:cubicBezTo>
                  <a:cubicBezTo>
                    <a:pt x="407" y="429"/>
                    <a:pt x="407" y="429"/>
                    <a:pt x="407" y="429"/>
                  </a:cubicBezTo>
                  <a:cubicBezTo>
                    <a:pt x="407" y="429"/>
                    <a:pt x="407" y="429"/>
                    <a:pt x="407" y="429"/>
                  </a:cubicBezTo>
                  <a:cubicBezTo>
                    <a:pt x="406" y="429"/>
                    <a:pt x="406" y="429"/>
                    <a:pt x="406" y="429"/>
                  </a:cubicBezTo>
                  <a:cubicBezTo>
                    <a:pt x="406" y="429"/>
                    <a:pt x="405" y="429"/>
                    <a:pt x="405" y="429"/>
                  </a:cubicBezTo>
                  <a:cubicBezTo>
                    <a:pt x="405" y="429"/>
                    <a:pt x="405" y="429"/>
                    <a:pt x="404" y="430"/>
                  </a:cubicBezTo>
                  <a:cubicBezTo>
                    <a:pt x="404" y="432"/>
                    <a:pt x="404" y="432"/>
                    <a:pt x="404" y="432"/>
                  </a:cubicBezTo>
                  <a:cubicBezTo>
                    <a:pt x="401" y="438"/>
                    <a:pt x="401" y="438"/>
                    <a:pt x="401" y="438"/>
                  </a:cubicBezTo>
                  <a:cubicBezTo>
                    <a:pt x="396" y="450"/>
                    <a:pt x="396" y="450"/>
                    <a:pt x="396" y="450"/>
                  </a:cubicBezTo>
                  <a:cubicBezTo>
                    <a:pt x="392" y="458"/>
                    <a:pt x="389" y="466"/>
                    <a:pt x="385" y="475"/>
                  </a:cubicBezTo>
                  <a:cubicBezTo>
                    <a:pt x="379" y="491"/>
                    <a:pt x="373" y="508"/>
                    <a:pt x="367" y="525"/>
                  </a:cubicBezTo>
                  <a:cubicBezTo>
                    <a:pt x="361" y="541"/>
                    <a:pt x="355" y="558"/>
                    <a:pt x="350" y="575"/>
                  </a:cubicBezTo>
                  <a:cubicBezTo>
                    <a:pt x="347" y="584"/>
                    <a:pt x="345" y="592"/>
                    <a:pt x="342" y="601"/>
                  </a:cubicBezTo>
                  <a:cubicBezTo>
                    <a:pt x="339" y="611"/>
                    <a:pt x="339" y="611"/>
                    <a:pt x="339" y="611"/>
                  </a:cubicBezTo>
                  <a:cubicBezTo>
                    <a:pt x="339" y="612"/>
                    <a:pt x="339" y="612"/>
                    <a:pt x="339" y="612"/>
                  </a:cubicBezTo>
                  <a:cubicBezTo>
                    <a:pt x="339" y="613"/>
                    <a:pt x="339" y="613"/>
                    <a:pt x="339" y="613"/>
                  </a:cubicBezTo>
                  <a:cubicBezTo>
                    <a:pt x="339" y="613"/>
                    <a:pt x="339" y="613"/>
                    <a:pt x="339" y="613"/>
                  </a:cubicBezTo>
                  <a:cubicBezTo>
                    <a:pt x="339" y="613"/>
                    <a:pt x="339" y="613"/>
                    <a:pt x="339" y="613"/>
                  </a:cubicBezTo>
                  <a:cubicBezTo>
                    <a:pt x="340" y="613"/>
                    <a:pt x="340" y="613"/>
                    <a:pt x="340" y="613"/>
                  </a:cubicBezTo>
                  <a:cubicBezTo>
                    <a:pt x="343" y="613"/>
                    <a:pt x="343" y="613"/>
                    <a:pt x="343" y="613"/>
                  </a:cubicBezTo>
                  <a:cubicBezTo>
                    <a:pt x="369" y="613"/>
                    <a:pt x="369" y="613"/>
                    <a:pt x="369" y="613"/>
                  </a:cubicBezTo>
                  <a:cubicBezTo>
                    <a:pt x="382" y="613"/>
                    <a:pt x="382" y="613"/>
                    <a:pt x="382" y="613"/>
                  </a:cubicBezTo>
                  <a:cubicBezTo>
                    <a:pt x="389" y="613"/>
                    <a:pt x="389" y="613"/>
                    <a:pt x="389" y="613"/>
                  </a:cubicBezTo>
                  <a:cubicBezTo>
                    <a:pt x="392" y="613"/>
                    <a:pt x="392" y="613"/>
                    <a:pt x="392" y="613"/>
                  </a:cubicBezTo>
                  <a:cubicBezTo>
                    <a:pt x="393" y="613"/>
                    <a:pt x="393" y="613"/>
                    <a:pt x="394" y="613"/>
                  </a:cubicBezTo>
                  <a:cubicBezTo>
                    <a:pt x="394" y="613"/>
                    <a:pt x="395" y="613"/>
                    <a:pt x="395" y="613"/>
                  </a:cubicBezTo>
                  <a:cubicBezTo>
                    <a:pt x="398" y="612"/>
                    <a:pt x="402" y="610"/>
                    <a:pt x="404" y="607"/>
                  </a:cubicBezTo>
                  <a:cubicBezTo>
                    <a:pt x="405" y="606"/>
                    <a:pt x="405" y="604"/>
                    <a:pt x="406" y="603"/>
                  </a:cubicBezTo>
                  <a:cubicBezTo>
                    <a:pt x="406" y="602"/>
                    <a:pt x="406" y="601"/>
                    <a:pt x="406" y="600"/>
                  </a:cubicBezTo>
                  <a:cubicBezTo>
                    <a:pt x="406" y="597"/>
                    <a:pt x="406" y="597"/>
                    <a:pt x="406" y="597"/>
                  </a:cubicBezTo>
                  <a:cubicBezTo>
                    <a:pt x="406" y="570"/>
                    <a:pt x="406" y="570"/>
                    <a:pt x="406" y="570"/>
                  </a:cubicBezTo>
                  <a:cubicBezTo>
                    <a:pt x="406" y="557"/>
                    <a:pt x="406" y="557"/>
                    <a:pt x="406" y="557"/>
                  </a:cubicBezTo>
                  <a:cubicBezTo>
                    <a:pt x="406" y="550"/>
                    <a:pt x="406" y="550"/>
                    <a:pt x="406" y="550"/>
                  </a:cubicBezTo>
                  <a:cubicBezTo>
                    <a:pt x="406" y="545"/>
                    <a:pt x="406" y="545"/>
                    <a:pt x="406" y="545"/>
                  </a:cubicBezTo>
                  <a:cubicBezTo>
                    <a:pt x="406" y="543"/>
                    <a:pt x="406" y="543"/>
                    <a:pt x="406" y="543"/>
                  </a:cubicBezTo>
                  <a:cubicBezTo>
                    <a:pt x="406" y="543"/>
                    <a:pt x="406" y="543"/>
                    <a:pt x="406" y="543"/>
                  </a:cubicBezTo>
                  <a:cubicBezTo>
                    <a:pt x="406" y="542"/>
                    <a:pt x="406" y="542"/>
                    <a:pt x="406" y="542"/>
                  </a:cubicBezTo>
                  <a:cubicBezTo>
                    <a:pt x="407" y="542"/>
                    <a:pt x="407" y="542"/>
                    <a:pt x="407" y="542"/>
                  </a:cubicBezTo>
                  <a:cubicBezTo>
                    <a:pt x="408" y="542"/>
                    <a:pt x="408" y="542"/>
                    <a:pt x="408" y="542"/>
                  </a:cubicBezTo>
                  <a:cubicBezTo>
                    <a:pt x="412" y="540"/>
                    <a:pt x="412" y="540"/>
                    <a:pt x="412" y="540"/>
                  </a:cubicBezTo>
                  <a:cubicBezTo>
                    <a:pt x="415" y="538"/>
                    <a:pt x="415" y="538"/>
                    <a:pt x="415" y="538"/>
                  </a:cubicBezTo>
                  <a:cubicBezTo>
                    <a:pt x="417" y="537"/>
                    <a:pt x="419" y="536"/>
                    <a:pt x="421" y="535"/>
                  </a:cubicBezTo>
                  <a:cubicBezTo>
                    <a:pt x="425" y="533"/>
                    <a:pt x="429" y="531"/>
                    <a:pt x="433" y="529"/>
                  </a:cubicBezTo>
                  <a:cubicBezTo>
                    <a:pt x="448" y="520"/>
                    <a:pt x="462" y="509"/>
                    <a:pt x="475" y="498"/>
                  </a:cubicBezTo>
                  <a:cubicBezTo>
                    <a:pt x="509" y="469"/>
                    <a:pt x="535" y="432"/>
                    <a:pt x="551" y="391"/>
                  </a:cubicBezTo>
                  <a:cubicBezTo>
                    <a:pt x="568" y="350"/>
                    <a:pt x="574" y="305"/>
                    <a:pt x="570" y="261"/>
                  </a:cubicBezTo>
                  <a:cubicBezTo>
                    <a:pt x="566" y="217"/>
                    <a:pt x="552" y="174"/>
                    <a:pt x="528" y="136"/>
                  </a:cubicBezTo>
                  <a:cubicBezTo>
                    <a:pt x="504" y="99"/>
                    <a:pt x="471" y="67"/>
                    <a:pt x="432" y="44"/>
                  </a:cubicBezTo>
                  <a:cubicBezTo>
                    <a:pt x="430" y="43"/>
                    <a:pt x="429" y="43"/>
                    <a:pt x="432" y="45"/>
                  </a:cubicBezTo>
                  <a:cubicBezTo>
                    <a:pt x="442" y="52"/>
                    <a:pt x="442" y="52"/>
                    <a:pt x="442" y="52"/>
                  </a:cubicBezTo>
                  <a:cubicBezTo>
                    <a:pt x="446" y="55"/>
                    <a:pt x="452" y="59"/>
                    <a:pt x="460" y="65"/>
                  </a:cubicBezTo>
                  <a:cubicBezTo>
                    <a:pt x="470" y="73"/>
                    <a:pt x="487" y="88"/>
                    <a:pt x="505" y="108"/>
                  </a:cubicBezTo>
                  <a:cubicBezTo>
                    <a:pt x="513" y="119"/>
                    <a:pt x="522" y="131"/>
                    <a:pt x="530" y="144"/>
                  </a:cubicBezTo>
                  <a:cubicBezTo>
                    <a:pt x="538" y="157"/>
                    <a:pt x="545" y="172"/>
                    <a:pt x="551" y="188"/>
                  </a:cubicBezTo>
                  <a:cubicBezTo>
                    <a:pt x="557" y="203"/>
                    <a:pt x="562" y="220"/>
                    <a:pt x="565" y="237"/>
                  </a:cubicBezTo>
                  <a:cubicBezTo>
                    <a:pt x="568" y="254"/>
                    <a:pt x="569" y="271"/>
                    <a:pt x="569" y="288"/>
                  </a:cubicBezTo>
                  <a:cubicBezTo>
                    <a:pt x="569" y="305"/>
                    <a:pt x="568" y="321"/>
                    <a:pt x="565" y="337"/>
                  </a:cubicBezTo>
                  <a:cubicBezTo>
                    <a:pt x="562" y="352"/>
                    <a:pt x="558" y="366"/>
                    <a:pt x="554" y="379"/>
                  </a:cubicBezTo>
                  <a:cubicBezTo>
                    <a:pt x="539" y="422"/>
                    <a:pt x="513" y="461"/>
                    <a:pt x="478" y="492"/>
                  </a:cubicBezTo>
                  <a:cubicBezTo>
                    <a:pt x="461" y="508"/>
                    <a:pt x="442" y="521"/>
                    <a:pt x="421" y="532"/>
                  </a:cubicBezTo>
                  <a:cubicBezTo>
                    <a:pt x="419" y="534"/>
                    <a:pt x="416" y="535"/>
                    <a:pt x="413" y="536"/>
                  </a:cubicBezTo>
                  <a:cubicBezTo>
                    <a:pt x="408" y="539"/>
                    <a:pt x="408" y="539"/>
                    <a:pt x="408" y="539"/>
                  </a:cubicBezTo>
                  <a:cubicBezTo>
                    <a:pt x="404" y="541"/>
                    <a:pt x="404" y="541"/>
                    <a:pt x="404" y="541"/>
                  </a:cubicBezTo>
                  <a:cubicBezTo>
                    <a:pt x="404" y="541"/>
                    <a:pt x="404" y="541"/>
                    <a:pt x="404" y="541"/>
                  </a:cubicBezTo>
                  <a:cubicBezTo>
                    <a:pt x="404" y="541"/>
                    <a:pt x="404" y="541"/>
                    <a:pt x="404" y="541"/>
                  </a:cubicBezTo>
                  <a:cubicBezTo>
                    <a:pt x="404" y="542"/>
                    <a:pt x="404" y="542"/>
                    <a:pt x="404" y="542"/>
                  </a:cubicBezTo>
                  <a:cubicBezTo>
                    <a:pt x="404" y="543"/>
                    <a:pt x="404" y="543"/>
                    <a:pt x="404" y="543"/>
                  </a:cubicBezTo>
                  <a:cubicBezTo>
                    <a:pt x="404" y="545"/>
                    <a:pt x="404" y="545"/>
                    <a:pt x="404" y="545"/>
                  </a:cubicBezTo>
                  <a:cubicBezTo>
                    <a:pt x="404" y="565"/>
                    <a:pt x="404" y="565"/>
                    <a:pt x="404" y="565"/>
                  </a:cubicBezTo>
                  <a:cubicBezTo>
                    <a:pt x="404" y="600"/>
                    <a:pt x="404" y="600"/>
                    <a:pt x="404" y="600"/>
                  </a:cubicBezTo>
                  <a:cubicBezTo>
                    <a:pt x="403" y="602"/>
                    <a:pt x="403" y="604"/>
                    <a:pt x="402" y="606"/>
                  </a:cubicBezTo>
                  <a:cubicBezTo>
                    <a:pt x="401" y="607"/>
                    <a:pt x="399" y="609"/>
                    <a:pt x="397" y="609"/>
                  </a:cubicBezTo>
                  <a:cubicBezTo>
                    <a:pt x="397" y="610"/>
                    <a:pt x="396" y="610"/>
                    <a:pt x="395" y="610"/>
                  </a:cubicBezTo>
                  <a:cubicBezTo>
                    <a:pt x="394" y="610"/>
                    <a:pt x="393" y="610"/>
                    <a:pt x="391" y="610"/>
                  </a:cubicBezTo>
                  <a:cubicBezTo>
                    <a:pt x="382" y="610"/>
                    <a:pt x="382" y="610"/>
                    <a:pt x="382" y="610"/>
                  </a:cubicBezTo>
                  <a:cubicBezTo>
                    <a:pt x="346" y="610"/>
                    <a:pt x="346" y="610"/>
                    <a:pt x="346" y="610"/>
                  </a:cubicBezTo>
                  <a:cubicBezTo>
                    <a:pt x="343" y="610"/>
                    <a:pt x="343" y="610"/>
                    <a:pt x="343" y="610"/>
                  </a:cubicBezTo>
                  <a:cubicBezTo>
                    <a:pt x="342" y="610"/>
                    <a:pt x="342" y="610"/>
                    <a:pt x="342" y="610"/>
                  </a:cubicBezTo>
                  <a:cubicBezTo>
                    <a:pt x="342" y="610"/>
                    <a:pt x="342" y="610"/>
                    <a:pt x="342" y="610"/>
                  </a:cubicBezTo>
                  <a:cubicBezTo>
                    <a:pt x="342" y="610"/>
                    <a:pt x="342" y="610"/>
                    <a:pt x="342" y="610"/>
                  </a:cubicBezTo>
                  <a:cubicBezTo>
                    <a:pt x="342" y="609"/>
                    <a:pt x="342" y="609"/>
                    <a:pt x="342" y="609"/>
                  </a:cubicBezTo>
                  <a:cubicBezTo>
                    <a:pt x="346" y="596"/>
                    <a:pt x="346" y="596"/>
                    <a:pt x="346" y="596"/>
                  </a:cubicBezTo>
                  <a:cubicBezTo>
                    <a:pt x="350" y="584"/>
                    <a:pt x="353" y="573"/>
                    <a:pt x="357" y="561"/>
                  </a:cubicBezTo>
                  <a:cubicBezTo>
                    <a:pt x="364" y="539"/>
                    <a:pt x="372" y="516"/>
                    <a:pt x="381" y="493"/>
                  </a:cubicBezTo>
                  <a:cubicBezTo>
                    <a:pt x="385" y="482"/>
                    <a:pt x="389" y="471"/>
                    <a:pt x="394" y="460"/>
                  </a:cubicBezTo>
                  <a:cubicBezTo>
                    <a:pt x="396" y="454"/>
                    <a:pt x="399" y="449"/>
                    <a:pt x="401" y="443"/>
                  </a:cubicBezTo>
                  <a:cubicBezTo>
                    <a:pt x="405" y="435"/>
                    <a:pt x="405" y="435"/>
                    <a:pt x="405" y="435"/>
                  </a:cubicBezTo>
                  <a:cubicBezTo>
                    <a:pt x="406" y="432"/>
                    <a:pt x="406" y="432"/>
                    <a:pt x="406" y="432"/>
                  </a:cubicBezTo>
                  <a:cubicBezTo>
                    <a:pt x="406" y="431"/>
                    <a:pt x="406" y="431"/>
                    <a:pt x="406" y="431"/>
                  </a:cubicBezTo>
                  <a:cubicBezTo>
                    <a:pt x="407" y="431"/>
                    <a:pt x="407" y="431"/>
                    <a:pt x="407" y="431"/>
                  </a:cubicBezTo>
                  <a:cubicBezTo>
                    <a:pt x="407" y="431"/>
                    <a:pt x="407" y="431"/>
                    <a:pt x="407" y="431"/>
                  </a:cubicBezTo>
                  <a:cubicBezTo>
                    <a:pt x="407" y="431"/>
                    <a:pt x="407" y="431"/>
                    <a:pt x="407" y="431"/>
                  </a:cubicBezTo>
                  <a:cubicBezTo>
                    <a:pt x="408" y="431"/>
                    <a:pt x="408" y="431"/>
                    <a:pt x="408" y="431"/>
                  </a:cubicBezTo>
                  <a:cubicBezTo>
                    <a:pt x="410" y="431"/>
                    <a:pt x="412" y="431"/>
                    <a:pt x="414" y="431"/>
                  </a:cubicBezTo>
                  <a:cubicBezTo>
                    <a:pt x="418" y="430"/>
                    <a:pt x="422" y="430"/>
                    <a:pt x="426" y="429"/>
                  </a:cubicBezTo>
                  <a:cubicBezTo>
                    <a:pt x="434" y="426"/>
                    <a:pt x="442" y="422"/>
                    <a:pt x="448" y="415"/>
                  </a:cubicBezTo>
                  <a:cubicBezTo>
                    <a:pt x="451" y="412"/>
                    <a:pt x="453" y="408"/>
                    <a:pt x="455" y="404"/>
                  </a:cubicBezTo>
                  <a:cubicBezTo>
                    <a:pt x="457" y="400"/>
                    <a:pt x="458" y="396"/>
                    <a:pt x="458" y="392"/>
                  </a:cubicBezTo>
                  <a:cubicBezTo>
                    <a:pt x="460" y="383"/>
                    <a:pt x="459" y="374"/>
                    <a:pt x="455" y="366"/>
                  </a:cubicBezTo>
                  <a:cubicBezTo>
                    <a:pt x="453" y="362"/>
                    <a:pt x="450" y="358"/>
                    <a:pt x="447" y="355"/>
                  </a:cubicBezTo>
                  <a:cubicBezTo>
                    <a:pt x="444" y="352"/>
                    <a:pt x="439" y="350"/>
                    <a:pt x="434" y="349"/>
                  </a:cubicBezTo>
                  <a:cubicBezTo>
                    <a:pt x="433" y="348"/>
                    <a:pt x="432" y="348"/>
                    <a:pt x="430" y="348"/>
                  </a:cubicBezTo>
                  <a:cubicBezTo>
                    <a:pt x="429" y="348"/>
                    <a:pt x="428" y="348"/>
                    <a:pt x="426" y="349"/>
                  </a:cubicBezTo>
                  <a:cubicBezTo>
                    <a:pt x="424" y="349"/>
                    <a:pt x="421" y="350"/>
                    <a:pt x="419" y="351"/>
                  </a:cubicBezTo>
                  <a:cubicBezTo>
                    <a:pt x="415" y="353"/>
                    <a:pt x="412" y="355"/>
                    <a:pt x="409" y="358"/>
                  </a:cubicBezTo>
                  <a:cubicBezTo>
                    <a:pt x="406" y="361"/>
                    <a:pt x="403" y="364"/>
                    <a:pt x="401" y="367"/>
                  </a:cubicBezTo>
                  <a:cubicBezTo>
                    <a:pt x="400" y="368"/>
                    <a:pt x="399" y="369"/>
                    <a:pt x="399" y="370"/>
                  </a:cubicBezTo>
                  <a:cubicBezTo>
                    <a:pt x="398" y="370"/>
                    <a:pt x="398" y="370"/>
                    <a:pt x="398" y="370"/>
                  </a:cubicBezTo>
                  <a:cubicBezTo>
                    <a:pt x="398" y="371"/>
                    <a:pt x="398" y="371"/>
                    <a:pt x="398" y="371"/>
                  </a:cubicBezTo>
                  <a:cubicBezTo>
                    <a:pt x="398" y="371"/>
                    <a:pt x="398" y="371"/>
                    <a:pt x="398" y="371"/>
                  </a:cubicBezTo>
                  <a:cubicBezTo>
                    <a:pt x="397" y="373"/>
                    <a:pt x="397" y="373"/>
                    <a:pt x="397" y="373"/>
                  </a:cubicBezTo>
                  <a:cubicBezTo>
                    <a:pt x="395" y="378"/>
                    <a:pt x="395" y="378"/>
                    <a:pt x="395" y="378"/>
                  </a:cubicBezTo>
                  <a:cubicBezTo>
                    <a:pt x="388" y="392"/>
                    <a:pt x="388" y="392"/>
                    <a:pt x="388" y="392"/>
                  </a:cubicBezTo>
                  <a:cubicBezTo>
                    <a:pt x="388" y="392"/>
                    <a:pt x="387" y="391"/>
                    <a:pt x="387" y="391"/>
                  </a:cubicBezTo>
                  <a:cubicBezTo>
                    <a:pt x="387" y="391"/>
                    <a:pt x="387" y="391"/>
                    <a:pt x="387" y="391"/>
                  </a:cubicBezTo>
                  <a:cubicBezTo>
                    <a:pt x="385" y="390"/>
                    <a:pt x="385" y="390"/>
                    <a:pt x="385" y="390"/>
                  </a:cubicBezTo>
                  <a:cubicBezTo>
                    <a:pt x="384" y="390"/>
                    <a:pt x="384" y="389"/>
                    <a:pt x="383" y="388"/>
                  </a:cubicBezTo>
                  <a:cubicBezTo>
                    <a:pt x="379" y="386"/>
                    <a:pt x="376" y="382"/>
                    <a:pt x="374" y="379"/>
                  </a:cubicBezTo>
                  <a:cubicBezTo>
                    <a:pt x="371" y="375"/>
                    <a:pt x="369" y="372"/>
                    <a:pt x="367" y="367"/>
                  </a:cubicBezTo>
                  <a:cubicBezTo>
                    <a:pt x="366" y="365"/>
                    <a:pt x="365" y="363"/>
                    <a:pt x="364" y="361"/>
                  </a:cubicBezTo>
                  <a:cubicBezTo>
                    <a:pt x="363" y="361"/>
                    <a:pt x="363" y="361"/>
                    <a:pt x="363" y="361"/>
                  </a:cubicBezTo>
                  <a:cubicBezTo>
                    <a:pt x="363" y="360"/>
                    <a:pt x="363" y="360"/>
                    <a:pt x="363" y="360"/>
                  </a:cubicBezTo>
                  <a:cubicBezTo>
                    <a:pt x="363" y="360"/>
                    <a:pt x="363" y="360"/>
                    <a:pt x="363" y="360"/>
                  </a:cubicBezTo>
                  <a:cubicBezTo>
                    <a:pt x="364" y="360"/>
                    <a:pt x="364" y="360"/>
                    <a:pt x="364" y="360"/>
                  </a:cubicBezTo>
                  <a:cubicBezTo>
                    <a:pt x="364" y="360"/>
                    <a:pt x="364" y="360"/>
                    <a:pt x="364" y="360"/>
                  </a:cubicBezTo>
                  <a:cubicBezTo>
                    <a:pt x="365" y="359"/>
                    <a:pt x="365" y="359"/>
                    <a:pt x="365" y="359"/>
                  </a:cubicBezTo>
                  <a:cubicBezTo>
                    <a:pt x="368" y="357"/>
                    <a:pt x="370" y="355"/>
                    <a:pt x="372" y="353"/>
                  </a:cubicBezTo>
                  <a:cubicBezTo>
                    <a:pt x="376" y="349"/>
                    <a:pt x="380" y="345"/>
                    <a:pt x="383" y="340"/>
                  </a:cubicBezTo>
                  <a:cubicBezTo>
                    <a:pt x="387" y="336"/>
                    <a:pt x="390" y="330"/>
                    <a:pt x="391" y="324"/>
                  </a:cubicBezTo>
                  <a:cubicBezTo>
                    <a:pt x="392" y="318"/>
                    <a:pt x="392" y="311"/>
                    <a:pt x="390" y="305"/>
                  </a:cubicBezTo>
                  <a:cubicBezTo>
                    <a:pt x="389" y="302"/>
                    <a:pt x="388" y="299"/>
                    <a:pt x="386" y="296"/>
                  </a:cubicBezTo>
                  <a:cubicBezTo>
                    <a:pt x="385" y="295"/>
                    <a:pt x="384" y="294"/>
                    <a:pt x="383" y="292"/>
                  </a:cubicBezTo>
                  <a:cubicBezTo>
                    <a:pt x="383" y="292"/>
                    <a:pt x="382" y="291"/>
                    <a:pt x="382" y="291"/>
                  </a:cubicBezTo>
                  <a:cubicBezTo>
                    <a:pt x="381" y="290"/>
                    <a:pt x="381" y="290"/>
                    <a:pt x="381" y="290"/>
                  </a:cubicBezTo>
                  <a:cubicBezTo>
                    <a:pt x="380" y="289"/>
                    <a:pt x="380" y="289"/>
                    <a:pt x="380" y="289"/>
                  </a:cubicBezTo>
                  <a:cubicBezTo>
                    <a:pt x="377" y="287"/>
                    <a:pt x="374" y="285"/>
                    <a:pt x="371" y="283"/>
                  </a:cubicBezTo>
                  <a:cubicBezTo>
                    <a:pt x="368" y="282"/>
                    <a:pt x="364" y="282"/>
                    <a:pt x="361" y="282"/>
                  </a:cubicBezTo>
                  <a:cubicBezTo>
                    <a:pt x="354" y="282"/>
                    <a:pt x="348" y="284"/>
                    <a:pt x="343" y="287"/>
                  </a:cubicBezTo>
                  <a:cubicBezTo>
                    <a:pt x="340" y="289"/>
                    <a:pt x="338" y="291"/>
                    <a:pt x="336" y="293"/>
                  </a:cubicBezTo>
                  <a:cubicBezTo>
                    <a:pt x="333" y="295"/>
                    <a:pt x="331" y="298"/>
                    <a:pt x="330" y="300"/>
                  </a:cubicBezTo>
                  <a:cubicBezTo>
                    <a:pt x="327" y="304"/>
                    <a:pt x="325" y="308"/>
                    <a:pt x="324" y="312"/>
                  </a:cubicBezTo>
                  <a:cubicBezTo>
                    <a:pt x="322" y="316"/>
                    <a:pt x="322" y="321"/>
                    <a:pt x="321" y="325"/>
                  </a:cubicBezTo>
                  <a:cubicBezTo>
                    <a:pt x="321" y="329"/>
                    <a:pt x="321" y="333"/>
                    <a:pt x="322" y="337"/>
                  </a:cubicBezTo>
                  <a:cubicBezTo>
                    <a:pt x="322" y="340"/>
                    <a:pt x="322" y="340"/>
                    <a:pt x="322" y="340"/>
                  </a:cubicBezTo>
                  <a:cubicBezTo>
                    <a:pt x="322" y="343"/>
                    <a:pt x="322" y="343"/>
                    <a:pt x="322" y="343"/>
                  </a:cubicBezTo>
                  <a:cubicBezTo>
                    <a:pt x="323" y="343"/>
                    <a:pt x="323" y="343"/>
                    <a:pt x="323" y="343"/>
                  </a:cubicBezTo>
                  <a:cubicBezTo>
                    <a:pt x="322" y="343"/>
                    <a:pt x="322" y="343"/>
                    <a:pt x="322" y="343"/>
                  </a:cubicBezTo>
                  <a:cubicBezTo>
                    <a:pt x="322" y="344"/>
                    <a:pt x="322" y="344"/>
                    <a:pt x="322" y="344"/>
                  </a:cubicBezTo>
                  <a:cubicBezTo>
                    <a:pt x="320" y="344"/>
                    <a:pt x="318" y="345"/>
                    <a:pt x="315" y="345"/>
                  </a:cubicBezTo>
                  <a:cubicBezTo>
                    <a:pt x="311" y="346"/>
                    <a:pt x="307" y="347"/>
                    <a:pt x="302" y="347"/>
                  </a:cubicBezTo>
                  <a:cubicBezTo>
                    <a:pt x="298" y="346"/>
                    <a:pt x="293" y="346"/>
                    <a:pt x="289" y="345"/>
                  </a:cubicBezTo>
                  <a:cubicBezTo>
                    <a:pt x="287" y="345"/>
                    <a:pt x="287" y="345"/>
                    <a:pt x="287" y="345"/>
                  </a:cubicBezTo>
                  <a:cubicBezTo>
                    <a:pt x="286" y="345"/>
                    <a:pt x="286" y="345"/>
                    <a:pt x="286" y="345"/>
                  </a:cubicBezTo>
                  <a:cubicBezTo>
                    <a:pt x="285" y="345"/>
                    <a:pt x="285" y="345"/>
                    <a:pt x="285" y="345"/>
                  </a:cubicBezTo>
                  <a:cubicBezTo>
                    <a:pt x="285" y="345"/>
                    <a:pt x="285" y="345"/>
                    <a:pt x="285" y="345"/>
                  </a:cubicBezTo>
                  <a:cubicBezTo>
                    <a:pt x="285" y="345"/>
                    <a:pt x="285" y="345"/>
                    <a:pt x="285" y="345"/>
                  </a:cubicBezTo>
                  <a:cubicBezTo>
                    <a:pt x="285" y="344"/>
                    <a:pt x="285" y="344"/>
                    <a:pt x="285" y="344"/>
                  </a:cubicBezTo>
                  <a:cubicBezTo>
                    <a:pt x="286" y="343"/>
                    <a:pt x="286" y="343"/>
                    <a:pt x="286" y="343"/>
                  </a:cubicBezTo>
                  <a:cubicBezTo>
                    <a:pt x="290" y="339"/>
                    <a:pt x="293" y="334"/>
                    <a:pt x="295" y="330"/>
                  </a:cubicBezTo>
                  <a:cubicBezTo>
                    <a:pt x="298" y="325"/>
                    <a:pt x="300" y="320"/>
                    <a:pt x="302" y="314"/>
                  </a:cubicBezTo>
                  <a:cubicBezTo>
                    <a:pt x="302" y="311"/>
                    <a:pt x="303" y="308"/>
                    <a:pt x="302" y="305"/>
                  </a:cubicBezTo>
                  <a:cubicBezTo>
                    <a:pt x="302" y="301"/>
                    <a:pt x="302" y="298"/>
                    <a:pt x="300" y="295"/>
                  </a:cubicBezTo>
                  <a:cubicBezTo>
                    <a:pt x="298" y="289"/>
                    <a:pt x="293" y="284"/>
                    <a:pt x="289" y="280"/>
                  </a:cubicBezTo>
                  <a:cubicBezTo>
                    <a:pt x="284" y="277"/>
                    <a:pt x="278" y="274"/>
                    <a:pt x="271" y="274"/>
                  </a:cubicBezTo>
                  <a:cubicBezTo>
                    <a:pt x="268" y="273"/>
                    <a:pt x="264" y="274"/>
                    <a:pt x="261" y="275"/>
                  </a:cubicBezTo>
                  <a:cubicBezTo>
                    <a:pt x="258" y="276"/>
                    <a:pt x="255" y="277"/>
                    <a:pt x="252" y="279"/>
                  </a:cubicBezTo>
                  <a:cubicBezTo>
                    <a:pt x="247" y="282"/>
                    <a:pt x="243" y="287"/>
                    <a:pt x="240" y="291"/>
                  </a:cubicBezTo>
                  <a:cubicBezTo>
                    <a:pt x="237" y="296"/>
                    <a:pt x="234" y="301"/>
                    <a:pt x="232" y="306"/>
                  </a:cubicBezTo>
                  <a:cubicBezTo>
                    <a:pt x="230" y="311"/>
                    <a:pt x="229" y="316"/>
                    <a:pt x="228" y="322"/>
                  </a:cubicBezTo>
                  <a:cubicBezTo>
                    <a:pt x="228" y="325"/>
                    <a:pt x="228" y="328"/>
                    <a:pt x="228" y="331"/>
                  </a:cubicBezTo>
                  <a:cubicBezTo>
                    <a:pt x="228" y="331"/>
                    <a:pt x="228" y="332"/>
                    <a:pt x="228" y="333"/>
                  </a:cubicBezTo>
                  <a:cubicBezTo>
                    <a:pt x="228" y="334"/>
                    <a:pt x="228" y="334"/>
                    <a:pt x="228" y="335"/>
                  </a:cubicBezTo>
                  <a:cubicBezTo>
                    <a:pt x="229" y="337"/>
                    <a:pt x="229" y="338"/>
                    <a:pt x="229" y="339"/>
                  </a:cubicBezTo>
                  <a:cubicBezTo>
                    <a:pt x="230" y="342"/>
                    <a:pt x="231" y="345"/>
                    <a:pt x="232" y="348"/>
                  </a:cubicBezTo>
                  <a:cubicBezTo>
                    <a:pt x="233" y="348"/>
                    <a:pt x="233" y="349"/>
                    <a:pt x="233" y="350"/>
                  </a:cubicBezTo>
                  <a:cubicBezTo>
                    <a:pt x="234" y="350"/>
                    <a:pt x="234" y="350"/>
                    <a:pt x="234" y="350"/>
                  </a:cubicBezTo>
                  <a:cubicBezTo>
                    <a:pt x="234" y="350"/>
                    <a:pt x="234" y="350"/>
                    <a:pt x="234" y="350"/>
                  </a:cubicBezTo>
                  <a:cubicBezTo>
                    <a:pt x="234" y="350"/>
                    <a:pt x="234" y="350"/>
                    <a:pt x="234" y="350"/>
                  </a:cubicBezTo>
                  <a:cubicBezTo>
                    <a:pt x="233" y="351"/>
                    <a:pt x="233" y="351"/>
                    <a:pt x="233" y="351"/>
                  </a:cubicBezTo>
                  <a:cubicBezTo>
                    <a:pt x="231" y="353"/>
                    <a:pt x="229" y="355"/>
                    <a:pt x="228" y="357"/>
                  </a:cubicBezTo>
                  <a:cubicBezTo>
                    <a:pt x="224" y="360"/>
                    <a:pt x="221" y="363"/>
                    <a:pt x="217" y="366"/>
                  </a:cubicBezTo>
                  <a:cubicBezTo>
                    <a:pt x="213" y="369"/>
                    <a:pt x="209" y="372"/>
                    <a:pt x="205" y="375"/>
                  </a:cubicBezTo>
                  <a:cubicBezTo>
                    <a:pt x="204" y="376"/>
                    <a:pt x="203" y="376"/>
                    <a:pt x="202" y="377"/>
                  </a:cubicBezTo>
                  <a:cubicBezTo>
                    <a:pt x="200" y="378"/>
                    <a:pt x="200" y="378"/>
                    <a:pt x="200" y="378"/>
                  </a:cubicBezTo>
                  <a:cubicBezTo>
                    <a:pt x="200" y="378"/>
                    <a:pt x="200" y="378"/>
                    <a:pt x="200" y="378"/>
                  </a:cubicBezTo>
                  <a:cubicBezTo>
                    <a:pt x="200" y="378"/>
                    <a:pt x="200" y="378"/>
                    <a:pt x="200" y="378"/>
                  </a:cubicBezTo>
                  <a:cubicBezTo>
                    <a:pt x="198" y="375"/>
                    <a:pt x="198" y="375"/>
                    <a:pt x="198" y="375"/>
                  </a:cubicBezTo>
                  <a:cubicBezTo>
                    <a:pt x="196" y="370"/>
                    <a:pt x="196" y="370"/>
                    <a:pt x="196" y="370"/>
                  </a:cubicBezTo>
                  <a:cubicBezTo>
                    <a:pt x="195" y="368"/>
                    <a:pt x="194" y="366"/>
                    <a:pt x="192" y="365"/>
                  </a:cubicBezTo>
                  <a:cubicBezTo>
                    <a:pt x="188" y="358"/>
                    <a:pt x="182" y="351"/>
                    <a:pt x="174" y="346"/>
                  </a:cubicBezTo>
                  <a:cubicBezTo>
                    <a:pt x="170" y="344"/>
                    <a:pt x="166" y="342"/>
                    <a:pt x="161" y="342"/>
                  </a:cubicBezTo>
                  <a:cubicBezTo>
                    <a:pt x="157" y="341"/>
                    <a:pt x="152" y="341"/>
                    <a:pt x="147" y="342"/>
                  </a:cubicBezTo>
                  <a:cubicBezTo>
                    <a:pt x="145" y="343"/>
                    <a:pt x="142" y="344"/>
                    <a:pt x="140" y="345"/>
                  </a:cubicBezTo>
                  <a:cubicBezTo>
                    <a:pt x="138" y="346"/>
                    <a:pt x="136" y="347"/>
                    <a:pt x="134" y="348"/>
                  </a:cubicBezTo>
                  <a:cubicBezTo>
                    <a:pt x="131" y="351"/>
                    <a:pt x="127" y="355"/>
                    <a:pt x="125" y="359"/>
                  </a:cubicBezTo>
                  <a:cubicBezTo>
                    <a:pt x="123" y="364"/>
                    <a:pt x="122" y="369"/>
                    <a:pt x="122" y="374"/>
                  </a:cubicBezTo>
                  <a:cubicBezTo>
                    <a:pt x="122" y="379"/>
                    <a:pt x="123" y="383"/>
                    <a:pt x="125" y="387"/>
                  </a:cubicBezTo>
                  <a:cubicBezTo>
                    <a:pt x="126" y="391"/>
                    <a:pt x="128" y="395"/>
                    <a:pt x="131" y="399"/>
                  </a:cubicBezTo>
                  <a:cubicBezTo>
                    <a:pt x="133" y="402"/>
                    <a:pt x="136" y="405"/>
                    <a:pt x="139" y="408"/>
                  </a:cubicBezTo>
                  <a:cubicBezTo>
                    <a:pt x="146" y="414"/>
                    <a:pt x="154" y="418"/>
                    <a:pt x="162" y="421"/>
                  </a:cubicBezTo>
                  <a:cubicBezTo>
                    <a:pt x="166" y="422"/>
                    <a:pt x="171" y="422"/>
                    <a:pt x="175" y="422"/>
                  </a:cubicBezTo>
                  <a:cubicBezTo>
                    <a:pt x="177" y="422"/>
                    <a:pt x="179" y="422"/>
                    <a:pt x="181" y="422"/>
                  </a:cubicBezTo>
                  <a:cubicBezTo>
                    <a:pt x="182" y="422"/>
                    <a:pt x="182" y="422"/>
                    <a:pt x="182" y="422"/>
                  </a:cubicBezTo>
                  <a:cubicBezTo>
                    <a:pt x="182" y="422"/>
                    <a:pt x="182" y="422"/>
                    <a:pt x="182" y="422"/>
                  </a:cubicBezTo>
                  <a:cubicBezTo>
                    <a:pt x="182" y="422"/>
                    <a:pt x="182" y="422"/>
                    <a:pt x="182" y="422"/>
                  </a:cubicBezTo>
                  <a:cubicBezTo>
                    <a:pt x="182" y="422"/>
                    <a:pt x="182" y="422"/>
                    <a:pt x="182" y="422"/>
                  </a:cubicBezTo>
                  <a:cubicBezTo>
                    <a:pt x="182" y="422"/>
                    <a:pt x="182" y="422"/>
                    <a:pt x="182" y="422"/>
                  </a:cubicBezTo>
                  <a:cubicBezTo>
                    <a:pt x="183" y="425"/>
                    <a:pt x="183" y="425"/>
                    <a:pt x="183" y="425"/>
                  </a:cubicBezTo>
                  <a:cubicBezTo>
                    <a:pt x="186" y="432"/>
                    <a:pt x="186" y="432"/>
                    <a:pt x="186" y="432"/>
                  </a:cubicBezTo>
                  <a:cubicBezTo>
                    <a:pt x="189" y="438"/>
                    <a:pt x="191" y="443"/>
                    <a:pt x="193" y="448"/>
                  </a:cubicBezTo>
                  <a:cubicBezTo>
                    <a:pt x="198" y="458"/>
                    <a:pt x="202" y="469"/>
                    <a:pt x="206" y="480"/>
                  </a:cubicBezTo>
                  <a:cubicBezTo>
                    <a:pt x="215" y="501"/>
                    <a:pt x="222" y="522"/>
                    <a:pt x="230" y="544"/>
                  </a:cubicBezTo>
                  <a:cubicBezTo>
                    <a:pt x="236" y="562"/>
                    <a:pt x="241" y="580"/>
                    <a:pt x="247" y="598"/>
                  </a:cubicBezTo>
                  <a:cubicBezTo>
                    <a:pt x="250" y="609"/>
                    <a:pt x="250" y="609"/>
                    <a:pt x="250" y="609"/>
                  </a:cubicBezTo>
                  <a:cubicBezTo>
                    <a:pt x="250" y="610"/>
                    <a:pt x="250" y="610"/>
                    <a:pt x="250" y="610"/>
                  </a:cubicBezTo>
                  <a:cubicBezTo>
                    <a:pt x="250" y="610"/>
                    <a:pt x="250" y="610"/>
                    <a:pt x="250" y="610"/>
                  </a:cubicBezTo>
                  <a:cubicBezTo>
                    <a:pt x="224" y="610"/>
                    <a:pt x="224" y="610"/>
                    <a:pt x="224" y="610"/>
                  </a:cubicBezTo>
                  <a:cubicBezTo>
                    <a:pt x="196" y="610"/>
                    <a:pt x="196" y="610"/>
                    <a:pt x="196" y="610"/>
                  </a:cubicBezTo>
                  <a:cubicBezTo>
                    <a:pt x="188" y="610"/>
                    <a:pt x="188" y="610"/>
                    <a:pt x="188" y="610"/>
                  </a:cubicBezTo>
                  <a:cubicBezTo>
                    <a:pt x="187" y="610"/>
                    <a:pt x="186" y="609"/>
                    <a:pt x="184" y="609"/>
                  </a:cubicBezTo>
                  <a:cubicBezTo>
                    <a:pt x="182" y="608"/>
                    <a:pt x="180" y="605"/>
                    <a:pt x="179" y="603"/>
                  </a:cubicBezTo>
                  <a:cubicBezTo>
                    <a:pt x="179" y="602"/>
                    <a:pt x="179" y="601"/>
                    <a:pt x="179" y="600"/>
                  </a:cubicBezTo>
                  <a:cubicBezTo>
                    <a:pt x="179" y="600"/>
                    <a:pt x="179" y="600"/>
                    <a:pt x="179" y="600"/>
                  </a:cubicBezTo>
                  <a:cubicBezTo>
                    <a:pt x="179" y="599"/>
                    <a:pt x="179" y="599"/>
                    <a:pt x="179" y="599"/>
                  </a:cubicBezTo>
                  <a:cubicBezTo>
                    <a:pt x="179" y="597"/>
                    <a:pt x="179" y="597"/>
                    <a:pt x="179" y="597"/>
                  </a:cubicBezTo>
                  <a:cubicBezTo>
                    <a:pt x="179" y="590"/>
                    <a:pt x="179" y="590"/>
                    <a:pt x="179" y="590"/>
                  </a:cubicBezTo>
                  <a:cubicBezTo>
                    <a:pt x="179" y="576"/>
                    <a:pt x="179" y="576"/>
                    <a:pt x="179" y="576"/>
                  </a:cubicBezTo>
                  <a:cubicBezTo>
                    <a:pt x="179" y="544"/>
                    <a:pt x="179" y="544"/>
                    <a:pt x="179" y="544"/>
                  </a:cubicBezTo>
                  <a:cubicBezTo>
                    <a:pt x="179" y="540"/>
                    <a:pt x="179" y="540"/>
                    <a:pt x="179" y="540"/>
                  </a:cubicBezTo>
                  <a:cubicBezTo>
                    <a:pt x="179" y="540"/>
                    <a:pt x="179" y="540"/>
                    <a:pt x="179" y="540"/>
                  </a:cubicBezTo>
                  <a:cubicBezTo>
                    <a:pt x="178" y="540"/>
                    <a:pt x="178" y="540"/>
                    <a:pt x="178" y="540"/>
                  </a:cubicBezTo>
                  <a:cubicBezTo>
                    <a:pt x="177" y="540"/>
                    <a:pt x="177" y="540"/>
                    <a:pt x="177" y="540"/>
                  </a:cubicBezTo>
                  <a:cubicBezTo>
                    <a:pt x="176" y="539"/>
                    <a:pt x="176" y="539"/>
                    <a:pt x="176" y="539"/>
                  </a:cubicBezTo>
                  <a:cubicBezTo>
                    <a:pt x="170" y="536"/>
                    <a:pt x="170" y="536"/>
                    <a:pt x="170" y="536"/>
                  </a:cubicBezTo>
                  <a:cubicBezTo>
                    <a:pt x="168" y="535"/>
                    <a:pt x="166" y="534"/>
                    <a:pt x="164" y="533"/>
                  </a:cubicBezTo>
                  <a:cubicBezTo>
                    <a:pt x="160" y="531"/>
                    <a:pt x="155" y="528"/>
                    <a:pt x="151" y="526"/>
                  </a:cubicBezTo>
                  <a:cubicBezTo>
                    <a:pt x="143" y="521"/>
                    <a:pt x="135" y="516"/>
                    <a:pt x="128" y="511"/>
                  </a:cubicBezTo>
                  <a:cubicBezTo>
                    <a:pt x="113" y="500"/>
                    <a:pt x="99" y="487"/>
                    <a:pt x="86" y="473"/>
                  </a:cubicBezTo>
                  <a:cubicBezTo>
                    <a:pt x="61" y="446"/>
                    <a:pt x="41" y="413"/>
                    <a:pt x="29" y="378"/>
                  </a:cubicBezTo>
                  <a:cubicBezTo>
                    <a:pt x="17" y="344"/>
                    <a:pt x="12" y="307"/>
                    <a:pt x="14" y="271"/>
                  </a:cubicBezTo>
                  <a:cubicBezTo>
                    <a:pt x="16" y="235"/>
                    <a:pt x="25" y="201"/>
                    <a:pt x="40" y="170"/>
                  </a:cubicBezTo>
                  <a:cubicBezTo>
                    <a:pt x="54" y="139"/>
                    <a:pt x="74" y="111"/>
                    <a:pt x="97" y="89"/>
                  </a:cubicBezTo>
                  <a:cubicBezTo>
                    <a:pt x="120" y="66"/>
                    <a:pt x="147" y="48"/>
                    <a:pt x="174" y="35"/>
                  </a:cubicBezTo>
                  <a:cubicBezTo>
                    <a:pt x="198" y="24"/>
                    <a:pt x="220" y="18"/>
                    <a:pt x="237" y="14"/>
                  </a:cubicBezTo>
                  <a:cubicBezTo>
                    <a:pt x="255" y="10"/>
                    <a:pt x="268" y="9"/>
                    <a:pt x="278" y="8"/>
                  </a:cubicBezTo>
                  <a:cubicBezTo>
                    <a:pt x="283" y="8"/>
                    <a:pt x="287" y="8"/>
                    <a:pt x="290" y="8"/>
                  </a:cubicBezTo>
                  <a:cubicBezTo>
                    <a:pt x="293" y="7"/>
                    <a:pt x="295" y="7"/>
                    <a:pt x="296" y="7"/>
                  </a:cubicBezTo>
                  <a:cubicBezTo>
                    <a:pt x="298" y="7"/>
                    <a:pt x="296" y="6"/>
                    <a:pt x="291" y="6"/>
                  </a:cubicBezTo>
                  <a:cubicBezTo>
                    <a:pt x="286" y="6"/>
                    <a:pt x="277" y="5"/>
                    <a:pt x="266" y="6"/>
                  </a:cubicBezTo>
                  <a:cubicBezTo>
                    <a:pt x="254" y="7"/>
                    <a:pt x="239" y="8"/>
                    <a:pt x="222" y="12"/>
                  </a:cubicBezTo>
                  <a:cubicBezTo>
                    <a:pt x="205" y="16"/>
                    <a:pt x="186" y="22"/>
                    <a:pt x="165" y="32"/>
                  </a:cubicBezTo>
                  <a:cubicBezTo>
                    <a:pt x="145" y="42"/>
                    <a:pt x="123" y="56"/>
                    <a:pt x="102" y="74"/>
                  </a:cubicBezTo>
                  <a:cubicBezTo>
                    <a:pt x="101" y="73"/>
                    <a:pt x="101" y="73"/>
                    <a:pt x="101" y="73"/>
                  </a:cubicBezTo>
                  <a:cubicBezTo>
                    <a:pt x="122" y="55"/>
                    <a:pt x="141" y="43"/>
                    <a:pt x="157" y="34"/>
                  </a:cubicBezTo>
                  <a:cubicBezTo>
                    <a:pt x="173" y="26"/>
                    <a:pt x="186" y="20"/>
                    <a:pt x="196" y="17"/>
                  </a:cubicBezTo>
                  <a:cubicBezTo>
                    <a:pt x="206" y="13"/>
                    <a:pt x="213" y="11"/>
                    <a:pt x="218" y="10"/>
                  </a:cubicBezTo>
                  <a:cubicBezTo>
                    <a:pt x="222" y="8"/>
                    <a:pt x="225" y="8"/>
                    <a:pt x="225" y="7"/>
                  </a:cubicBezTo>
                  <a:cubicBezTo>
                    <a:pt x="227" y="6"/>
                    <a:pt x="223" y="7"/>
                    <a:pt x="220" y="7"/>
                  </a:cubicBezTo>
                  <a:cubicBezTo>
                    <a:pt x="217" y="8"/>
                    <a:pt x="215" y="7"/>
                    <a:pt x="221" y="5"/>
                  </a:cubicBezTo>
                  <a:cubicBezTo>
                    <a:pt x="194" y="12"/>
                    <a:pt x="168" y="23"/>
                    <a:pt x="144" y="37"/>
                  </a:cubicBezTo>
                  <a:cubicBezTo>
                    <a:pt x="120" y="51"/>
                    <a:pt x="98" y="69"/>
                    <a:pt x="78" y="89"/>
                  </a:cubicBezTo>
                  <a:cubicBezTo>
                    <a:pt x="59" y="110"/>
                    <a:pt x="43" y="133"/>
                    <a:pt x="30" y="158"/>
                  </a:cubicBezTo>
                  <a:cubicBezTo>
                    <a:pt x="18" y="183"/>
                    <a:pt x="9" y="210"/>
                    <a:pt x="4" y="237"/>
                  </a:cubicBezTo>
                  <a:cubicBezTo>
                    <a:pt x="3" y="244"/>
                    <a:pt x="1" y="253"/>
                    <a:pt x="1" y="263"/>
                  </a:cubicBezTo>
                  <a:cubicBezTo>
                    <a:pt x="0" y="272"/>
                    <a:pt x="0" y="283"/>
                    <a:pt x="0" y="293"/>
                  </a:cubicBezTo>
                  <a:cubicBezTo>
                    <a:pt x="0" y="304"/>
                    <a:pt x="1" y="314"/>
                    <a:pt x="2" y="324"/>
                  </a:cubicBezTo>
                  <a:cubicBezTo>
                    <a:pt x="3" y="334"/>
                    <a:pt x="5" y="342"/>
                    <a:pt x="6" y="349"/>
                  </a:cubicBezTo>
                  <a:cubicBezTo>
                    <a:pt x="12" y="376"/>
                    <a:pt x="22" y="402"/>
                    <a:pt x="35" y="426"/>
                  </a:cubicBezTo>
                  <a:cubicBezTo>
                    <a:pt x="48" y="450"/>
                    <a:pt x="64" y="472"/>
                    <a:pt x="83" y="491"/>
                  </a:cubicBezTo>
                  <a:cubicBezTo>
                    <a:pt x="102" y="510"/>
                    <a:pt x="124" y="527"/>
                    <a:pt x="148" y="540"/>
                  </a:cubicBezTo>
                  <a:cubicBezTo>
                    <a:pt x="151" y="542"/>
                    <a:pt x="154" y="544"/>
                    <a:pt x="157" y="545"/>
                  </a:cubicBezTo>
                  <a:cubicBezTo>
                    <a:pt x="161" y="547"/>
                    <a:pt x="161" y="547"/>
                    <a:pt x="161" y="547"/>
                  </a:cubicBezTo>
                  <a:cubicBezTo>
                    <a:pt x="164" y="549"/>
                    <a:pt x="164" y="549"/>
                    <a:pt x="164" y="549"/>
                  </a:cubicBezTo>
                  <a:cubicBezTo>
                    <a:pt x="165" y="549"/>
                    <a:pt x="165" y="549"/>
                    <a:pt x="165" y="549"/>
                  </a:cubicBezTo>
                  <a:cubicBezTo>
                    <a:pt x="165" y="549"/>
                    <a:pt x="165" y="549"/>
                    <a:pt x="165" y="549"/>
                  </a:cubicBezTo>
                  <a:cubicBezTo>
                    <a:pt x="165" y="551"/>
                    <a:pt x="165" y="551"/>
                    <a:pt x="165" y="551"/>
                  </a:cubicBezTo>
                  <a:cubicBezTo>
                    <a:pt x="165" y="561"/>
                    <a:pt x="165" y="561"/>
                    <a:pt x="165" y="561"/>
                  </a:cubicBezTo>
                  <a:cubicBezTo>
                    <a:pt x="165" y="601"/>
                    <a:pt x="165" y="601"/>
                    <a:pt x="165" y="601"/>
                  </a:cubicBezTo>
                  <a:cubicBezTo>
                    <a:pt x="165" y="605"/>
                    <a:pt x="167" y="610"/>
                    <a:pt x="169" y="614"/>
                  </a:cubicBezTo>
                  <a:cubicBezTo>
                    <a:pt x="172" y="618"/>
                    <a:pt x="176" y="621"/>
                    <a:pt x="180" y="622"/>
                  </a:cubicBezTo>
                  <a:cubicBezTo>
                    <a:pt x="180" y="622"/>
                    <a:pt x="180" y="622"/>
                    <a:pt x="181" y="622"/>
                  </a:cubicBezTo>
                  <a:cubicBezTo>
                    <a:pt x="176" y="623"/>
                    <a:pt x="172" y="626"/>
                    <a:pt x="169" y="629"/>
                  </a:cubicBezTo>
                  <a:cubicBezTo>
                    <a:pt x="166" y="633"/>
                    <a:pt x="164" y="637"/>
                    <a:pt x="164" y="641"/>
                  </a:cubicBezTo>
                  <a:cubicBezTo>
                    <a:pt x="163" y="646"/>
                    <a:pt x="163" y="650"/>
                    <a:pt x="165" y="654"/>
                  </a:cubicBezTo>
                  <a:cubicBezTo>
                    <a:pt x="166" y="658"/>
                    <a:pt x="169" y="662"/>
                    <a:pt x="172" y="665"/>
                  </a:cubicBezTo>
                  <a:cubicBezTo>
                    <a:pt x="174" y="667"/>
                    <a:pt x="176" y="668"/>
                    <a:pt x="178" y="669"/>
                  </a:cubicBezTo>
                  <a:cubicBezTo>
                    <a:pt x="181" y="670"/>
                    <a:pt x="183" y="670"/>
                    <a:pt x="185" y="670"/>
                  </a:cubicBezTo>
                  <a:cubicBezTo>
                    <a:pt x="205" y="670"/>
                    <a:pt x="205" y="670"/>
                    <a:pt x="205" y="670"/>
                  </a:cubicBezTo>
                  <a:cubicBezTo>
                    <a:pt x="244" y="670"/>
                    <a:pt x="244" y="670"/>
                    <a:pt x="244" y="670"/>
                  </a:cubicBezTo>
                  <a:cubicBezTo>
                    <a:pt x="268" y="670"/>
                    <a:pt x="268" y="670"/>
                    <a:pt x="268" y="670"/>
                  </a:cubicBezTo>
                  <a:cubicBezTo>
                    <a:pt x="232" y="670"/>
                    <a:pt x="232" y="670"/>
                    <a:pt x="232" y="670"/>
                  </a:cubicBezTo>
                  <a:cubicBezTo>
                    <a:pt x="192" y="670"/>
                    <a:pt x="192" y="670"/>
                    <a:pt x="192" y="670"/>
                  </a:cubicBezTo>
                  <a:cubicBezTo>
                    <a:pt x="188" y="670"/>
                    <a:pt x="188" y="670"/>
                    <a:pt x="188" y="670"/>
                  </a:cubicBezTo>
                  <a:cubicBezTo>
                    <a:pt x="185" y="670"/>
                    <a:pt x="185" y="670"/>
                    <a:pt x="185" y="670"/>
                  </a:cubicBezTo>
                  <a:cubicBezTo>
                    <a:pt x="184" y="670"/>
                    <a:pt x="183" y="671"/>
                    <a:pt x="181" y="671"/>
                  </a:cubicBezTo>
                  <a:cubicBezTo>
                    <a:pt x="177" y="672"/>
                    <a:pt x="172" y="674"/>
                    <a:pt x="169" y="678"/>
                  </a:cubicBezTo>
                  <a:cubicBezTo>
                    <a:pt x="166" y="681"/>
                    <a:pt x="164" y="686"/>
                    <a:pt x="164" y="690"/>
                  </a:cubicBezTo>
                  <a:cubicBezTo>
                    <a:pt x="163" y="694"/>
                    <a:pt x="163" y="699"/>
                    <a:pt x="165" y="703"/>
                  </a:cubicBezTo>
                  <a:cubicBezTo>
                    <a:pt x="166" y="707"/>
                    <a:pt x="169" y="711"/>
                    <a:pt x="172" y="714"/>
                  </a:cubicBezTo>
                  <a:cubicBezTo>
                    <a:pt x="174" y="715"/>
                    <a:pt x="176" y="717"/>
                    <a:pt x="178" y="717"/>
                  </a:cubicBezTo>
                  <a:cubicBezTo>
                    <a:pt x="181" y="718"/>
                    <a:pt x="183" y="719"/>
                    <a:pt x="185" y="719"/>
                  </a:cubicBezTo>
                  <a:cubicBezTo>
                    <a:pt x="205" y="719"/>
                    <a:pt x="205" y="719"/>
                    <a:pt x="205" y="719"/>
                  </a:cubicBezTo>
                  <a:cubicBezTo>
                    <a:pt x="244" y="719"/>
                    <a:pt x="244" y="719"/>
                    <a:pt x="244" y="719"/>
                  </a:cubicBezTo>
                  <a:cubicBezTo>
                    <a:pt x="265" y="719"/>
                    <a:pt x="265" y="719"/>
                    <a:pt x="265" y="719"/>
                  </a:cubicBezTo>
                  <a:cubicBezTo>
                    <a:pt x="205" y="719"/>
                    <a:pt x="205" y="719"/>
                    <a:pt x="205" y="719"/>
                  </a:cubicBezTo>
                  <a:cubicBezTo>
                    <a:pt x="193" y="719"/>
                    <a:pt x="193" y="719"/>
                    <a:pt x="193" y="719"/>
                  </a:cubicBezTo>
                  <a:cubicBezTo>
                    <a:pt x="187" y="719"/>
                    <a:pt x="187" y="719"/>
                    <a:pt x="187" y="719"/>
                  </a:cubicBezTo>
                  <a:cubicBezTo>
                    <a:pt x="186" y="719"/>
                    <a:pt x="186" y="719"/>
                    <a:pt x="186" y="719"/>
                  </a:cubicBezTo>
                  <a:cubicBezTo>
                    <a:pt x="185" y="719"/>
                    <a:pt x="185" y="719"/>
                    <a:pt x="185" y="719"/>
                  </a:cubicBezTo>
                  <a:cubicBezTo>
                    <a:pt x="184" y="719"/>
                    <a:pt x="184" y="719"/>
                    <a:pt x="184" y="719"/>
                  </a:cubicBezTo>
                  <a:cubicBezTo>
                    <a:pt x="182" y="719"/>
                    <a:pt x="181" y="719"/>
                    <a:pt x="179" y="720"/>
                  </a:cubicBezTo>
                  <a:cubicBezTo>
                    <a:pt x="174" y="722"/>
                    <a:pt x="169" y="726"/>
                    <a:pt x="167" y="730"/>
                  </a:cubicBezTo>
                  <a:cubicBezTo>
                    <a:pt x="164" y="735"/>
                    <a:pt x="163" y="740"/>
                    <a:pt x="163" y="746"/>
                  </a:cubicBezTo>
                  <a:cubicBezTo>
                    <a:pt x="164" y="751"/>
                    <a:pt x="166" y="756"/>
                    <a:pt x="169" y="760"/>
                  </a:cubicBezTo>
                  <a:cubicBezTo>
                    <a:pt x="171" y="762"/>
                    <a:pt x="173" y="764"/>
                    <a:pt x="176" y="765"/>
                  </a:cubicBezTo>
                  <a:cubicBezTo>
                    <a:pt x="179" y="766"/>
                    <a:pt x="181" y="767"/>
                    <a:pt x="184" y="767"/>
                  </a:cubicBezTo>
                  <a:cubicBezTo>
                    <a:pt x="204" y="767"/>
                    <a:pt x="204" y="767"/>
                    <a:pt x="204" y="767"/>
                  </a:cubicBezTo>
                  <a:cubicBezTo>
                    <a:pt x="220" y="801"/>
                    <a:pt x="220" y="801"/>
                    <a:pt x="220" y="801"/>
                  </a:cubicBezTo>
                  <a:cubicBezTo>
                    <a:pt x="222" y="805"/>
                    <a:pt x="222" y="805"/>
                    <a:pt x="222" y="805"/>
                  </a:cubicBezTo>
                  <a:cubicBezTo>
                    <a:pt x="224" y="808"/>
                    <a:pt x="224" y="808"/>
                    <a:pt x="224" y="808"/>
                  </a:cubicBezTo>
                  <a:cubicBezTo>
                    <a:pt x="224" y="809"/>
                    <a:pt x="224" y="809"/>
                    <a:pt x="224" y="809"/>
                  </a:cubicBezTo>
                  <a:cubicBezTo>
                    <a:pt x="225" y="810"/>
                    <a:pt x="225" y="810"/>
                    <a:pt x="225" y="810"/>
                  </a:cubicBezTo>
                  <a:cubicBezTo>
                    <a:pt x="225" y="810"/>
                    <a:pt x="225" y="811"/>
                    <a:pt x="225" y="811"/>
                  </a:cubicBezTo>
                  <a:cubicBezTo>
                    <a:pt x="227" y="813"/>
                    <a:pt x="227" y="813"/>
                    <a:pt x="227" y="813"/>
                  </a:cubicBezTo>
                  <a:cubicBezTo>
                    <a:pt x="229" y="815"/>
                    <a:pt x="229" y="815"/>
                    <a:pt x="229" y="815"/>
                  </a:cubicBezTo>
                  <a:cubicBezTo>
                    <a:pt x="230" y="817"/>
                    <a:pt x="231" y="818"/>
                    <a:pt x="232" y="820"/>
                  </a:cubicBezTo>
                  <a:cubicBezTo>
                    <a:pt x="234" y="821"/>
                    <a:pt x="235" y="822"/>
                    <a:pt x="236" y="824"/>
                  </a:cubicBezTo>
                  <a:cubicBezTo>
                    <a:pt x="238" y="825"/>
                    <a:pt x="239" y="826"/>
                    <a:pt x="241" y="828"/>
                  </a:cubicBezTo>
                  <a:cubicBezTo>
                    <a:pt x="242" y="828"/>
                    <a:pt x="243" y="829"/>
                    <a:pt x="245" y="830"/>
                  </a:cubicBezTo>
                  <a:cubicBezTo>
                    <a:pt x="246" y="830"/>
                    <a:pt x="247" y="830"/>
                    <a:pt x="247" y="830"/>
                  </a:cubicBezTo>
                  <a:cubicBezTo>
                    <a:pt x="249" y="831"/>
                    <a:pt x="249" y="831"/>
                    <a:pt x="249" y="831"/>
                  </a:cubicBezTo>
                  <a:cubicBezTo>
                    <a:pt x="250" y="831"/>
                    <a:pt x="252" y="831"/>
                    <a:pt x="254" y="831"/>
                  </a:cubicBezTo>
                  <a:cubicBezTo>
                    <a:pt x="268" y="833"/>
                    <a:pt x="282" y="834"/>
                    <a:pt x="296" y="834"/>
                  </a:cubicBezTo>
                  <a:cubicBezTo>
                    <a:pt x="303" y="835"/>
                    <a:pt x="310" y="835"/>
                    <a:pt x="318" y="834"/>
                  </a:cubicBezTo>
                  <a:cubicBezTo>
                    <a:pt x="321" y="834"/>
                    <a:pt x="325" y="834"/>
                    <a:pt x="329" y="833"/>
                  </a:cubicBezTo>
                  <a:cubicBezTo>
                    <a:pt x="331" y="833"/>
                    <a:pt x="332" y="832"/>
                    <a:pt x="334" y="832"/>
                  </a:cubicBezTo>
                  <a:cubicBezTo>
                    <a:pt x="335" y="832"/>
                    <a:pt x="336" y="831"/>
                    <a:pt x="337" y="831"/>
                  </a:cubicBezTo>
                  <a:cubicBezTo>
                    <a:pt x="338" y="831"/>
                    <a:pt x="338" y="831"/>
                    <a:pt x="339" y="830"/>
                  </a:cubicBezTo>
                  <a:cubicBezTo>
                    <a:pt x="340" y="830"/>
                    <a:pt x="340" y="830"/>
                    <a:pt x="340" y="830"/>
                  </a:cubicBezTo>
                  <a:cubicBezTo>
                    <a:pt x="340" y="830"/>
                    <a:pt x="340" y="830"/>
                    <a:pt x="340" y="830"/>
                  </a:cubicBezTo>
                  <a:cubicBezTo>
                    <a:pt x="340" y="830"/>
                    <a:pt x="340" y="830"/>
                    <a:pt x="340" y="830"/>
                  </a:cubicBezTo>
                  <a:cubicBezTo>
                    <a:pt x="341" y="830"/>
                    <a:pt x="341" y="830"/>
                    <a:pt x="341" y="830"/>
                  </a:cubicBezTo>
                  <a:cubicBezTo>
                    <a:pt x="341" y="829"/>
                    <a:pt x="341" y="829"/>
                    <a:pt x="341" y="829"/>
                  </a:cubicBezTo>
                  <a:cubicBezTo>
                    <a:pt x="342" y="829"/>
                    <a:pt x="342" y="829"/>
                    <a:pt x="343" y="829"/>
                  </a:cubicBezTo>
                  <a:cubicBezTo>
                    <a:pt x="342" y="829"/>
                    <a:pt x="342" y="829"/>
                    <a:pt x="341" y="829"/>
                  </a:cubicBezTo>
                  <a:cubicBezTo>
                    <a:pt x="341" y="830"/>
                    <a:pt x="341" y="830"/>
                    <a:pt x="341" y="830"/>
                  </a:cubicBezTo>
                  <a:cubicBezTo>
                    <a:pt x="340" y="830"/>
                    <a:pt x="340" y="830"/>
                    <a:pt x="340" y="830"/>
                  </a:cubicBezTo>
                  <a:cubicBezTo>
                    <a:pt x="340" y="830"/>
                    <a:pt x="340" y="830"/>
                    <a:pt x="340" y="830"/>
                  </a:cubicBezTo>
                  <a:cubicBezTo>
                    <a:pt x="340" y="830"/>
                    <a:pt x="340" y="830"/>
                    <a:pt x="340" y="830"/>
                  </a:cubicBezTo>
                  <a:cubicBezTo>
                    <a:pt x="339" y="830"/>
                    <a:pt x="339" y="830"/>
                    <a:pt x="339" y="830"/>
                  </a:cubicBezTo>
                  <a:cubicBezTo>
                    <a:pt x="338" y="831"/>
                    <a:pt x="338" y="831"/>
                    <a:pt x="337" y="831"/>
                  </a:cubicBezTo>
                  <a:cubicBezTo>
                    <a:pt x="336" y="831"/>
                    <a:pt x="335" y="832"/>
                    <a:pt x="334" y="832"/>
                  </a:cubicBezTo>
                  <a:cubicBezTo>
                    <a:pt x="332" y="832"/>
                    <a:pt x="330" y="833"/>
                    <a:pt x="329" y="833"/>
                  </a:cubicBezTo>
                  <a:cubicBezTo>
                    <a:pt x="325" y="834"/>
                    <a:pt x="321" y="834"/>
                    <a:pt x="317" y="834"/>
                  </a:cubicBezTo>
                  <a:cubicBezTo>
                    <a:pt x="310" y="834"/>
                    <a:pt x="303" y="834"/>
                    <a:pt x="296" y="834"/>
                  </a:cubicBezTo>
                  <a:cubicBezTo>
                    <a:pt x="282" y="834"/>
                    <a:pt x="268" y="833"/>
                    <a:pt x="254" y="831"/>
                  </a:cubicBezTo>
                  <a:cubicBezTo>
                    <a:pt x="252" y="831"/>
                    <a:pt x="250" y="830"/>
                    <a:pt x="248" y="830"/>
                  </a:cubicBezTo>
                  <a:cubicBezTo>
                    <a:pt x="247" y="830"/>
                    <a:pt x="247" y="830"/>
                    <a:pt x="247" y="830"/>
                  </a:cubicBezTo>
                  <a:cubicBezTo>
                    <a:pt x="246" y="830"/>
                    <a:pt x="246" y="830"/>
                    <a:pt x="246" y="830"/>
                  </a:cubicBezTo>
                  <a:cubicBezTo>
                    <a:pt x="246" y="830"/>
                    <a:pt x="246" y="830"/>
                    <a:pt x="246" y="830"/>
                  </a:cubicBezTo>
                  <a:cubicBezTo>
                    <a:pt x="245" y="829"/>
                    <a:pt x="245" y="829"/>
                    <a:pt x="245" y="829"/>
                  </a:cubicBezTo>
                  <a:cubicBezTo>
                    <a:pt x="243" y="829"/>
                    <a:pt x="242" y="828"/>
                    <a:pt x="241" y="827"/>
                  </a:cubicBezTo>
                  <a:cubicBezTo>
                    <a:pt x="239" y="826"/>
                    <a:pt x="238" y="825"/>
                    <a:pt x="236" y="823"/>
                  </a:cubicBezTo>
                  <a:cubicBezTo>
                    <a:pt x="235" y="822"/>
                    <a:pt x="234" y="821"/>
                    <a:pt x="232" y="819"/>
                  </a:cubicBezTo>
                  <a:cubicBezTo>
                    <a:pt x="231" y="818"/>
                    <a:pt x="230" y="817"/>
                    <a:pt x="229" y="815"/>
                  </a:cubicBezTo>
                  <a:cubicBezTo>
                    <a:pt x="227" y="813"/>
                    <a:pt x="227" y="813"/>
                    <a:pt x="227" y="813"/>
                  </a:cubicBezTo>
                  <a:cubicBezTo>
                    <a:pt x="225" y="811"/>
                    <a:pt x="225" y="811"/>
                    <a:pt x="225" y="811"/>
                  </a:cubicBezTo>
                  <a:cubicBezTo>
                    <a:pt x="225" y="810"/>
                    <a:pt x="225" y="810"/>
                    <a:pt x="225" y="809"/>
                  </a:cubicBezTo>
                  <a:cubicBezTo>
                    <a:pt x="224" y="809"/>
                    <a:pt x="224" y="809"/>
                    <a:pt x="224" y="809"/>
                  </a:cubicBezTo>
                  <a:cubicBezTo>
                    <a:pt x="224" y="808"/>
                    <a:pt x="224" y="808"/>
                    <a:pt x="224" y="808"/>
                  </a:cubicBezTo>
                  <a:cubicBezTo>
                    <a:pt x="223" y="805"/>
                    <a:pt x="223" y="805"/>
                    <a:pt x="223" y="805"/>
                  </a:cubicBezTo>
                  <a:cubicBezTo>
                    <a:pt x="220" y="801"/>
                    <a:pt x="220" y="801"/>
                    <a:pt x="220" y="801"/>
                  </a:cubicBezTo>
                  <a:cubicBezTo>
                    <a:pt x="204" y="767"/>
                    <a:pt x="204" y="767"/>
                    <a:pt x="204" y="767"/>
                  </a:cubicBezTo>
                  <a:cubicBezTo>
                    <a:pt x="194" y="767"/>
                    <a:pt x="194" y="767"/>
                    <a:pt x="194" y="767"/>
                  </a:cubicBezTo>
                  <a:cubicBezTo>
                    <a:pt x="187" y="767"/>
                    <a:pt x="187" y="767"/>
                    <a:pt x="187" y="767"/>
                  </a:cubicBezTo>
                  <a:cubicBezTo>
                    <a:pt x="186" y="767"/>
                    <a:pt x="184" y="767"/>
                    <a:pt x="182" y="767"/>
                  </a:cubicBezTo>
                  <a:cubicBezTo>
                    <a:pt x="180" y="766"/>
                    <a:pt x="178" y="766"/>
                    <a:pt x="177" y="765"/>
                  </a:cubicBezTo>
                  <a:cubicBezTo>
                    <a:pt x="171" y="762"/>
                    <a:pt x="166" y="756"/>
                    <a:pt x="165" y="750"/>
                  </a:cubicBezTo>
                  <a:cubicBezTo>
                    <a:pt x="163" y="744"/>
                    <a:pt x="164" y="737"/>
                    <a:pt x="167" y="731"/>
                  </a:cubicBezTo>
                  <a:cubicBezTo>
                    <a:pt x="166" y="732"/>
                    <a:pt x="166" y="733"/>
                    <a:pt x="166" y="733"/>
                  </a:cubicBezTo>
                  <a:cubicBezTo>
                    <a:pt x="166" y="733"/>
                    <a:pt x="167" y="733"/>
                    <a:pt x="167" y="731"/>
                  </a:cubicBezTo>
                  <a:cubicBezTo>
                    <a:pt x="164" y="737"/>
                    <a:pt x="164" y="743"/>
                    <a:pt x="165" y="749"/>
                  </a:cubicBezTo>
                  <a:cubicBezTo>
                    <a:pt x="167" y="755"/>
                    <a:pt x="171" y="761"/>
                    <a:pt x="177" y="764"/>
                  </a:cubicBezTo>
                  <a:cubicBezTo>
                    <a:pt x="178" y="765"/>
                    <a:pt x="180" y="765"/>
                    <a:pt x="182" y="766"/>
                  </a:cubicBezTo>
                  <a:cubicBezTo>
                    <a:pt x="183" y="766"/>
                    <a:pt x="183" y="766"/>
                    <a:pt x="184" y="766"/>
                  </a:cubicBezTo>
                  <a:cubicBezTo>
                    <a:pt x="185" y="766"/>
                    <a:pt x="185" y="766"/>
                    <a:pt x="185" y="766"/>
                  </a:cubicBezTo>
                  <a:cubicBezTo>
                    <a:pt x="186" y="766"/>
                    <a:pt x="186" y="766"/>
                    <a:pt x="186" y="766"/>
                  </a:cubicBezTo>
                  <a:cubicBezTo>
                    <a:pt x="194" y="766"/>
                    <a:pt x="194" y="766"/>
                    <a:pt x="194" y="766"/>
                  </a:cubicBezTo>
                  <a:cubicBezTo>
                    <a:pt x="205" y="766"/>
                    <a:pt x="205" y="766"/>
                    <a:pt x="205" y="766"/>
                  </a:cubicBezTo>
                  <a:cubicBezTo>
                    <a:pt x="221" y="800"/>
                    <a:pt x="221" y="800"/>
                    <a:pt x="221" y="800"/>
                  </a:cubicBezTo>
                  <a:cubicBezTo>
                    <a:pt x="224" y="805"/>
                    <a:pt x="224" y="805"/>
                    <a:pt x="224" y="805"/>
                  </a:cubicBezTo>
                  <a:cubicBezTo>
                    <a:pt x="225" y="807"/>
                    <a:pt x="225" y="807"/>
                    <a:pt x="225" y="807"/>
                  </a:cubicBezTo>
                  <a:cubicBezTo>
                    <a:pt x="225" y="808"/>
                    <a:pt x="225" y="808"/>
                    <a:pt x="225" y="808"/>
                  </a:cubicBezTo>
                  <a:cubicBezTo>
                    <a:pt x="226" y="809"/>
                    <a:pt x="226" y="809"/>
                    <a:pt x="226" y="809"/>
                  </a:cubicBezTo>
                  <a:cubicBezTo>
                    <a:pt x="226" y="809"/>
                    <a:pt x="226" y="810"/>
                    <a:pt x="226" y="810"/>
                  </a:cubicBezTo>
                  <a:cubicBezTo>
                    <a:pt x="228" y="812"/>
                    <a:pt x="228" y="812"/>
                    <a:pt x="228" y="812"/>
                  </a:cubicBezTo>
                  <a:cubicBezTo>
                    <a:pt x="230" y="815"/>
                    <a:pt x="230" y="815"/>
                    <a:pt x="230" y="815"/>
                  </a:cubicBezTo>
                  <a:cubicBezTo>
                    <a:pt x="231" y="816"/>
                    <a:pt x="232" y="817"/>
                    <a:pt x="233" y="819"/>
                  </a:cubicBezTo>
                  <a:cubicBezTo>
                    <a:pt x="234" y="820"/>
                    <a:pt x="236" y="821"/>
                    <a:pt x="237" y="823"/>
                  </a:cubicBezTo>
                  <a:cubicBezTo>
                    <a:pt x="238" y="824"/>
                    <a:pt x="240" y="825"/>
                    <a:pt x="242" y="827"/>
                  </a:cubicBezTo>
                  <a:cubicBezTo>
                    <a:pt x="243" y="827"/>
                    <a:pt x="244" y="828"/>
                    <a:pt x="245" y="829"/>
                  </a:cubicBezTo>
                  <a:cubicBezTo>
                    <a:pt x="246" y="829"/>
                    <a:pt x="246" y="829"/>
                    <a:pt x="246" y="829"/>
                  </a:cubicBezTo>
                  <a:cubicBezTo>
                    <a:pt x="246" y="829"/>
                    <a:pt x="246" y="829"/>
                    <a:pt x="246" y="829"/>
                  </a:cubicBezTo>
                  <a:cubicBezTo>
                    <a:pt x="247" y="829"/>
                    <a:pt x="247" y="829"/>
                    <a:pt x="247" y="829"/>
                  </a:cubicBezTo>
                  <a:cubicBezTo>
                    <a:pt x="249" y="829"/>
                    <a:pt x="249" y="829"/>
                    <a:pt x="249" y="829"/>
                  </a:cubicBezTo>
                  <a:cubicBezTo>
                    <a:pt x="250" y="830"/>
                    <a:pt x="252" y="830"/>
                    <a:pt x="254" y="830"/>
                  </a:cubicBezTo>
                  <a:cubicBezTo>
                    <a:pt x="268" y="832"/>
                    <a:pt x="282" y="833"/>
                    <a:pt x="296" y="834"/>
                  </a:cubicBezTo>
                  <a:cubicBezTo>
                    <a:pt x="303" y="834"/>
                    <a:pt x="310" y="834"/>
                    <a:pt x="317" y="833"/>
                  </a:cubicBezTo>
                  <a:cubicBezTo>
                    <a:pt x="321" y="833"/>
                    <a:pt x="325" y="833"/>
                    <a:pt x="328" y="832"/>
                  </a:cubicBezTo>
                  <a:cubicBezTo>
                    <a:pt x="330" y="832"/>
                    <a:pt x="332" y="831"/>
                    <a:pt x="334" y="831"/>
                  </a:cubicBezTo>
                  <a:cubicBezTo>
                    <a:pt x="335" y="831"/>
                    <a:pt x="336" y="830"/>
                    <a:pt x="337" y="830"/>
                  </a:cubicBezTo>
                  <a:cubicBezTo>
                    <a:pt x="337" y="830"/>
                    <a:pt x="338" y="830"/>
                    <a:pt x="338" y="829"/>
                  </a:cubicBezTo>
                  <a:cubicBezTo>
                    <a:pt x="339" y="829"/>
                    <a:pt x="339" y="829"/>
                    <a:pt x="339" y="829"/>
                  </a:cubicBezTo>
                  <a:cubicBezTo>
                    <a:pt x="340" y="829"/>
                    <a:pt x="340" y="829"/>
                    <a:pt x="340" y="829"/>
                  </a:cubicBezTo>
                  <a:cubicBezTo>
                    <a:pt x="340" y="829"/>
                    <a:pt x="340" y="829"/>
                    <a:pt x="340" y="829"/>
                  </a:cubicBezTo>
                  <a:cubicBezTo>
                    <a:pt x="341" y="829"/>
                    <a:pt x="341" y="829"/>
                    <a:pt x="341" y="829"/>
                  </a:cubicBezTo>
                  <a:cubicBezTo>
                    <a:pt x="341" y="828"/>
                    <a:pt x="341" y="828"/>
                    <a:pt x="341" y="828"/>
                  </a:cubicBezTo>
                  <a:cubicBezTo>
                    <a:pt x="342" y="828"/>
                    <a:pt x="342" y="828"/>
                    <a:pt x="343" y="827"/>
                  </a:cubicBezTo>
                  <a:cubicBezTo>
                    <a:pt x="344" y="827"/>
                    <a:pt x="345" y="826"/>
                    <a:pt x="346" y="826"/>
                  </a:cubicBezTo>
                  <a:cubicBezTo>
                    <a:pt x="346" y="827"/>
                    <a:pt x="346" y="827"/>
                    <a:pt x="346" y="827"/>
                  </a:cubicBezTo>
                  <a:cubicBezTo>
                    <a:pt x="352" y="823"/>
                    <a:pt x="357" y="817"/>
                    <a:pt x="360" y="812"/>
                  </a:cubicBezTo>
                  <a:cubicBezTo>
                    <a:pt x="369" y="796"/>
                    <a:pt x="369" y="796"/>
                    <a:pt x="369" y="796"/>
                  </a:cubicBezTo>
                  <a:cubicBezTo>
                    <a:pt x="377" y="780"/>
                    <a:pt x="377" y="780"/>
                    <a:pt x="377" y="780"/>
                  </a:cubicBezTo>
                  <a:cubicBezTo>
                    <a:pt x="382" y="772"/>
                    <a:pt x="382" y="772"/>
                    <a:pt x="382" y="772"/>
                  </a:cubicBezTo>
                  <a:cubicBezTo>
                    <a:pt x="384" y="768"/>
                    <a:pt x="384" y="768"/>
                    <a:pt x="384" y="768"/>
                  </a:cubicBezTo>
                  <a:cubicBezTo>
                    <a:pt x="384" y="768"/>
                    <a:pt x="384" y="768"/>
                    <a:pt x="384" y="768"/>
                  </a:cubicBezTo>
                  <a:cubicBezTo>
                    <a:pt x="384" y="768"/>
                    <a:pt x="384" y="768"/>
                    <a:pt x="384" y="768"/>
                  </a:cubicBezTo>
                  <a:cubicBezTo>
                    <a:pt x="384" y="768"/>
                    <a:pt x="384" y="768"/>
                    <a:pt x="384" y="768"/>
                  </a:cubicBezTo>
                  <a:cubicBezTo>
                    <a:pt x="385" y="768"/>
                    <a:pt x="385" y="768"/>
                    <a:pt x="385" y="768"/>
                  </a:cubicBezTo>
                  <a:cubicBezTo>
                    <a:pt x="391" y="768"/>
                    <a:pt x="391" y="768"/>
                    <a:pt x="391" y="768"/>
                  </a:cubicBezTo>
                  <a:cubicBezTo>
                    <a:pt x="396" y="768"/>
                    <a:pt x="396" y="768"/>
                    <a:pt x="396" y="768"/>
                  </a:cubicBezTo>
                  <a:cubicBezTo>
                    <a:pt x="396" y="768"/>
                    <a:pt x="396" y="768"/>
                    <a:pt x="396" y="768"/>
                  </a:cubicBezTo>
                  <a:cubicBezTo>
                    <a:pt x="397" y="768"/>
                    <a:pt x="397" y="768"/>
                    <a:pt x="397" y="768"/>
                  </a:cubicBezTo>
                  <a:cubicBezTo>
                    <a:pt x="398" y="768"/>
                    <a:pt x="398" y="768"/>
                    <a:pt x="399" y="768"/>
                  </a:cubicBezTo>
                  <a:cubicBezTo>
                    <a:pt x="400" y="768"/>
                    <a:pt x="401" y="768"/>
                    <a:pt x="402" y="767"/>
                  </a:cubicBezTo>
                  <a:cubicBezTo>
                    <a:pt x="406" y="766"/>
                    <a:pt x="409" y="764"/>
                    <a:pt x="412" y="761"/>
                  </a:cubicBezTo>
                  <a:cubicBezTo>
                    <a:pt x="416" y="756"/>
                    <a:pt x="418" y="749"/>
                    <a:pt x="418" y="744"/>
                  </a:cubicBezTo>
                  <a:cubicBezTo>
                    <a:pt x="417" y="748"/>
                    <a:pt x="416" y="753"/>
                    <a:pt x="414" y="757"/>
                  </a:cubicBezTo>
                  <a:cubicBezTo>
                    <a:pt x="411" y="761"/>
                    <a:pt x="407" y="764"/>
                    <a:pt x="402" y="765"/>
                  </a:cubicBezTo>
                  <a:cubicBezTo>
                    <a:pt x="401" y="766"/>
                    <a:pt x="400" y="766"/>
                    <a:pt x="399" y="766"/>
                  </a:cubicBezTo>
                  <a:cubicBezTo>
                    <a:pt x="398" y="766"/>
                    <a:pt x="397" y="766"/>
                    <a:pt x="397" y="766"/>
                  </a:cubicBezTo>
                  <a:cubicBezTo>
                    <a:pt x="396" y="766"/>
                    <a:pt x="396" y="766"/>
                    <a:pt x="396" y="766"/>
                  </a:cubicBezTo>
                  <a:cubicBezTo>
                    <a:pt x="396" y="766"/>
                    <a:pt x="396" y="766"/>
                    <a:pt x="396" y="766"/>
                  </a:cubicBezTo>
                  <a:cubicBezTo>
                    <a:pt x="395" y="766"/>
                    <a:pt x="395" y="766"/>
                    <a:pt x="395" y="766"/>
                  </a:cubicBezTo>
                  <a:cubicBezTo>
                    <a:pt x="390" y="766"/>
                    <a:pt x="390" y="766"/>
                    <a:pt x="390" y="766"/>
                  </a:cubicBezTo>
                  <a:cubicBezTo>
                    <a:pt x="385" y="766"/>
                    <a:pt x="385" y="766"/>
                    <a:pt x="385" y="766"/>
                  </a:cubicBezTo>
                  <a:cubicBezTo>
                    <a:pt x="384" y="766"/>
                    <a:pt x="384" y="766"/>
                    <a:pt x="384" y="766"/>
                  </a:cubicBezTo>
                  <a:cubicBezTo>
                    <a:pt x="384" y="766"/>
                    <a:pt x="384" y="766"/>
                    <a:pt x="384" y="766"/>
                  </a:cubicBezTo>
                  <a:cubicBezTo>
                    <a:pt x="383" y="766"/>
                    <a:pt x="383" y="766"/>
                    <a:pt x="383" y="766"/>
                  </a:cubicBezTo>
                  <a:cubicBezTo>
                    <a:pt x="383" y="766"/>
                    <a:pt x="383" y="766"/>
                    <a:pt x="383" y="766"/>
                  </a:cubicBezTo>
                  <a:cubicBezTo>
                    <a:pt x="382" y="767"/>
                    <a:pt x="382" y="767"/>
                    <a:pt x="382" y="767"/>
                  </a:cubicBezTo>
                  <a:cubicBezTo>
                    <a:pt x="379" y="771"/>
                    <a:pt x="379" y="771"/>
                    <a:pt x="379" y="771"/>
                  </a:cubicBezTo>
                  <a:cubicBezTo>
                    <a:pt x="375" y="780"/>
                    <a:pt x="375" y="780"/>
                    <a:pt x="375" y="780"/>
                  </a:cubicBezTo>
                  <a:cubicBezTo>
                    <a:pt x="366" y="796"/>
                    <a:pt x="366" y="796"/>
                    <a:pt x="366" y="796"/>
                  </a:cubicBezTo>
                  <a:cubicBezTo>
                    <a:pt x="361" y="805"/>
                    <a:pt x="361" y="805"/>
                    <a:pt x="361" y="805"/>
                  </a:cubicBezTo>
                  <a:cubicBezTo>
                    <a:pt x="359" y="809"/>
                    <a:pt x="359" y="809"/>
                    <a:pt x="359" y="809"/>
                  </a:cubicBezTo>
                  <a:cubicBezTo>
                    <a:pt x="358" y="811"/>
                    <a:pt x="357" y="812"/>
                    <a:pt x="356" y="814"/>
                  </a:cubicBezTo>
                  <a:cubicBezTo>
                    <a:pt x="354" y="816"/>
                    <a:pt x="352" y="819"/>
                    <a:pt x="349" y="822"/>
                  </a:cubicBezTo>
                  <a:cubicBezTo>
                    <a:pt x="346" y="824"/>
                    <a:pt x="343" y="826"/>
                    <a:pt x="339" y="828"/>
                  </a:cubicBezTo>
                  <a:cubicBezTo>
                    <a:pt x="339" y="828"/>
                    <a:pt x="339" y="828"/>
                    <a:pt x="339" y="828"/>
                  </a:cubicBezTo>
                  <a:cubicBezTo>
                    <a:pt x="336" y="829"/>
                    <a:pt x="333" y="830"/>
                    <a:pt x="330" y="830"/>
                  </a:cubicBezTo>
                  <a:cubicBezTo>
                    <a:pt x="327" y="831"/>
                    <a:pt x="324" y="831"/>
                    <a:pt x="321" y="831"/>
                  </a:cubicBezTo>
                  <a:cubicBezTo>
                    <a:pt x="315" y="832"/>
                    <a:pt x="309" y="832"/>
                    <a:pt x="303" y="832"/>
                  </a:cubicBezTo>
                  <a:cubicBezTo>
                    <a:pt x="291" y="832"/>
                    <a:pt x="279" y="831"/>
                    <a:pt x="267" y="830"/>
                  </a:cubicBezTo>
                  <a:cubicBezTo>
                    <a:pt x="261" y="829"/>
                    <a:pt x="255" y="829"/>
                    <a:pt x="249" y="828"/>
                  </a:cubicBezTo>
                  <a:cubicBezTo>
                    <a:pt x="248" y="828"/>
                    <a:pt x="247" y="828"/>
                    <a:pt x="246" y="827"/>
                  </a:cubicBezTo>
                  <a:cubicBezTo>
                    <a:pt x="245" y="827"/>
                    <a:pt x="244" y="826"/>
                    <a:pt x="243" y="826"/>
                  </a:cubicBezTo>
                  <a:cubicBezTo>
                    <a:pt x="241" y="825"/>
                    <a:pt x="240" y="824"/>
                    <a:pt x="239" y="823"/>
                  </a:cubicBezTo>
                  <a:cubicBezTo>
                    <a:pt x="238" y="822"/>
                    <a:pt x="237" y="820"/>
                    <a:pt x="236" y="819"/>
                  </a:cubicBezTo>
                  <a:cubicBezTo>
                    <a:pt x="240" y="823"/>
                    <a:pt x="246" y="827"/>
                    <a:pt x="253" y="828"/>
                  </a:cubicBezTo>
                  <a:cubicBezTo>
                    <a:pt x="263" y="829"/>
                    <a:pt x="273" y="830"/>
                    <a:pt x="283" y="831"/>
                  </a:cubicBezTo>
                  <a:cubicBezTo>
                    <a:pt x="292" y="831"/>
                    <a:pt x="302" y="832"/>
                    <a:pt x="311" y="832"/>
                  </a:cubicBezTo>
                  <a:cubicBezTo>
                    <a:pt x="316" y="832"/>
                    <a:pt x="321" y="831"/>
                    <a:pt x="325" y="831"/>
                  </a:cubicBezTo>
                  <a:cubicBezTo>
                    <a:pt x="330" y="830"/>
                    <a:pt x="335" y="829"/>
                    <a:pt x="339" y="827"/>
                  </a:cubicBezTo>
                  <a:cubicBezTo>
                    <a:pt x="339" y="827"/>
                    <a:pt x="339" y="827"/>
                    <a:pt x="339" y="827"/>
                  </a:cubicBezTo>
                  <a:cubicBezTo>
                    <a:pt x="343" y="826"/>
                    <a:pt x="346" y="824"/>
                    <a:pt x="349" y="821"/>
                  </a:cubicBezTo>
                  <a:cubicBezTo>
                    <a:pt x="352" y="819"/>
                    <a:pt x="354" y="816"/>
                    <a:pt x="356" y="813"/>
                  </a:cubicBezTo>
                  <a:cubicBezTo>
                    <a:pt x="357" y="812"/>
                    <a:pt x="358" y="810"/>
                    <a:pt x="359" y="809"/>
                  </a:cubicBezTo>
                  <a:cubicBezTo>
                    <a:pt x="361" y="804"/>
                    <a:pt x="361" y="804"/>
                    <a:pt x="361" y="804"/>
                  </a:cubicBezTo>
                  <a:cubicBezTo>
                    <a:pt x="366" y="796"/>
                    <a:pt x="366" y="796"/>
                    <a:pt x="366" y="796"/>
                  </a:cubicBezTo>
                  <a:cubicBezTo>
                    <a:pt x="375" y="779"/>
                    <a:pt x="375" y="779"/>
                    <a:pt x="375" y="779"/>
                  </a:cubicBezTo>
                  <a:cubicBezTo>
                    <a:pt x="379" y="771"/>
                    <a:pt x="379" y="771"/>
                    <a:pt x="379" y="771"/>
                  </a:cubicBezTo>
                  <a:cubicBezTo>
                    <a:pt x="381" y="767"/>
                    <a:pt x="381" y="767"/>
                    <a:pt x="381" y="767"/>
                  </a:cubicBezTo>
                  <a:cubicBezTo>
                    <a:pt x="382" y="765"/>
                    <a:pt x="382" y="765"/>
                    <a:pt x="382" y="765"/>
                  </a:cubicBezTo>
                  <a:cubicBezTo>
                    <a:pt x="390" y="766"/>
                    <a:pt x="390" y="766"/>
                    <a:pt x="390" y="766"/>
                  </a:cubicBezTo>
                  <a:cubicBezTo>
                    <a:pt x="395" y="766"/>
                    <a:pt x="395" y="766"/>
                    <a:pt x="395" y="766"/>
                  </a:cubicBezTo>
                  <a:cubicBezTo>
                    <a:pt x="396" y="766"/>
                    <a:pt x="396" y="766"/>
                    <a:pt x="396" y="766"/>
                  </a:cubicBezTo>
                  <a:cubicBezTo>
                    <a:pt x="396" y="766"/>
                    <a:pt x="396" y="766"/>
                    <a:pt x="396" y="766"/>
                  </a:cubicBezTo>
                  <a:cubicBezTo>
                    <a:pt x="397" y="766"/>
                    <a:pt x="397" y="766"/>
                    <a:pt x="397" y="766"/>
                  </a:cubicBezTo>
                  <a:cubicBezTo>
                    <a:pt x="397" y="766"/>
                    <a:pt x="398" y="766"/>
                    <a:pt x="398" y="765"/>
                  </a:cubicBezTo>
                  <a:cubicBezTo>
                    <a:pt x="400" y="765"/>
                    <a:pt x="401" y="765"/>
                    <a:pt x="402" y="765"/>
                  </a:cubicBezTo>
                  <a:cubicBezTo>
                    <a:pt x="407" y="763"/>
                    <a:pt x="410" y="760"/>
                    <a:pt x="413" y="756"/>
                  </a:cubicBezTo>
                  <a:cubicBezTo>
                    <a:pt x="415" y="752"/>
                    <a:pt x="417" y="748"/>
                    <a:pt x="417" y="743"/>
                  </a:cubicBezTo>
                  <a:cubicBezTo>
                    <a:pt x="417" y="740"/>
                    <a:pt x="416" y="737"/>
                    <a:pt x="415" y="734"/>
                  </a:cubicBezTo>
                  <a:cubicBezTo>
                    <a:pt x="413" y="730"/>
                    <a:pt x="410" y="727"/>
                    <a:pt x="407" y="725"/>
                  </a:cubicBezTo>
                  <a:cubicBezTo>
                    <a:pt x="405" y="723"/>
                    <a:pt x="402" y="723"/>
                    <a:pt x="399" y="723"/>
                  </a:cubicBezTo>
                  <a:cubicBezTo>
                    <a:pt x="397" y="723"/>
                    <a:pt x="396" y="723"/>
                    <a:pt x="396" y="724"/>
                  </a:cubicBezTo>
                  <a:cubicBezTo>
                    <a:pt x="396" y="724"/>
                    <a:pt x="397" y="725"/>
                    <a:pt x="400" y="726"/>
                  </a:cubicBezTo>
                  <a:cubicBezTo>
                    <a:pt x="402" y="727"/>
                    <a:pt x="405" y="729"/>
                    <a:pt x="408" y="733"/>
                  </a:cubicBezTo>
                  <a:cubicBezTo>
                    <a:pt x="408" y="734"/>
                    <a:pt x="409" y="735"/>
                    <a:pt x="410" y="737"/>
                  </a:cubicBezTo>
                  <a:cubicBezTo>
                    <a:pt x="410" y="739"/>
                    <a:pt x="410" y="740"/>
                    <a:pt x="411" y="742"/>
                  </a:cubicBezTo>
                  <a:cubicBezTo>
                    <a:pt x="411" y="745"/>
                    <a:pt x="410" y="747"/>
                    <a:pt x="410" y="747"/>
                  </a:cubicBezTo>
                  <a:cubicBezTo>
                    <a:pt x="409" y="749"/>
                    <a:pt x="409" y="748"/>
                    <a:pt x="408" y="747"/>
                  </a:cubicBezTo>
                  <a:cubicBezTo>
                    <a:pt x="408" y="749"/>
                    <a:pt x="406" y="752"/>
                    <a:pt x="405" y="754"/>
                  </a:cubicBezTo>
                  <a:cubicBezTo>
                    <a:pt x="403" y="756"/>
                    <a:pt x="401" y="757"/>
                    <a:pt x="398" y="758"/>
                  </a:cubicBezTo>
                  <a:cubicBezTo>
                    <a:pt x="397" y="758"/>
                    <a:pt x="397" y="758"/>
                    <a:pt x="396" y="758"/>
                  </a:cubicBezTo>
                  <a:cubicBezTo>
                    <a:pt x="394" y="758"/>
                    <a:pt x="394" y="758"/>
                    <a:pt x="394" y="758"/>
                  </a:cubicBezTo>
                  <a:cubicBezTo>
                    <a:pt x="389" y="758"/>
                    <a:pt x="389" y="758"/>
                    <a:pt x="389" y="758"/>
                  </a:cubicBezTo>
                  <a:cubicBezTo>
                    <a:pt x="377" y="758"/>
                    <a:pt x="377" y="758"/>
                    <a:pt x="377" y="758"/>
                  </a:cubicBezTo>
                  <a:cubicBezTo>
                    <a:pt x="362" y="787"/>
                    <a:pt x="362" y="787"/>
                    <a:pt x="362" y="787"/>
                  </a:cubicBezTo>
                  <a:cubicBezTo>
                    <a:pt x="354" y="801"/>
                    <a:pt x="354" y="801"/>
                    <a:pt x="354" y="801"/>
                  </a:cubicBezTo>
                  <a:cubicBezTo>
                    <a:pt x="352" y="804"/>
                    <a:pt x="352" y="804"/>
                    <a:pt x="352" y="804"/>
                  </a:cubicBezTo>
                  <a:cubicBezTo>
                    <a:pt x="352" y="805"/>
                    <a:pt x="351" y="806"/>
                    <a:pt x="350" y="807"/>
                  </a:cubicBezTo>
                  <a:cubicBezTo>
                    <a:pt x="349" y="809"/>
                    <a:pt x="348" y="811"/>
                    <a:pt x="346" y="813"/>
                  </a:cubicBezTo>
                  <a:cubicBezTo>
                    <a:pt x="345" y="815"/>
                    <a:pt x="343" y="816"/>
                    <a:pt x="342" y="817"/>
                  </a:cubicBezTo>
                  <a:cubicBezTo>
                    <a:pt x="341" y="817"/>
                    <a:pt x="341" y="818"/>
                    <a:pt x="341" y="818"/>
                  </a:cubicBezTo>
                  <a:cubicBezTo>
                    <a:pt x="341" y="818"/>
                    <a:pt x="341" y="817"/>
                    <a:pt x="342" y="817"/>
                  </a:cubicBezTo>
                  <a:cubicBezTo>
                    <a:pt x="343" y="816"/>
                    <a:pt x="345" y="815"/>
                    <a:pt x="346" y="813"/>
                  </a:cubicBezTo>
                  <a:cubicBezTo>
                    <a:pt x="348" y="811"/>
                    <a:pt x="349" y="809"/>
                    <a:pt x="350" y="807"/>
                  </a:cubicBezTo>
                  <a:cubicBezTo>
                    <a:pt x="351" y="806"/>
                    <a:pt x="352" y="805"/>
                    <a:pt x="352" y="804"/>
                  </a:cubicBezTo>
                  <a:cubicBezTo>
                    <a:pt x="354" y="801"/>
                    <a:pt x="354" y="801"/>
                    <a:pt x="354" y="801"/>
                  </a:cubicBezTo>
                  <a:cubicBezTo>
                    <a:pt x="361" y="787"/>
                    <a:pt x="361" y="787"/>
                    <a:pt x="361" y="787"/>
                  </a:cubicBezTo>
                  <a:cubicBezTo>
                    <a:pt x="377" y="757"/>
                    <a:pt x="377" y="757"/>
                    <a:pt x="377" y="757"/>
                  </a:cubicBezTo>
                  <a:cubicBezTo>
                    <a:pt x="389" y="757"/>
                    <a:pt x="389" y="757"/>
                    <a:pt x="389" y="757"/>
                  </a:cubicBezTo>
                  <a:cubicBezTo>
                    <a:pt x="394" y="757"/>
                    <a:pt x="394" y="757"/>
                    <a:pt x="394" y="757"/>
                  </a:cubicBezTo>
                  <a:cubicBezTo>
                    <a:pt x="396" y="757"/>
                    <a:pt x="396" y="757"/>
                    <a:pt x="396" y="757"/>
                  </a:cubicBezTo>
                  <a:cubicBezTo>
                    <a:pt x="397" y="757"/>
                    <a:pt x="398" y="757"/>
                    <a:pt x="398" y="757"/>
                  </a:cubicBezTo>
                  <a:cubicBezTo>
                    <a:pt x="401" y="757"/>
                    <a:pt x="403" y="755"/>
                    <a:pt x="405" y="753"/>
                  </a:cubicBezTo>
                  <a:cubicBezTo>
                    <a:pt x="406" y="751"/>
                    <a:pt x="407" y="748"/>
                    <a:pt x="408" y="746"/>
                  </a:cubicBezTo>
                  <a:cubicBezTo>
                    <a:pt x="408" y="745"/>
                    <a:pt x="407" y="745"/>
                    <a:pt x="407" y="746"/>
                  </a:cubicBezTo>
                  <a:cubicBezTo>
                    <a:pt x="406" y="746"/>
                    <a:pt x="406" y="748"/>
                    <a:pt x="405" y="750"/>
                  </a:cubicBezTo>
                  <a:cubicBezTo>
                    <a:pt x="404" y="751"/>
                    <a:pt x="403" y="752"/>
                    <a:pt x="402" y="753"/>
                  </a:cubicBezTo>
                  <a:cubicBezTo>
                    <a:pt x="401" y="754"/>
                    <a:pt x="399" y="755"/>
                    <a:pt x="398" y="755"/>
                  </a:cubicBezTo>
                  <a:cubicBezTo>
                    <a:pt x="397" y="755"/>
                    <a:pt x="397" y="755"/>
                    <a:pt x="397" y="755"/>
                  </a:cubicBezTo>
                  <a:cubicBezTo>
                    <a:pt x="396" y="755"/>
                    <a:pt x="396" y="755"/>
                    <a:pt x="396" y="755"/>
                  </a:cubicBezTo>
                  <a:cubicBezTo>
                    <a:pt x="396" y="755"/>
                    <a:pt x="396" y="755"/>
                    <a:pt x="396" y="755"/>
                  </a:cubicBezTo>
                  <a:cubicBezTo>
                    <a:pt x="394" y="755"/>
                    <a:pt x="394" y="755"/>
                    <a:pt x="394" y="755"/>
                  </a:cubicBezTo>
                  <a:cubicBezTo>
                    <a:pt x="390" y="755"/>
                    <a:pt x="390" y="755"/>
                    <a:pt x="390" y="755"/>
                  </a:cubicBezTo>
                  <a:cubicBezTo>
                    <a:pt x="376" y="755"/>
                    <a:pt x="376" y="755"/>
                    <a:pt x="376" y="755"/>
                  </a:cubicBezTo>
                  <a:cubicBezTo>
                    <a:pt x="366" y="774"/>
                    <a:pt x="366" y="774"/>
                    <a:pt x="366" y="774"/>
                  </a:cubicBezTo>
                  <a:cubicBezTo>
                    <a:pt x="363" y="780"/>
                    <a:pt x="360" y="785"/>
                    <a:pt x="358" y="789"/>
                  </a:cubicBezTo>
                  <a:cubicBezTo>
                    <a:pt x="353" y="798"/>
                    <a:pt x="353" y="798"/>
                    <a:pt x="353" y="798"/>
                  </a:cubicBezTo>
                  <a:cubicBezTo>
                    <a:pt x="351" y="802"/>
                    <a:pt x="351" y="802"/>
                    <a:pt x="351" y="802"/>
                  </a:cubicBezTo>
                  <a:cubicBezTo>
                    <a:pt x="350" y="803"/>
                    <a:pt x="350" y="804"/>
                    <a:pt x="349" y="804"/>
                  </a:cubicBezTo>
                  <a:cubicBezTo>
                    <a:pt x="349" y="805"/>
                    <a:pt x="349" y="806"/>
                    <a:pt x="348" y="806"/>
                  </a:cubicBezTo>
                  <a:cubicBezTo>
                    <a:pt x="347" y="809"/>
                    <a:pt x="345" y="811"/>
                    <a:pt x="342" y="813"/>
                  </a:cubicBezTo>
                  <a:cubicBezTo>
                    <a:pt x="340" y="815"/>
                    <a:pt x="338" y="817"/>
                    <a:pt x="336" y="818"/>
                  </a:cubicBezTo>
                  <a:cubicBezTo>
                    <a:pt x="335" y="818"/>
                    <a:pt x="335" y="818"/>
                    <a:pt x="335" y="818"/>
                  </a:cubicBezTo>
                  <a:cubicBezTo>
                    <a:pt x="331" y="819"/>
                    <a:pt x="326" y="820"/>
                    <a:pt x="320" y="821"/>
                  </a:cubicBezTo>
                  <a:cubicBezTo>
                    <a:pt x="315" y="821"/>
                    <a:pt x="310" y="821"/>
                    <a:pt x="304" y="821"/>
                  </a:cubicBezTo>
                  <a:cubicBezTo>
                    <a:pt x="293" y="821"/>
                    <a:pt x="282" y="821"/>
                    <a:pt x="270" y="820"/>
                  </a:cubicBezTo>
                  <a:cubicBezTo>
                    <a:pt x="265" y="819"/>
                    <a:pt x="259" y="818"/>
                    <a:pt x="254" y="818"/>
                  </a:cubicBezTo>
                  <a:cubicBezTo>
                    <a:pt x="252" y="817"/>
                    <a:pt x="251" y="817"/>
                    <a:pt x="250" y="817"/>
                  </a:cubicBezTo>
                  <a:cubicBezTo>
                    <a:pt x="249" y="817"/>
                    <a:pt x="249" y="817"/>
                    <a:pt x="249" y="817"/>
                  </a:cubicBezTo>
                  <a:cubicBezTo>
                    <a:pt x="249" y="817"/>
                    <a:pt x="249" y="817"/>
                    <a:pt x="249" y="817"/>
                  </a:cubicBezTo>
                  <a:cubicBezTo>
                    <a:pt x="249" y="817"/>
                    <a:pt x="249" y="817"/>
                    <a:pt x="249" y="817"/>
                  </a:cubicBezTo>
                  <a:cubicBezTo>
                    <a:pt x="249" y="817"/>
                    <a:pt x="249" y="817"/>
                    <a:pt x="249" y="817"/>
                  </a:cubicBezTo>
                  <a:cubicBezTo>
                    <a:pt x="249" y="817"/>
                    <a:pt x="249" y="817"/>
                    <a:pt x="249" y="817"/>
                  </a:cubicBezTo>
                  <a:cubicBezTo>
                    <a:pt x="249" y="817"/>
                    <a:pt x="249" y="817"/>
                    <a:pt x="249" y="816"/>
                  </a:cubicBezTo>
                  <a:cubicBezTo>
                    <a:pt x="247" y="815"/>
                    <a:pt x="245" y="814"/>
                    <a:pt x="244" y="812"/>
                  </a:cubicBezTo>
                  <a:cubicBezTo>
                    <a:pt x="242" y="810"/>
                    <a:pt x="240" y="808"/>
                    <a:pt x="239" y="806"/>
                  </a:cubicBezTo>
                  <a:cubicBezTo>
                    <a:pt x="237" y="804"/>
                    <a:pt x="237" y="804"/>
                    <a:pt x="237" y="804"/>
                  </a:cubicBezTo>
                  <a:cubicBezTo>
                    <a:pt x="237" y="803"/>
                    <a:pt x="237" y="803"/>
                    <a:pt x="237" y="803"/>
                  </a:cubicBezTo>
                  <a:cubicBezTo>
                    <a:pt x="237" y="803"/>
                    <a:pt x="237" y="803"/>
                    <a:pt x="237" y="803"/>
                  </a:cubicBezTo>
                  <a:cubicBezTo>
                    <a:pt x="237" y="803"/>
                    <a:pt x="237" y="803"/>
                    <a:pt x="237" y="803"/>
                  </a:cubicBezTo>
                  <a:cubicBezTo>
                    <a:pt x="235" y="800"/>
                    <a:pt x="235" y="800"/>
                    <a:pt x="235" y="800"/>
                  </a:cubicBezTo>
                  <a:cubicBezTo>
                    <a:pt x="228" y="785"/>
                    <a:pt x="228" y="785"/>
                    <a:pt x="228" y="785"/>
                  </a:cubicBezTo>
                  <a:cubicBezTo>
                    <a:pt x="221" y="771"/>
                    <a:pt x="221" y="771"/>
                    <a:pt x="221" y="771"/>
                  </a:cubicBezTo>
                  <a:cubicBezTo>
                    <a:pt x="213" y="753"/>
                    <a:pt x="213" y="753"/>
                    <a:pt x="213" y="753"/>
                  </a:cubicBezTo>
                  <a:cubicBezTo>
                    <a:pt x="185" y="753"/>
                    <a:pt x="185" y="753"/>
                    <a:pt x="185" y="753"/>
                  </a:cubicBezTo>
                  <a:cubicBezTo>
                    <a:pt x="183" y="753"/>
                    <a:pt x="182" y="752"/>
                    <a:pt x="180" y="750"/>
                  </a:cubicBezTo>
                  <a:cubicBezTo>
                    <a:pt x="179" y="749"/>
                    <a:pt x="178" y="746"/>
                    <a:pt x="178" y="744"/>
                  </a:cubicBezTo>
                  <a:cubicBezTo>
                    <a:pt x="178" y="741"/>
                    <a:pt x="178" y="739"/>
                    <a:pt x="179" y="737"/>
                  </a:cubicBezTo>
                  <a:cubicBezTo>
                    <a:pt x="181" y="735"/>
                    <a:pt x="182" y="734"/>
                    <a:pt x="184" y="733"/>
                  </a:cubicBezTo>
                  <a:cubicBezTo>
                    <a:pt x="184" y="733"/>
                    <a:pt x="185" y="733"/>
                    <a:pt x="185" y="733"/>
                  </a:cubicBezTo>
                  <a:cubicBezTo>
                    <a:pt x="188" y="733"/>
                    <a:pt x="188" y="733"/>
                    <a:pt x="188" y="733"/>
                  </a:cubicBezTo>
                  <a:cubicBezTo>
                    <a:pt x="194" y="733"/>
                    <a:pt x="194" y="733"/>
                    <a:pt x="194" y="733"/>
                  </a:cubicBezTo>
                  <a:cubicBezTo>
                    <a:pt x="206" y="733"/>
                    <a:pt x="206" y="733"/>
                    <a:pt x="206" y="733"/>
                  </a:cubicBezTo>
                  <a:cubicBezTo>
                    <a:pt x="263" y="732"/>
                    <a:pt x="326" y="734"/>
                    <a:pt x="373" y="732"/>
                  </a:cubicBezTo>
                  <a:cubicBezTo>
                    <a:pt x="414" y="731"/>
                    <a:pt x="399" y="727"/>
                    <a:pt x="357" y="725"/>
                  </a:cubicBezTo>
                  <a:cubicBezTo>
                    <a:pt x="357" y="724"/>
                    <a:pt x="357" y="724"/>
                    <a:pt x="357" y="724"/>
                  </a:cubicBezTo>
                  <a:cubicBezTo>
                    <a:pt x="399" y="725"/>
                    <a:pt x="378" y="722"/>
                    <a:pt x="383" y="720"/>
                  </a:cubicBezTo>
                  <a:cubicBezTo>
                    <a:pt x="364" y="720"/>
                    <a:pt x="346" y="720"/>
                    <a:pt x="327" y="719"/>
                  </a:cubicBezTo>
                  <a:cubicBezTo>
                    <a:pt x="361" y="719"/>
                    <a:pt x="361" y="719"/>
                    <a:pt x="361" y="719"/>
                  </a:cubicBezTo>
                  <a:cubicBezTo>
                    <a:pt x="380" y="719"/>
                    <a:pt x="380" y="719"/>
                    <a:pt x="380" y="719"/>
                  </a:cubicBezTo>
                  <a:cubicBezTo>
                    <a:pt x="389" y="720"/>
                    <a:pt x="389" y="720"/>
                    <a:pt x="389" y="720"/>
                  </a:cubicBezTo>
                  <a:cubicBezTo>
                    <a:pt x="393" y="720"/>
                    <a:pt x="393" y="720"/>
                    <a:pt x="393" y="720"/>
                  </a:cubicBezTo>
                  <a:cubicBezTo>
                    <a:pt x="396" y="720"/>
                    <a:pt x="396" y="720"/>
                    <a:pt x="396" y="720"/>
                  </a:cubicBezTo>
                  <a:cubicBezTo>
                    <a:pt x="396" y="720"/>
                    <a:pt x="396" y="720"/>
                    <a:pt x="396" y="720"/>
                  </a:cubicBezTo>
                  <a:cubicBezTo>
                    <a:pt x="397" y="720"/>
                    <a:pt x="397" y="720"/>
                    <a:pt x="397" y="720"/>
                  </a:cubicBezTo>
                  <a:cubicBezTo>
                    <a:pt x="398" y="720"/>
                    <a:pt x="398" y="720"/>
                    <a:pt x="399" y="719"/>
                  </a:cubicBezTo>
                  <a:cubicBezTo>
                    <a:pt x="403" y="719"/>
                    <a:pt x="407" y="717"/>
                    <a:pt x="409" y="715"/>
                  </a:cubicBezTo>
                  <a:cubicBezTo>
                    <a:pt x="412" y="713"/>
                    <a:pt x="414" y="710"/>
                    <a:pt x="416" y="707"/>
                  </a:cubicBezTo>
                  <a:cubicBezTo>
                    <a:pt x="418" y="701"/>
                    <a:pt x="418" y="696"/>
                    <a:pt x="417" y="691"/>
                  </a:cubicBezTo>
                  <a:cubicBezTo>
                    <a:pt x="418" y="697"/>
                    <a:pt x="417" y="703"/>
                    <a:pt x="413" y="708"/>
                  </a:cubicBezTo>
                  <a:cubicBezTo>
                    <a:pt x="412" y="711"/>
                    <a:pt x="409" y="713"/>
                    <a:pt x="406" y="715"/>
                  </a:cubicBezTo>
                  <a:cubicBezTo>
                    <a:pt x="404" y="716"/>
                    <a:pt x="400" y="717"/>
                    <a:pt x="397" y="718"/>
                  </a:cubicBezTo>
                  <a:cubicBezTo>
                    <a:pt x="369" y="717"/>
                    <a:pt x="369" y="717"/>
                    <a:pt x="369" y="717"/>
                  </a:cubicBezTo>
                  <a:cubicBezTo>
                    <a:pt x="350" y="717"/>
                    <a:pt x="330" y="717"/>
                    <a:pt x="311" y="716"/>
                  </a:cubicBezTo>
                  <a:cubicBezTo>
                    <a:pt x="195" y="716"/>
                    <a:pt x="195" y="716"/>
                    <a:pt x="195" y="716"/>
                  </a:cubicBezTo>
                  <a:cubicBezTo>
                    <a:pt x="227" y="716"/>
                    <a:pt x="264" y="715"/>
                    <a:pt x="296" y="716"/>
                  </a:cubicBezTo>
                  <a:cubicBezTo>
                    <a:pt x="319" y="716"/>
                    <a:pt x="341" y="717"/>
                    <a:pt x="362" y="717"/>
                  </a:cubicBezTo>
                  <a:cubicBezTo>
                    <a:pt x="394" y="717"/>
                    <a:pt x="394" y="717"/>
                    <a:pt x="394" y="717"/>
                  </a:cubicBezTo>
                  <a:cubicBezTo>
                    <a:pt x="395" y="717"/>
                    <a:pt x="396" y="717"/>
                    <a:pt x="398" y="717"/>
                  </a:cubicBezTo>
                  <a:cubicBezTo>
                    <a:pt x="400" y="717"/>
                    <a:pt x="402" y="716"/>
                    <a:pt x="403" y="716"/>
                  </a:cubicBezTo>
                  <a:cubicBezTo>
                    <a:pt x="406" y="714"/>
                    <a:pt x="409" y="712"/>
                    <a:pt x="411" y="709"/>
                  </a:cubicBezTo>
                  <a:cubicBezTo>
                    <a:pt x="416" y="704"/>
                    <a:pt x="417" y="697"/>
                    <a:pt x="416" y="691"/>
                  </a:cubicBezTo>
                  <a:cubicBezTo>
                    <a:pt x="416" y="688"/>
                    <a:pt x="415" y="685"/>
                    <a:pt x="414" y="683"/>
                  </a:cubicBezTo>
                  <a:cubicBezTo>
                    <a:pt x="412" y="679"/>
                    <a:pt x="409" y="677"/>
                    <a:pt x="406" y="676"/>
                  </a:cubicBezTo>
                  <a:cubicBezTo>
                    <a:pt x="404" y="674"/>
                    <a:pt x="401" y="674"/>
                    <a:pt x="399" y="674"/>
                  </a:cubicBezTo>
                  <a:cubicBezTo>
                    <a:pt x="397" y="674"/>
                    <a:pt x="396" y="675"/>
                    <a:pt x="396" y="675"/>
                  </a:cubicBezTo>
                  <a:cubicBezTo>
                    <a:pt x="396" y="676"/>
                    <a:pt x="397" y="676"/>
                    <a:pt x="399" y="677"/>
                  </a:cubicBezTo>
                  <a:cubicBezTo>
                    <a:pt x="401" y="678"/>
                    <a:pt x="404" y="679"/>
                    <a:pt x="407" y="683"/>
                  </a:cubicBezTo>
                  <a:cubicBezTo>
                    <a:pt x="408" y="685"/>
                    <a:pt x="410" y="688"/>
                    <a:pt x="410" y="690"/>
                  </a:cubicBezTo>
                  <a:cubicBezTo>
                    <a:pt x="411" y="693"/>
                    <a:pt x="411" y="695"/>
                    <a:pt x="411" y="695"/>
                  </a:cubicBezTo>
                  <a:cubicBezTo>
                    <a:pt x="410" y="697"/>
                    <a:pt x="409" y="696"/>
                    <a:pt x="409" y="695"/>
                  </a:cubicBezTo>
                  <a:cubicBezTo>
                    <a:pt x="409" y="698"/>
                    <a:pt x="408" y="701"/>
                    <a:pt x="406" y="704"/>
                  </a:cubicBezTo>
                  <a:cubicBezTo>
                    <a:pt x="404" y="706"/>
                    <a:pt x="401" y="708"/>
                    <a:pt x="398" y="709"/>
                  </a:cubicBezTo>
                  <a:cubicBezTo>
                    <a:pt x="398" y="709"/>
                    <a:pt x="397" y="709"/>
                    <a:pt x="396" y="709"/>
                  </a:cubicBezTo>
                  <a:cubicBezTo>
                    <a:pt x="393" y="709"/>
                    <a:pt x="393" y="709"/>
                    <a:pt x="393" y="709"/>
                  </a:cubicBezTo>
                  <a:cubicBezTo>
                    <a:pt x="388" y="709"/>
                    <a:pt x="388" y="709"/>
                    <a:pt x="388" y="709"/>
                  </a:cubicBezTo>
                  <a:cubicBezTo>
                    <a:pt x="377" y="709"/>
                    <a:pt x="377" y="709"/>
                    <a:pt x="377" y="709"/>
                  </a:cubicBezTo>
                  <a:cubicBezTo>
                    <a:pt x="332" y="708"/>
                    <a:pt x="332" y="708"/>
                    <a:pt x="332" y="708"/>
                  </a:cubicBezTo>
                  <a:cubicBezTo>
                    <a:pt x="295" y="708"/>
                    <a:pt x="259" y="708"/>
                    <a:pt x="223" y="707"/>
                  </a:cubicBezTo>
                  <a:cubicBezTo>
                    <a:pt x="259" y="708"/>
                    <a:pt x="296" y="708"/>
                    <a:pt x="332" y="708"/>
                  </a:cubicBezTo>
                  <a:cubicBezTo>
                    <a:pt x="377" y="709"/>
                    <a:pt x="377" y="709"/>
                    <a:pt x="377" y="709"/>
                  </a:cubicBezTo>
                  <a:cubicBezTo>
                    <a:pt x="388" y="709"/>
                    <a:pt x="388" y="709"/>
                    <a:pt x="388" y="709"/>
                  </a:cubicBezTo>
                  <a:cubicBezTo>
                    <a:pt x="394" y="709"/>
                    <a:pt x="394" y="709"/>
                    <a:pt x="394" y="709"/>
                  </a:cubicBezTo>
                  <a:cubicBezTo>
                    <a:pt x="395" y="709"/>
                    <a:pt x="395" y="709"/>
                    <a:pt x="395" y="709"/>
                  </a:cubicBezTo>
                  <a:cubicBezTo>
                    <a:pt x="396" y="709"/>
                    <a:pt x="396" y="709"/>
                    <a:pt x="396" y="709"/>
                  </a:cubicBezTo>
                  <a:cubicBezTo>
                    <a:pt x="397" y="709"/>
                    <a:pt x="397" y="709"/>
                    <a:pt x="397" y="709"/>
                  </a:cubicBezTo>
                  <a:cubicBezTo>
                    <a:pt x="397" y="709"/>
                    <a:pt x="398" y="708"/>
                    <a:pt x="399" y="708"/>
                  </a:cubicBezTo>
                  <a:cubicBezTo>
                    <a:pt x="401" y="708"/>
                    <a:pt x="404" y="706"/>
                    <a:pt x="406" y="703"/>
                  </a:cubicBezTo>
                  <a:cubicBezTo>
                    <a:pt x="407" y="701"/>
                    <a:pt x="408" y="697"/>
                    <a:pt x="408" y="694"/>
                  </a:cubicBezTo>
                  <a:cubicBezTo>
                    <a:pt x="408" y="694"/>
                    <a:pt x="407" y="694"/>
                    <a:pt x="407" y="694"/>
                  </a:cubicBezTo>
                  <a:cubicBezTo>
                    <a:pt x="407" y="695"/>
                    <a:pt x="407" y="696"/>
                    <a:pt x="406" y="699"/>
                  </a:cubicBezTo>
                  <a:cubicBezTo>
                    <a:pt x="405" y="700"/>
                    <a:pt x="404" y="703"/>
                    <a:pt x="402" y="704"/>
                  </a:cubicBezTo>
                  <a:cubicBezTo>
                    <a:pt x="400" y="705"/>
                    <a:pt x="399" y="706"/>
                    <a:pt x="397" y="706"/>
                  </a:cubicBezTo>
                  <a:cubicBezTo>
                    <a:pt x="397" y="706"/>
                    <a:pt x="397" y="706"/>
                    <a:pt x="396" y="706"/>
                  </a:cubicBezTo>
                  <a:cubicBezTo>
                    <a:pt x="394" y="706"/>
                    <a:pt x="394" y="706"/>
                    <a:pt x="394" y="706"/>
                  </a:cubicBezTo>
                  <a:cubicBezTo>
                    <a:pt x="390" y="706"/>
                    <a:pt x="390" y="706"/>
                    <a:pt x="390" y="706"/>
                  </a:cubicBezTo>
                  <a:cubicBezTo>
                    <a:pt x="379" y="707"/>
                    <a:pt x="366" y="707"/>
                    <a:pt x="357" y="707"/>
                  </a:cubicBezTo>
                  <a:cubicBezTo>
                    <a:pt x="306" y="705"/>
                    <a:pt x="251" y="706"/>
                    <a:pt x="201" y="705"/>
                  </a:cubicBezTo>
                  <a:cubicBezTo>
                    <a:pt x="187" y="705"/>
                    <a:pt x="187" y="705"/>
                    <a:pt x="187" y="705"/>
                  </a:cubicBezTo>
                  <a:cubicBezTo>
                    <a:pt x="185" y="704"/>
                    <a:pt x="185" y="704"/>
                    <a:pt x="185" y="704"/>
                  </a:cubicBezTo>
                  <a:cubicBezTo>
                    <a:pt x="185" y="704"/>
                    <a:pt x="185" y="704"/>
                    <a:pt x="185" y="704"/>
                  </a:cubicBezTo>
                  <a:cubicBezTo>
                    <a:pt x="184" y="704"/>
                    <a:pt x="184" y="704"/>
                    <a:pt x="183" y="704"/>
                  </a:cubicBezTo>
                  <a:cubicBezTo>
                    <a:pt x="182" y="704"/>
                    <a:pt x="181" y="703"/>
                    <a:pt x="180" y="702"/>
                  </a:cubicBezTo>
                  <a:cubicBezTo>
                    <a:pt x="179" y="700"/>
                    <a:pt x="178" y="697"/>
                    <a:pt x="178" y="694"/>
                  </a:cubicBezTo>
                  <a:cubicBezTo>
                    <a:pt x="178" y="692"/>
                    <a:pt x="179" y="689"/>
                    <a:pt x="181" y="687"/>
                  </a:cubicBezTo>
                  <a:cubicBezTo>
                    <a:pt x="181" y="686"/>
                    <a:pt x="182" y="686"/>
                    <a:pt x="183" y="685"/>
                  </a:cubicBezTo>
                  <a:cubicBezTo>
                    <a:pt x="184" y="685"/>
                    <a:pt x="184" y="685"/>
                    <a:pt x="185" y="685"/>
                  </a:cubicBezTo>
                  <a:cubicBezTo>
                    <a:pt x="185" y="685"/>
                    <a:pt x="185" y="685"/>
                    <a:pt x="185" y="685"/>
                  </a:cubicBezTo>
                  <a:cubicBezTo>
                    <a:pt x="185" y="685"/>
                    <a:pt x="185" y="685"/>
                    <a:pt x="185" y="685"/>
                  </a:cubicBezTo>
                  <a:cubicBezTo>
                    <a:pt x="186" y="685"/>
                    <a:pt x="186" y="685"/>
                    <a:pt x="186" y="685"/>
                  </a:cubicBezTo>
                  <a:cubicBezTo>
                    <a:pt x="187" y="685"/>
                    <a:pt x="187" y="685"/>
                    <a:pt x="187" y="685"/>
                  </a:cubicBezTo>
                  <a:cubicBezTo>
                    <a:pt x="201" y="685"/>
                    <a:pt x="201" y="685"/>
                    <a:pt x="201" y="685"/>
                  </a:cubicBezTo>
                  <a:cubicBezTo>
                    <a:pt x="229" y="685"/>
                    <a:pt x="229" y="685"/>
                    <a:pt x="229" y="685"/>
                  </a:cubicBezTo>
                  <a:cubicBezTo>
                    <a:pt x="279" y="684"/>
                    <a:pt x="334" y="685"/>
                    <a:pt x="376" y="684"/>
                  </a:cubicBezTo>
                  <a:cubicBezTo>
                    <a:pt x="412" y="683"/>
                    <a:pt x="398" y="678"/>
                    <a:pt x="362" y="677"/>
                  </a:cubicBezTo>
                  <a:cubicBezTo>
                    <a:pt x="362" y="675"/>
                    <a:pt x="362" y="675"/>
                    <a:pt x="362" y="675"/>
                  </a:cubicBezTo>
                  <a:cubicBezTo>
                    <a:pt x="398" y="676"/>
                    <a:pt x="380" y="673"/>
                    <a:pt x="385" y="671"/>
                  </a:cubicBezTo>
                  <a:cubicBezTo>
                    <a:pt x="369" y="671"/>
                    <a:pt x="353" y="671"/>
                    <a:pt x="337" y="671"/>
                  </a:cubicBezTo>
                  <a:cubicBezTo>
                    <a:pt x="361" y="671"/>
                    <a:pt x="361" y="671"/>
                    <a:pt x="361" y="671"/>
                  </a:cubicBezTo>
                  <a:cubicBezTo>
                    <a:pt x="380" y="671"/>
                    <a:pt x="380" y="671"/>
                    <a:pt x="380" y="671"/>
                  </a:cubicBezTo>
                  <a:cubicBezTo>
                    <a:pt x="389" y="671"/>
                    <a:pt x="389" y="671"/>
                    <a:pt x="389" y="671"/>
                  </a:cubicBezTo>
                  <a:cubicBezTo>
                    <a:pt x="393" y="671"/>
                    <a:pt x="393" y="671"/>
                    <a:pt x="393" y="671"/>
                  </a:cubicBezTo>
                  <a:cubicBezTo>
                    <a:pt x="396" y="671"/>
                    <a:pt x="396" y="671"/>
                    <a:pt x="396" y="671"/>
                  </a:cubicBezTo>
                  <a:cubicBezTo>
                    <a:pt x="396" y="671"/>
                    <a:pt x="396" y="671"/>
                    <a:pt x="396" y="671"/>
                  </a:cubicBezTo>
                  <a:cubicBezTo>
                    <a:pt x="397" y="671"/>
                    <a:pt x="397" y="671"/>
                    <a:pt x="397" y="671"/>
                  </a:cubicBezTo>
                  <a:cubicBezTo>
                    <a:pt x="398" y="671"/>
                    <a:pt x="399" y="671"/>
                    <a:pt x="399" y="671"/>
                  </a:cubicBezTo>
                  <a:cubicBezTo>
                    <a:pt x="403" y="670"/>
                    <a:pt x="407" y="668"/>
                    <a:pt x="409" y="666"/>
                  </a:cubicBezTo>
                  <a:cubicBezTo>
                    <a:pt x="412" y="664"/>
                    <a:pt x="414" y="661"/>
                    <a:pt x="416" y="658"/>
                  </a:cubicBezTo>
                  <a:cubicBezTo>
                    <a:pt x="418" y="653"/>
                    <a:pt x="418" y="647"/>
                    <a:pt x="417" y="642"/>
                  </a:cubicBezTo>
                  <a:cubicBezTo>
                    <a:pt x="418" y="648"/>
                    <a:pt x="417" y="655"/>
                    <a:pt x="413" y="660"/>
                  </a:cubicBezTo>
                  <a:cubicBezTo>
                    <a:pt x="412" y="662"/>
                    <a:pt x="409" y="665"/>
                    <a:pt x="407" y="666"/>
                  </a:cubicBezTo>
                  <a:cubicBezTo>
                    <a:pt x="404" y="668"/>
                    <a:pt x="400" y="669"/>
                    <a:pt x="397" y="669"/>
                  </a:cubicBezTo>
                  <a:cubicBezTo>
                    <a:pt x="369" y="669"/>
                    <a:pt x="369" y="669"/>
                    <a:pt x="369" y="669"/>
                  </a:cubicBezTo>
                  <a:cubicBezTo>
                    <a:pt x="350" y="668"/>
                    <a:pt x="330" y="668"/>
                    <a:pt x="311" y="668"/>
                  </a:cubicBezTo>
                  <a:cubicBezTo>
                    <a:pt x="195" y="667"/>
                    <a:pt x="195" y="667"/>
                    <a:pt x="195" y="667"/>
                  </a:cubicBezTo>
                  <a:cubicBezTo>
                    <a:pt x="227" y="667"/>
                    <a:pt x="264" y="667"/>
                    <a:pt x="296" y="668"/>
                  </a:cubicBezTo>
                  <a:cubicBezTo>
                    <a:pt x="319" y="668"/>
                    <a:pt x="341" y="668"/>
                    <a:pt x="362" y="668"/>
                  </a:cubicBezTo>
                  <a:cubicBezTo>
                    <a:pt x="394" y="668"/>
                    <a:pt x="394" y="668"/>
                    <a:pt x="394" y="668"/>
                  </a:cubicBezTo>
                  <a:cubicBezTo>
                    <a:pt x="396" y="668"/>
                    <a:pt x="396" y="668"/>
                    <a:pt x="396" y="668"/>
                  </a:cubicBezTo>
                  <a:cubicBezTo>
                    <a:pt x="396" y="668"/>
                    <a:pt x="396" y="668"/>
                    <a:pt x="396" y="668"/>
                  </a:cubicBezTo>
                  <a:cubicBezTo>
                    <a:pt x="397" y="668"/>
                    <a:pt x="397" y="668"/>
                    <a:pt x="397" y="668"/>
                  </a:cubicBezTo>
                  <a:cubicBezTo>
                    <a:pt x="397" y="668"/>
                    <a:pt x="398" y="668"/>
                    <a:pt x="398" y="668"/>
                  </a:cubicBezTo>
                  <a:cubicBezTo>
                    <a:pt x="400" y="668"/>
                    <a:pt x="402" y="668"/>
                    <a:pt x="403" y="667"/>
                  </a:cubicBezTo>
                  <a:cubicBezTo>
                    <a:pt x="407" y="666"/>
                    <a:pt x="409" y="663"/>
                    <a:pt x="411" y="661"/>
                  </a:cubicBezTo>
                  <a:cubicBezTo>
                    <a:pt x="416" y="656"/>
                    <a:pt x="417" y="649"/>
                    <a:pt x="416" y="642"/>
                  </a:cubicBezTo>
                  <a:cubicBezTo>
                    <a:pt x="416" y="639"/>
                    <a:pt x="415" y="637"/>
                    <a:pt x="414" y="634"/>
                  </a:cubicBezTo>
                  <a:cubicBezTo>
                    <a:pt x="412" y="631"/>
                    <a:pt x="409" y="629"/>
                    <a:pt x="406" y="627"/>
                  </a:cubicBezTo>
                  <a:cubicBezTo>
                    <a:pt x="404" y="626"/>
                    <a:pt x="401" y="625"/>
                    <a:pt x="399" y="626"/>
                  </a:cubicBezTo>
                  <a:cubicBezTo>
                    <a:pt x="397" y="626"/>
                    <a:pt x="396" y="626"/>
                    <a:pt x="396" y="627"/>
                  </a:cubicBezTo>
                  <a:cubicBezTo>
                    <a:pt x="396" y="627"/>
                    <a:pt x="397" y="628"/>
                    <a:pt x="399" y="628"/>
                  </a:cubicBezTo>
                  <a:cubicBezTo>
                    <a:pt x="401" y="629"/>
                    <a:pt x="404" y="631"/>
                    <a:pt x="407" y="634"/>
                  </a:cubicBezTo>
                  <a:cubicBezTo>
                    <a:pt x="408" y="636"/>
                    <a:pt x="410" y="639"/>
                    <a:pt x="410" y="642"/>
                  </a:cubicBezTo>
                  <a:cubicBezTo>
                    <a:pt x="411" y="645"/>
                    <a:pt x="411" y="647"/>
                    <a:pt x="411" y="647"/>
                  </a:cubicBezTo>
                  <a:cubicBezTo>
                    <a:pt x="410" y="648"/>
                    <a:pt x="409" y="647"/>
                    <a:pt x="409" y="646"/>
                  </a:cubicBezTo>
                  <a:cubicBezTo>
                    <a:pt x="409" y="650"/>
                    <a:pt x="408" y="653"/>
                    <a:pt x="406" y="655"/>
                  </a:cubicBezTo>
                  <a:cubicBezTo>
                    <a:pt x="404" y="658"/>
                    <a:pt x="401" y="660"/>
                    <a:pt x="398" y="660"/>
                  </a:cubicBezTo>
                  <a:cubicBezTo>
                    <a:pt x="398" y="660"/>
                    <a:pt x="397" y="660"/>
                    <a:pt x="396" y="660"/>
                  </a:cubicBezTo>
                  <a:cubicBezTo>
                    <a:pt x="394" y="660"/>
                    <a:pt x="394" y="660"/>
                    <a:pt x="394" y="660"/>
                  </a:cubicBezTo>
                  <a:cubicBezTo>
                    <a:pt x="388" y="660"/>
                    <a:pt x="388" y="660"/>
                    <a:pt x="388" y="660"/>
                  </a:cubicBezTo>
                  <a:cubicBezTo>
                    <a:pt x="377" y="660"/>
                    <a:pt x="377" y="660"/>
                    <a:pt x="377" y="660"/>
                  </a:cubicBezTo>
                  <a:cubicBezTo>
                    <a:pt x="332" y="660"/>
                    <a:pt x="332" y="660"/>
                    <a:pt x="332" y="660"/>
                  </a:cubicBezTo>
                  <a:cubicBezTo>
                    <a:pt x="295" y="660"/>
                    <a:pt x="259" y="659"/>
                    <a:pt x="223" y="658"/>
                  </a:cubicBezTo>
                  <a:cubicBezTo>
                    <a:pt x="259" y="659"/>
                    <a:pt x="296" y="660"/>
                    <a:pt x="332" y="660"/>
                  </a:cubicBezTo>
                  <a:cubicBezTo>
                    <a:pt x="377" y="660"/>
                    <a:pt x="377" y="660"/>
                    <a:pt x="377" y="660"/>
                  </a:cubicBezTo>
                  <a:cubicBezTo>
                    <a:pt x="388" y="660"/>
                    <a:pt x="388" y="660"/>
                    <a:pt x="388" y="660"/>
                  </a:cubicBezTo>
                  <a:cubicBezTo>
                    <a:pt x="394" y="660"/>
                    <a:pt x="394" y="660"/>
                    <a:pt x="394" y="660"/>
                  </a:cubicBezTo>
                  <a:cubicBezTo>
                    <a:pt x="395" y="660"/>
                    <a:pt x="395" y="660"/>
                    <a:pt x="395" y="660"/>
                  </a:cubicBezTo>
                  <a:cubicBezTo>
                    <a:pt x="396" y="660"/>
                    <a:pt x="396" y="660"/>
                    <a:pt x="396" y="660"/>
                  </a:cubicBezTo>
                  <a:cubicBezTo>
                    <a:pt x="397" y="660"/>
                    <a:pt x="397" y="660"/>
                    <a:pt x="397" y="660"/>
                  </a:cubicBezTo>
                  <a:cubicBezTo>
                    <a:pt x="397" y="660"/>
                    <a:pt x="398" y="660"/>
                    <a:pt x="399" y="660"/>
                  </a:cubicBezTo>
                  <a:cubicBezTo>
                    <a:pt x="402" y="659"/>
                    <a:pt x="404" y="657"/>
                    <a:pt x="406" y="654"/>
                  </a:cubicBezTo>
                  <a:cubicBezTo>
                    <a:pt x="407" y="652"/>
                    <a:pt x="408" y="649"/>
                    <a:pt x="408" y="646"/>
                  </a:cubicBezTo>
                  <a:cubicBezTo>
                    <a:pt x="408" y="645"/>
                    <a:pt x="407" y="645"/>
                    <a:pt x="407" y="646"/>
                  </a:cubicBezTo>
                  <a:cubicBezTo>
                    <a:pt x="407" y="646"/>
                    <a:pt x="407" y="648"/>
                    <a:pt x="406" y="650"/>
                  </a:cubicBezTo>
                  <a:cubicBezTo>
                    <a:pt x="405" y="651"/>
                    <a:pt x="404" y="654"/>
                    <a:pt x="402" y="656"/>
                  </a:cubicBezTo>
                  <a:cubicBezTo>
                    <a:pt x="400" y="657"/>
                    <a:pt x="399" y="658"/>
                    <a:pt x="397" y="658"/>
                  </a:cubicBezTo>
                  <a:cubicBezTo>
                    <a:pt x="397" y="658"/>
                    <a:pt x="397" y="658"/>
                    <a:pt x="396" y="658"/>
                  </a:cubicBezTo>
                  <a:cubicBezTo>
                    <a:pt x="394" y="658"/>
                    <a:pt x="394" y="658"/>
                    <a:pt x="394" y="658"/>
                  </a:cubicBezTo>
                  <a:cubicBezTo>
                    <a:pt x="390" y="658"/>
                    <a:pt x="390" y="658"/>
                    <a:pt x="390" y="658"/>
                  </a:cubicBezTo>
                  <a:cubicBezTo>
                    <a:pt x="379" y="658"/>
                    <a:pt x="366" y="658"/>
                    <a:pt x="357" y="658"/>
                  </a:cubicBezTo>
                  <a:cubicBezTo>
                    <a:pt x="306" y="657"/>
                    <a:pt x="251" y="657"/>
                    <a:pt x="201" y="656"/>
                  </a:cubicBezTo>
                  <a:cubicBezTo>
                    <a:pt x="187" y="656"/>
                    <a:pt x="187" y="656"/>
                    <a:pt x="187" y="656"/>
                  </a:cubicBezTo>
                  <a:cubicBezTo>
                    <a:pt x="185" y="656"/>
                    <a:pt x="185" y="656"/>
                    <a:pt x="185" y="656"/>
                  </a:cubicBezTo>
                  <a:cubicBezTo>
                    <a:pt x="185" y="656"/>
                    <a:pt x="185" y="656"/>
                    <a:pt x="185" y="656"/>
                  </a:cubicBezTo>
                  <a:cubicBezTo>
                    <a:pt x="184" y="656"/>
                    <a:pt x="184" y="656"/>
                    <a:pt x="183" y="655"/>
                  </a:cubicBezTo>
                  <a:cubicBezTo>
                    <a:pt x="182" y="655"/>
                    <a:pt x="181" y="654"/>
                    <a:pt x="180" y="653"/>
                  </a:cubicBezTo>
                  <a:cubicBezTo>
                    <a:pt x="179" y="652"/>
                    <a:pt x="178" y="649"/>
                    <a:pt x="178" y="646"/>
                  </a:cubicBezTo>
                  <a:cubicBezTo>
                    <a:pt x="178" y="643"/>
                    <a:pt x="179" y="640"/>
                    <a:pt x="181" y="638"/>
                  </a:cubicBezTo>
                  <a:cubicBezTo>
                    <a:pt x="181" y="638"/>
                    <a:pt x="182" y="637"/>
                    <a:pt x="183" y="637"/>
                  </a:cubicBezTo>
                  <a:cubicBezTo>
                    <a:pt x="184" y="636"/>
                    <a:pt x="184" y="636"/>
                    <a:pt x="185" y="636"/>
                  </a:cubicBezTo>
                  <a:cubicBezTo>
                    <a:pt x="185" y="636"/>
                    <a:pt x="185" y="636"/>
                    <a:pt x="185" y="636"/>
                  </a:cubicBezTo>
                  <a:cubicBezTo>
                    <a:pt x="185" y="636"/>
                    <a:pt x="185" y="636"/>
                    <a:pt x="185" y="636"/>
                  </a:cubicBezTo>
                  <a:cubicBezTo>
                    <a:pt x="186" y="636"/>
                    <a:pt x="186" y="636"/>
                    <a:pt x="186" y="636"/>
                  </a:cubicBezTo>
                  <a:cubicBezTo>
                    <a:pt x="187" y="636"/>
                    <a:pt x="187" y="636"/>
                    <a:pt x="187" y="636"/>
                  </a:cubicBezTo>
                  <a:cubicBezTo>
                    <a:pt x="201" y="636"/>
                    <a:pt x="201" y="636"/>
                    <a:pt x="201" y="636"/>
                  </a:cubicBezTo>
                  <a:cubicBezTo>
                    <a:pt x="229" y="636"/>
                    <a:pt x="229" y="636"/>
                    <a:pt x="229" y="636"/>
                  </a:cubicBezTo>
                  <a:cubicBezTo>
                    <a:pt x="279" y="635"/>
                    <a:pt x="334" y="636"/>
                    <a:pt x="376" y="635"/>
                  </a:cubicBezTo>
                  <a:cubicBezTo>
                    <a:pt x="412" y="634"/>
                    <a:pt x="398" y="630"/>
                    <a:pt x="362" y="628"/>
                  </a:cubicBezTo>
                  <a:cubicBezTo>
                    <a:pt x="362" y="627"/>
                    <a:pt x="362" y="627"/>
                    <a:pt x="362" y="627"/>
                  </a:cubicBezTo>
                  <a:cubicBezTo>
                    <a:pt x="393" y="627"/>
                    <a:pt x="385" y="625"/>
                    <a:pt x="384" y="624"/>
                  </a:cubicBezTo>
                  <a:cubicBezTo>
                    <a:pt x="391" y="624"/>
                    <a:pt x="391" y="624"/>
                    <a:pt x="391" y="624"/>
                  </a:cubicBezTo>
                  <a:cubicBezTo>
                    <a:pt x="392" y="624"/>
                    <a:pt x="392" y="624"/>
                    <a:pt x="392" y="624"/>
                  </a:cubicBezTo>
                  <a:cubicBezTo>
                    <a:pt x="393" y="624"/>
                    <a:pt x="393" y="624"/>
                    <a:pt x="393" y="624"/>
                  </a:cubicBezTo>
                  <a:cubicBezTo>
                    <a:pt x="394" y="624"/>
                    <a:pt x="394" y="624"/>
                    <a:pt x="394" y="624"/>
                  </a:cubicBezTo>
                  <a:cubicBezTo>
                    <a:pt x="395" y="624"/>
                    <a:pt x="397" y="623"/>
                    <a:pt x="398" y="623"/>
                  </a:cubicBezTo>
                  <a:cubicBezTo>
                    <a:pt x="400" y="623"/>
                    <a:pt x="403" y="622"/>
                    <a:pt x="405" y="620"/>
                  </a:cubicBezTo>
                  <a:cubicBezTo>
                    <a:pt x="410" y="617"/>
                    <a:pt x="414" y="613"/>
                    <a:pt x="415" y="608"/>
                  </a:cubicBezTo>
                  <a:cubicBezTo>
                    <a:pt x="416" y="605"/>
                    <a:pt x="417" y="603"/>
                    <a:pt x="417" y="600"/>
                  </a:cubicBezTo>
                  <a:cubicBezTo>
                    <a:pt x="417" y="594"/>
                    <a:pt x="417" y="594"/>
                    <a:pt x="417" y="594"/>
                  </a:cubicBezTo>
                  <a:cubicBezTo>
                    <a:pt x="417" y="571"/>
                    <a:pt x="417" y="571"/>
                    <a:pt x="417" y="571"/>
                  </a:cubicBezTo>
                  <a:cubicBezTo>
                    <a:pt x="417" y="550"/>
                    <a:pt x="417" y="550"/>
                    <a:pt x="417" y="550"/>
                  </a:cubicBezTo>
                  <a:cubicBezTo>
                    <a:pt x="417" y="549"/>
                    <a:pt x="417" y="549"/>
                    <a:pt x="417" y="549"/>
                  </a:cubicBezTo>
                  <a:cubicBezTo>
                    <a:pt x="420" y="548"/>
                    <a:pt x="420" y="548"/>
                    <a:pt x="420" y="548"/>
                  </a:cubicBezTo>
                  <a:cubicBezTo>
                    <a:pt x="423" y="546"/>
                    <a:pt x="427" y="544"/>
                    <a:pt x="430" y="542"/>
                  </a:cubicBezTo>
                  <a:cubicBezTo>
                    <a:pt x="427" y="544"/>
                    <a:pt x="423" y="546"/>
                    <a:pt x="420" y="548"/>
                  </a:cubicBezTo>
                  <a:cubicBezTo>
                    <a:pt x="417" y="549"/>
                    <a:pt x="417" y="549"/>
                    <a:pt x="417" y="549"/>
                  </a:cubicBezTo>
                  <a:cubicBezTo>
                    <a:pt x="417" y="549"/>
                    <a:pt x="417" y="549"/>
                    <a:pt x="417" y="550"/>
                  </a:cubicBezTo>
                  <a:cubicBezTo>
                    <a:pt x="417" y="572"/>
                    <a:pt x="417" y="572"/>
                    <a:pt x="417" y="572"/>
                  </a:cubicBezTo>
                  <a:cubicBezTo>
                    <a:pt x="417" y="595"/>
                    <a:pt x="417" y="595"/>
                    <a:pt x="417" y="595"/>
                  </a:cubicBezTo>
                  <a:cubicBezTo>
                    <a:pt x="417" y="601"/>
                    <a:pt x="417" y="601"/>
                    <a:pt x="417" y="601"/>
                  </a:cubicBezTo>
                  <a:cubicBezTo>
                    <a:pt x="417" y="603"/>
                    <a:pt x="416" y="606"/>
                    <a:pt x="415" y="609"/>
                  </a:cubicBezTo>
                  <a:cubicBezTo>
                    <a:pt x="413" y="614"/>
                    <a:pt x="409" y="618"/>
                    <a:pt x="405" y="621"/>
                  </a:cubicBezTo>
                  <a:cubicBezTo>
                    <a:pt x="402" y="622"/>
                    <a:pt x="400" y="623"/>
                    <a:pt x="397" y="623"/>
                  </a:cubicBezTo>
                  <a:cubicBezTo>
                    <a:pt x="396" y="623"/>
                    <a:pt x="394" y="624"/>
                    <a:pt x="393" y="624"/>
                  </a:cubicBezTo>
                  <a:cubicBezTo>
                    <a:pt x="390" y="624"/>
                    <a:pt x="390" y="624"/>
                    <a:pt x="390" y="624"/>
                  </a:cubicBezTo>
                  <a:cubicBezTo>
                    <a:pt x="384" y="624"/>
                    <a:pt x="384" y="624"/>
                    <a:pt x="384" y="624"/>
                  </a:cubicBezTo>
                  <a:cubicBezTo>
                    <a:pt x="384" y="623"/>
                    <a:pt x="384" y="623"/>
                    <a:pt x="385" y="623"/>
                  </a:cubicBezTo>
                  <a:cubicBezTo>
                    <a:pt x="379" y="623"/>
                    <a:pt x="374" y="623"/>
                    <a:pt x="369" y="623"/>
                  </a:cubicBezTo>
                  <a:cubicBezTo>
                    <a:pt x="390" y="623"/>
                    <a:pt x="390" y="623"/>
                    <a:pt x="390" y="623"/>
                  </a:cubicBezTo>
                  <a:cubicBezTo>
                    <a:pt x="393" y="623"/>
                    <a:pt x="393" y="623"/>
                    <a:pt x="393" y="623"/>
                  </a:cubicBezTo>
                  <a:cubicBezTo>
                    <a:pt x="394" y="623"/>
                    <a:pt x="395" y="623"/>
                    <a:pt x="397" y="622"/>
                  </a:cubicBezTo>
                  <a:cubicBezTo>
                    <a:pt x="399" y="622"/>
                    <a:pt x="402" y="621"/>
                    <a:pt x="404" y="620"/>
                  </a:cubicBezTo>
                  <a:cubicBezTo>
                    <a:pt x="409" y="617"/>
                    <a:pt x="413" y="612"/>
                    <a:pt x="414" y="607"/>
                  </a:cubicBezTo>
                  <a:cubicBezTo>
                    <a:pt x="415" y="606"/>
                    <a:pt x="415" y="605"/>
                    <a:pt x="415" y="603"/>
                  </a:cubicBezTo>
                  <a:cubicBezTo>
                    <a:pt x="416" y="603"/>
                    <a:pt x="416" y="602"/>
                    <a:pt x="416" y="601"/>
                  </a:cubicBezTo>
                  <a:cubicBezTo>
                    <a:pt x="416" y="601"/>
                    <a:pt x="416" y="600"/>
                    <a:pt x="416" y="599"/>
                  </a:cubicBezTo>
                  <a:cubicBezTo>
                    <a:pt x="416" y="593"/>
                    <a:pt x="416" y="593"/>
                    <a:pt x="416" y="593"/>
                  </a:cubicBezTo>
                  <a:cubicBezTo>
                    <a:pt x="416" y="581"/>
                    <a:pt x="416" y="581"/>
                    <a:pt x="416" y="581"/>
                  </a:cubicBezTo>
                  <a:cubicBezTo>
                    <a:pt x="416" y="557"/>
                    <a:pt x="416" y="557"/>
                    <a:pt x="416" y="557"/>
                  </a:cubicBezTo>
                  <a:cubicBezTo>
                    <a:pt x="416" y="549"/>
                    <a:pt x="416" y="549"/>
                    <a:pt x="416" y="549"/>
                  </a:cubicBezTo>
                  <a:cubicBezTo>
                    <a:pt x="416" y="548"/>
                    <a:pt x="416" y="548"/>
                    <a:pt x="416" y="548"/>
                  </a:cubicBezTo>
                  <a:cubicBezTo>
                    <a:pt x="416" y="548"/>
                    <a:pt x="416" y="548"/>
                    <a:pt x="416" y="548"/>
                  </a:cubicBezTo>
                  <a:cubicBezTo>
                    <a:pt x="417" y="548"/>
                    <a:pt x="417" y="548"/>
                    <a:pt x="417" y="548"/>
                  </a:cubicBezTo>
                  <a:cubicBezTo>
                    <a:pt x="419" y="547"/>
                    <a:pt x="421" y="546"/>
                    <a:pt x="423" y="545"/>
                  </a:cubicBezTo>
                  <a:cubicBezTo>
                    <a:pt x="430" y="541"/>
                    <a:pt x="437" y="537"/>
                    <a:pt x="444" y="533"/>
                  </a:cubicBezTo>
                  <a:cubicBezTo>
                    <a:pt x="445" y="534"/>
                    <a:pt x="445" y="534"/>
                    <a:pt x="445" y="534"/>
                  </a:cubicBezTo>
                  <a:cubicBezTo>
                    <a:pt x="476" y="514"/>
                    <a:pt x="504" y="488"/>
                    <a:pt x="526" y="458"/>
                  </a:cubicBezTo>
                  <a:cubicBezTo>
                    <a:pt x="548" y="428"/>
                    <a:pt x="564" y="394"/>
                    <a:pt x="574" y="357"/>
                  </a:cubicBezTo>
                  <a:cubicBezTo>
                    <a:pt x="583" y="321"/>
                    <a:pt x="585" y="283"/>
                    <a:pt x="579" y="245"/>
                  </a:cubicBezTo>
                  <a:cubicBezTo>
                    <a:pt x="574" y="208"/>
                    <a:pt x="561" y="171"/>
                    <a:pt x="542" y="139"/>
                  </a:cubicBezTo>
                  <a:close/>
                  <a:moveTo>
                    <a:pt x="338" y="819"/>
                  </a:moveTo>
                  <a:cubicBezTo>
                    <a:pt x="339" y="819"/>
                    <a:pt x="340" y="819"/>
                    <a:pt x="340" y="818"/>
                  </a:cubicBezTo>
                  <a:cubicBezTo>
                    <a:pt x="340" y="819"/>
                    <a:pt x="339" y="819"/>
                    <a:pt x="338" y="819"/>
                  </a:cubicBezTo>
                  <a:close/>
                  <a:moveTo>
                    <a:pt x="256" y="820"/>
                  </a:moveTo>
                  <a:cubicBezTo>
                    <a:pt x="265" y="821"/>
                    <a:pt x="274" y="822"/>
                    <a:pt x="283" y="823"/>
                  </a:cubicBezTo>
                  <a:cubicBezTo>
                    <a:pt x="292" y="823"/>
                    <a:pt x="301" y="824"/>
                    <a:pt x="310" y="824"/>
                  </a:cubicBezTo>
                  <a:cubicBezTo>
                    <a:pt x="315" y="824"/>
                    <a:pt x="319" y="823"/>
                    <a:pt x="324" y="823"/>
                  </a:cubicBezTo>
                  <a:cubicBezTo>
                    <a:pt x="328" y="822"/>
                    <a:pt x="333" y="822"/>
                    <a:pt x="336" y="820"/>
                  </a:cubicBezTo>
                  <a:cubicBezTo>
                    <a:pt x="337" y="820"/>
                    <a:pt x="337" y="820"/>
                    <a:pt x="337" y="820"/>
                  </a:cubicBezTo>
                  <a:cubicBezTo>
                    <a:pt x="337" y="820"/>
                    <a:pt x="337" y="820"/>
                    <a:pt x="338" y="819"/>
                  </a:cubicBezTo>
                  <a:cubicBezTo>
                    <a:pt x="337" y="820"/>
                    <a:pt x="337" y="820"/>
                    <a:pt x="337" y="820"/>
                  </a:cubicBezTo>
                  <a:cubicBezTo>
                    <a:pt x="336" y="820"/>
                    <a:pt x="336" y="820"/>
                    <a:pt x="336" y="820"/>
                  </a:cubicBezTo>
                  <a:cubicBezTo>
                    <a:pt x="332" y="822"/>
                    <a:pt x="328" y="822"/>
                    <a:pt x="324" y="823"/>
                  </a:cubicBezTo>
                  <a:cubicBezTo>
                    <a:pt x="319" y="823"/>
                    <a:pt x="315" y="824"/>
                    <a:pt x="310" y="824"/>
                  </a:cubicBezTo>
                  <a:cubicBezTo>
                    <a:pt x="301" y="824"/>
                    <a:pt x="292" y="824"/>
                    <a:pt x="283" y="823"/>
                  </a:cubicBezTo>
                  <a:cubicBezTo>
                    <a:pt x="274" y="822"/>
                    <a:pt x="264" y="821"/>
                    <a:pt x="256" y="820"/>
                  </a:cubicBezTo>
                  <a:cubicBezTo>
                    <a:pt x="253" y="820"/>
                    <a:pt x="251" y="820"/>
                    <a:pt x="249" y="819"/>
                  </a:cubicBezTo>
                  <a:cubicBezTo>
                    <a:pt x="249" y="819"/>
                    <a:pt x="249" y="819"/>
                    <a:pt x="248" y="819"/>
                  </a:cubicBezTo>
                  <a:cubicBezTo>
                    <a:pt x="248" y="819"/>
                    <a:pt x="248" y="819"/>
                    <a:pt x="248" y="819"/>
                  </a:cubicBezTo>
                  <a:cubicBezTo>
                    <a:pt x="249" y="819"/>
                    <a:pt x="249" y="819"/>
                    <a:pt x="249" y="819"/>
                  </a:cubicBezTo>
                  <a:cubicBezTo>
                    <a:pt x="249" y="819"/>
                    <a:pt x="249" y="819"/>
                    <a:pt x="249" y="819"/>
                  </a:cubicBezTo>
                  <a:cubicBezTo>
                    <a:pt x="249" y="819"/>
                    <a:pt x="249" y="819"/>
                    <a:pt x="249" y="819"/>
                  </a:cubicBezTo>
                  <a:cubicBezTo>
                    <a:pt x="251" y="820"/>
                    <a:pt x="254" y="820"/>
                    <a:pt x="256" y="820"/>
                  </a:cubicBezTo>
                  <a:close/>
                  <a:moveTo>
                    <a:pt x="249" y="817"/>
                  </a:moveTo>
                  <a:cubicBezTo>
                    <a:pt x="249" y="817"/>
                    <a:pt x="249" y="817"/>
                    <a:pt x="249" y="817"/>
                  </a:cubicBezTo>
                  <a:cubicBezTo>
                    <a:pt x="249" y="817"/>
                    <a:pt x="249" y="817"/>
                    <a:pt x="249" y="817"/>
                  </a:cubicBezTo>
                  <a:cubicBezTo>
                    <a:pt x="249" y="817"/>
                    <a:pt x="249" y="817"/>
                    <a:pt x="249" y="817"/>
                  </a:cubicBezTo>
                  <a:close/>
                  <a:moveTo>
                    <a:pt x="249" y="819"/>
                  </a:moveTo>
                  <a:cubicBezTo>
                    <a:pt x="249" y="819"/>
                    <a:pt x="249" y="819"/>
                    <a:pt x="249" y="819"/>
                  </a:cubicBezTo>
                  <a:cubicBezTo>
                    <a:pt x="248" y="819"/>
                    <a:pt x="248" y="819"/>
                    <a:pt x="248" y="819"/>
                  </a:cubicBezTo>
                  <a:cubicBezTo>
                    <a:pt x="248" y="819"/>
                    <a:pt x="248" y="819"/>
                    <a:pt x="248" y="819"/>
                  </a:cubicBezTo>
                  <a:cubicBezTo>
                    <a:pt x="249" y="819"/>
                    <a:pt x="249" y="819"/>
                    <a:pt x="249" y="819"/>
                  </a:cubicBezTo>
                  <a:close/>
                  <a:moveTo>
                    <a:pt x="246" y="817"/>
                  </a:moveTo>
                  <a:cubicBezTo>
                    <a:pt x="246" y="818"/>
                    <a:pt x="247" y="818"/>
                    <a:pt x="248" y="818"/>
                  </a:cubicBezTo>
                  <a:cubicBezTo>
                    <a:pt x="248" y="819"/>
                    <a:pt x="248" y="819"/>
                    <a:pt x="248" y="819"/>
                  </a:cubicBezTo>
                  <a:cubicBezTo>
                    <a:pt x="248" y="819"/>
                    <a:pt x="248" y="819"/>
                    <a:pt x="248" y="819"/>
                  </a:cubicBezTo>
                  <a:cubicBezTo>
                    <a:pt x="248" y="819"/>
                    <a:pt x="248" y="819"/>
                    <a:pt x="248" y="819"/>
                  </a:cubicBezTo>
                  <a:cubicBezTo>
                    <a:pt x="248" y="819"/>
                    <a:pt x="248" y="819"/>
                    <a:pt x="248" y="819"/>
                  </a:cubicBezTo>
                  <a:cubicBezTo>
                    <a:pt x="248" y="819"/>
                    <a:pt x="248" y="819"/>
                    <a:pt x="248" y="819"/>
                  </a:cubicBezTo>
                  <a:cubicBezTo>
                    <a:pt x="248" y="819"/>
                    <a:pt x="248" y="819"/>
                    <a:pt x="248" y="818"/>
                  </a:cubicBezTo>
                  <a:cubicBezTo>
                    <a:pt x="247" y="818"/>
                    <a:pt x="246" y="817"/>
                    <a:pt x="245" y="817"/>
                  </a:cubicBezTo>
                  <a:cubicBezTo>
                    <a:pt x="243" y="814"/>
                    <a:pt x="240" y="811"/>
                    <a:pt x="237" y="807"/>
                  </a:cubicBezTo>
                  <a:cubicBezTo>
                    <a:pt x="240" y="811"/>
                    <a:pt x="243" y="814"/>
                    <a:pt x="246" y="817"/>
                  </a:cubicBezTo>
                  <a:close/>
                  <a:moveTo>
                    <a:pt x="230" y="813"/>
                  </a:moveTo>
                  <a:cubicBezTo>
                    <a:pt x="230" y="812"/>
                    <a:pt x="230" y="812"/>
                    <a:pt x="230" y="812"/>
                  </a:cubicBezTo>
                  <a:cubicBezTo>
                    <a:pt x="228" y="811"/>
                    <a:pt x="228" y="811"/>
                    <a:pt x="228" y="811"/>
                  </a:cubicBezTo>
                  <a:cubicBezTo>
                    <a:pt x="228" y="810"/>
                    <a:pt x="228" y="810"/>
                    <a:pt x="228" y="810"/>
                  </a:cubicBezTo>
                  <a:cubicBezTo>
                    <a:pt x="227" y="809"/>
                    <a:pt x="227" y="809"/>
                    <a:pt x="227" y="809"/>
                  </a:cubicBezTo>
                  <a:cubicBezTo>
                    <a:pt x="227" y="808"/>
                    <a:pt x="227" y="808"/>
                    <a:pt x="227" y="808"/>
                  </a:cubicBezTo>
                  <a:cubicBezTo>
                    <a:pt x="223" y="800"/>
                    <a:pt x="223" y="800"/>
                    <a:pt x="223" y="800"/>
                  </a:cubicBezTo>
                  <a:cubicBezTo>
                    <a:pt x="215" y="784"/>
                    <a:pt x="215" y="784"/>
                    <a:pt x="215" y="784"/>
                  </a:cubicBezTo>
                  <a:cubicBezTo>
                    <a:pt x="220" y="793"/>
                    <a:pt x="224" y="804"/>
                    <a:pt x="230" y="813"/>
                  </a:cubicBezTo>
                  <a:close/>
                  <a:moveTo>
                    <a:pt x="190" y="672"/>
                  </a:moveTo>
                  <a:cubicBezTo>
                    <a:pt x="187" y="672"/>
                    <a:pt x="187" y="672"/>
                    <a:pt x="187" y="672"/>
                  </a:cubicBezTo>
                  <a:cubicBezTo>
                    <a:pt x="185" y="672"/>
                    <a:pt x="185" y="672"/>
                    <a:pt x="185" y="672"/>
                  </a:cubicBezTo>
                  <a:cubicBezTo>
                    <a:pt x="185" y="672"/>
                    <a:pt x="184" y="672"/>
                    <a:pt x="183" y="672"/>
                  </a:cubicBezTo>
                  <a:cubicBezTo>
                    <a:pt x="180" y="672"/>
                    <a:pt x="177" y="673"/>
                    <a:pt x="175" y="675"/>
                  </a:cubicBezTo>
                  <a:cubicBezTo>
                    <a:pt x="172" y="677"/>
                    <a:pt x="170" y="679"/>
                    <a:pt x="169" y="681"/>
                  </a:cubicBezTo>
                  <a:cubicBezTo>
                    <a:pt x="166" y="686"/>
                    <a:pt x="165" y="691"/>
                    <a:pt x="165" y="696"/>
                  </a:cubicBezTo>
                  <a:cubicBezTo>
                    <a:pt x="165" y="702"/>
                    <a:pt x="167" y="707"/>
                    <a:pt x="171" y="711"/>
                  </a:cubicBezTo>
                  <a:cubicBezTo>
                    <a:pt x="173" y="713"/>
                    <a:pt x="175" y="715"/>
                    <a:pt x="178" y="716"/>
                  </a:cubicBezTo>
                  <a:cubicBezTo>
                    <a:pt x="179" y="716"/>
                    <a:pt x="181" y="717"/>
                    <a:pt x="182" y="717"/>
                  </a:cubicBezTo>
                  <a:cubicBezTo>
                    <a:pt x="183" y="717"/>
                    <a:pt x="184" y="717"/>
                    <a:pt x="184" y="717"/>
                  </a:cubicBezTo>
                  <a:cubicBezTo>
                    <a:pt x="185" y="717"/>
                    <a:pt x="185" y="717"/>
                    <a:pt x="185" y="717"/>
                  </a:cubicBezTo>
                  <a:cubicBezTo>
                    <a:pt x="186" y="717"/>
                    <a:pt x="186" y="717"/>
                    <a:pt x="186" y="717"/>
                  </a:cubicBezTo>
                  <a:cubicBezTo>
                    <a:pt x="199" y="717"/>
                    <a:pt x="199" y="717"/>
                    <a:pt x="199" y="717"/>
                  </a:cubicBezTo>
                  <a:cubicBezTo>
                    <a:pt x="224" y="718"/>
                    <a:pt x="224" y="718"/>
                    <a:pt x="224" y="718"/>
                  </a:cubicBezTo>
                  <a:cubicBezTo>
                    <a:pt x="257" y="718"/>
                    <a:pt x="290" y="718"/>
                    <a:pt x="325" y="718"/>
                  </a:cubicBezTo>
                  <a:cubicBezTo>
                    <a:pt x="325" y="719"/>
                    <a:pt x="325" y="719"/>
                    <a:pt x="325" y="719"/>
                  </a:cubicBezTo>
                  <a:cubicBezTo>
                    <a:pt x="323" y="719"/>
                    <a:pt x="322" y="719"/>
                    <a:pt x="321" y="719"/>
                  </a:cubicBezTo>
                  <a:cubicBezTo>
                    <a:pt x="300" y="719"/>
                    <a:pt x="300" y="719"/>
                    <a:pt x="300" y="719"/>
                  </a:cubicBezTo>
                  <a:cubicBezTo>
                    <a:pt x="297" y="719"/>
                    <a:pt x="297" y="719"/>
                    <a:pt x="297" y="719"/>
                  </a:cubicBezTo>
                  <a:cubicBezTo>
                    <a:pt x="272" y="719"/>
                    <a:pt x="247" y="718"/>
                    <a:pt x="223" y="718"/>
                  </a:cubicBezTo>
                  <a:cubicBezTo>
                    <a:pt x="198" y="718"/>
                    <a:pt x="198" y="718"/>
                    <a:pt x="198" y="718"/>
                  </a:cubicBezTo>
                  <a:cubicBezTo>
                    <a:pt x="186" y="718"/>
                    <a:pt x="186" y="718"/>
                    <a:pt x="186" y="718"/>
                  </a:cubicBezTo>
                  <a:cubicBezTo>
                    <a:pt x="185" y="718"/>
                    <a:pt x="185" y="718"/>
                    <a:pt x="185" y="718"/>
                  </a:cubicBezTo>
                  <a:cubicBezTo>
                    <a:pt x="184" y="718"/>
                    <a:pt x="184" y="718"/>
                    <a:pt x="184" y="718"/>
                  </a:cubicBezTo>
                  <a:cubicBezTo>
                    <a:pt x="183" y="718"/>
                    <a:pt x="182" y="718"/>
                    <a:pt x="181" y="718"/>
                  </a:cubicBezTo>
                  <a:cubicBezTo>
                    <a:pt x="180" y="718"/>
                    <a:pt x="178" y="717"/>
                    <a:pt x="177" y="716"/>
                  </a:cubicBezTo>
                  <a:cubicBezTo>
                    <a:pt x="174" y="715"/>
                    <a:pt x="172" y="713"/>
                    <a:pt x="170" y="711"/>
                  </a:cubicBezTo>
                  <a:cubicBezTo>
                    <a:pt x="166" y="707"/>
                    <a:pt x="164" y="702"/>
                    <a:pt x="164" y="696"/>
                  </a:cubicBezTo>
                  <a:cubicBezTo>
                    <a:pt x="164" y="691"/>
                    <a:pt x="165" y="685"/>
                    <a:pt x="168" y="680"/>
                  </a:cubicBezTo>
                  <a:cubicBezTo>
                    <a:pt x="170" y="678"/>
                    <a:pt x="172" y="676"/>
                    <a:pt x="174" y="674"/>
                  </a:cubicBezTo>
                  <a:cubicBezTo>
                    <a:pt x="177" y="673"/>
                    <a:pt x="180" y="671"/>
                    <a:pt x="183" y="671"/>
                  </a:cubicBezTo>
                  <a:cubicBezTo>
                    <a:pt x="183" y="671"/>
                    <a:pt x="184" y="671"/>
                    <a:pt x="185" y="671"/>
                  </a:cubicBezTo>
                  <a:cubicBezTo>
                    <a:pt x="187" y="671"/>
                    <a:pt x="187" y="671"/>
                    <a:pt x="187" y="671"/>
                  </a:cubicBezTo>
                  <a:cubicBezTo>
                    <a:pt x="190" y="671"/>
                    <a:pt x="190" y="671"/>
                    <a:pt x="190" y="671"/>
                  </a:cubicBezTo>
                  <a:cubicBezTo>
                    <a:pt x="196" y="671"/>
                    <a:pt x="196" y="671"/>
                    <a:pt x="196" y="671"/>
                  </a:cubicBezTo>
                  <a:cubicBezTo>
                    <a:pt x="196" y="671"/>
                    <a:pt x="194" y="671"/>
                    <a:pt x="197" y="671"/>
                  </a:cubicBezTo>
                  <a:lnTo>
                    <a:pt x="190" y="672"/>
                  </a:lnTo>
                  <a:close/>
                  <a:moveTo>
                    <a:pt x="136" y="380"/>
                  </a:moveTo>
                  <a:cubicBezTo>
                    <a:pt x="135" y="376"/>
                    <a:pt x="135" y="371"/>
                    <a:pt x="136" y="368"/>
                  </a:cubicBezTo>
                  <a:cubicBezTo>
                    <a:pt x="137" y="364"/>
                    <a:pt x="139" y="361"/>
                    <a:pt x="143" y="359"/>
                  </a:cubicBezTo>
                  <a:cubicBezTo>
                    <a:pt x="146" y="356"/>
                    <a:pt x="150" y="355"/>
                    <a:pt x="154" y="354"/>
                  </a:cubicBezTo>
                  <a:cubicBezTo>
                    <a:pt x="158" y="354"/>
                    <a:pt x="162" y="355"/>
                    <a:pt x="166" y="357"/>
                  </a:cubicBezTo>
                  <a:cubicBezTo>
                    <a:pt x="170" y="359"/>
                    <a:pt x="174" y="362"/>
                    <a:pt x="177" y="366"/>
                  </a:cubicBezTo>
                  <a:cubicBezTo>
                    <a:pt x="180" y="369"/>
                    <a:pt x="183" y="373"/>
                    <a:pt x="185" y="377"/>
                  </a:cubicBezTo>
                  <a:cubicBezTo>
                    <a:pt x="188" y="384"/>
                    <a:pt x="188" y="384"/>
                    <a:pt x="188" y="384"/>
                  </a:cubicBezTo>
                  <a:cubicBezTo>
                    <a:pt x="194" y="396"/>
                    <a:pt x="194" y="396"/>
                    <a:pt x="194" y="396"/>
                  </a:cubicBezTo>
                  <a:cubicBezTo>
                    <a:pt x="196" y="395"/>
                    <a:pt x="198" y="394"/>
                    <a:pt x="200" y="393"/>
                  </a:cubicBezTo>
                  <a:cubicBezTo>
                    <a:pt x="201" y="393"/>
                    <a:pt x="201" y="392"/>
                    <a:pt x="202" y="392"/>
                  </a:cubicBezTo>
                  <a:cubicBezTo>
                    <a:pt x="203" y="391"/>
                    <a:pt x="204" y="391"/>
                    <a:pt x="205" y="390"/>
                  </a:cubicBezTo>
                  <a:cubicBezTo>
                    <a:pt x="207" y="389"/>
                    <a:pt x="207" y="389"/>
                    <a:pt x="207" y="389"/>
                  </a:cubicBezTo>
                  <a:cubicBezTo>
                    <a:pt x="209" y="388"/>
                    <a:pt x="209" y="388"/>
                    <a:pt x="209" y="388"/>
                  </a:cubicBezTo>
                  <a:cubicBezTo>
                    <a:pt x="210" y="387"/>
                    <a:pt x="211" y="386"/>
                    <a:pt x="213" y="386"/>
                  </a:cubicBezTo>
                  <a:cubicBezTo>
                    <a:pt x="217" y="383"/>
                    <a:pt x="221" y="380"/>
                    <a:pt x="225" y="376"/>
                  </a:cubicBezTo>
                  <a:cubicBezTo>
                    <a:pt x="229" y="373"/>
                    <a:pt x="233" y="369"/>
                    <a:pt x="237" y="366"/>
                  </a:cubicBezTo>
                  <a:cubicBezTo>
                    <a:pt x="239" y="364"/>
                    <a:pt x="240" y="362"/>
                    <a:pt x="242" y="360"/>
                  </a:cubicBezTo>
                  <a:cubicBezTo>
                    <a:pt x="244" y="358"/>
                    <a:pt x="244" y="358"/>
                    <a:pt x="244" y="358"/>
                  </a:cubicBezTo>
                  <a:cubicBezTo>
                    <a:pt x="246" y="356"/>
                    <a:pt x="246" y="356"/>
                    <a:pt x="246" y="356"/>
                  </a:cubicBezTo>
                  <a:cubicBezTo>
                    <a:pt x="247" y="354"/>
                    <a:pt x="249" y="353"/>
                    <a:pt x="250" y="351"/>
                  </a:cubicBezTo>
                  <a:cubicBezTo>
                    <a:pt x="249" y="349"/>
                    <a:pt x="247" y="348"/>
                    <a:pt x="246" y="346"/>
                  </a:cubicBezTo>
                  <a:cubicBezTo>
                    <a:pt x="245" y="345"/>
                    <a:pt x="245" y="345"/>
                    <a:pt x="245" y="345"/>
                  </a:cubicBezTo>
                  <a:cubicBezTo>
                    <a:pt x="245" y="344"/>
                    <a:pt x="245" y="344"/>
                    <a:pt x="245" y="344"/>
                  </a:cubicBezTo>
                  <a:cubicBezTo>
                    <a:pt x="245" y="343"/>
                    <a:pt x="244" y="343"/>
                    <a:pt x="244" y="342"/>
                  </a:cubicBezTo>
                  <a:cubicBezTo>
                    <a:pt x="243" y="340"/>
                    <a:pt x="242" y="338"/>
                    <a:pt x="242" y="336"/>
                  </a:cubicBezTo>
                  <a:cubicBezTo>
                    <a:pt x="242" y="335"/>
                    <a:pt x="241" y="334"/>
                    <a:pt x="241" y="333"/>
                  </a:cubicBezTo>
                  <a:cubicBezTo>
                    <a:pt x="241" y="332"/>
                    <a:pt x="241" y="332"/>
                    <a:pt x="241" y="331"/>
                  </a:cubicBezTo>
                  <a:cubicBezTo>
                    <a:pt x="241" y="331"/>
                    <a:pt x="241" y="330"/>
                    <a:pt x="241" y="330"/>
                  </a:cubicBezTo>
                  <a:cubicBezTo>
                    <a:pt x="241" y="328"/>
                    <a:pt x="241" y="325"/>
                    <a:pt x="241" y="323"/>
                  </a:cubicBezTo>
                  <a:cubicBezTo>
                    <a:pt x="242" y="314"/>
                    <a:pt x="246" y="306"/>
                    <a:pt x="251" y="298"/>
                  </a:cubicBezTo>
                  <a:cubicBezTo>
                    <a:pt x="253" y="295"/>
                    <a:pt x="256" y="291"/>
                    <a:pt x="260" y="289"/>
                  </a:cubicBezTo>
                  <a:cubicBezTo>
                    <a:pt x="263" y="287"/>
                    <a:pt x="267" y="286"/>
                    <a:pt x="271" y="286"/>
                  </a:cubicBezTo>
                  <a:cubicBezTo>
                    <a:pt x="274" y="287"/>
                    <a:pt x="278" y="288"/>
                    <a:pt x="281" y="291"/>
                  </a:cubicBezTo>
                  <a:cubicBezTo>
                    <a:pt x="285" y="293"/>
                    <a:pt x="287" y="297"/>
                    <a:pt x="288" y="300"/>
                  </a:cubicBezTo>
                  <a:cubicBezTo>
                    <a:pt x="291" y="307"/>
                    <a:pt x="288" y="316"/>
                    <a:pt x="284" y="324"/>
                  </a:cubicBezTo>
                  <a:cubicBezTo>
                    <a:pt x="282" y="328"/>
                    <a:pt x="279" y="332"/>
                    <a:pt x="276" y="335"/>
                  </a:cubicBezTo>
                  <a:cubicBezTo>
                    <a:pt x="275" y="337"/>
                    <a:pt x="275" y="337"/>
                    <a:pt x="275" y="337"/>
                  </a:cubicBezTo>
                  <a:cubicBezTo>
                    <a:pt x="273" y="339"/>
                    <a:pt x="273" y="339"/>
                    <a:pt x="273" y="339"/>
                  </a:cubicBezTo>
                  <a:cubicBezTo>
                    <a:pt x="269" y="344"/>
                    <a:pt x="269" y="344"/>
                    <a:pt x="269" y="344"/>
                  </a:cubicBezTo>
                  <a:cubicBezTo>
                    <a:pt x="268" y="346"/>
                    <a:pt x="267" y="347"/>
                    <a:pt x="267" y="349"/>
                  </a:cubicBezTo>
                  <a:cubicBezTo>
                    <a:pt x="267" y="349"/>
                    <a:pt x="267" y="350"/>
                    <a:pt x="267" y="350"/>
                  </a:cubicBezTo>
                  <a:cubicBezTo>
                    <a:pt x="267" y="351"/>
                    <a:pt x="267" y="351"/>
                    <a:pt x="267" y="351"/>
                  </a:cubicBezTo>
                  <a:cubicBezTo>
                    <a:pt x="267" y="351"/>
                    <a:pt x="267" y="351"/>
                    <a:pt x="268" y="351"/>
                  </a:cubicBezTo>
                  <a:cubicBezTo>
                    <a:pt x="268" y="352"/>
                    <a:pt x="268" y="352"/>
                    <a:pt x="268" y="352"/>
                  </a:cubicBezTo>
                  <a:cubicBezTo>
                    <a:pt x="268" y="352"/>
                    <a:pt x="269" y="353"/>
                    <a:pt x="270" y="353"/>
                  </a:cubicBezTo>
                  <a:cubicBezTo>
                    <a:pt x="270" y="354"/>
                    <a:pt x="271" y="354"/>
                    <a:pt x="272" y="354"/>
                  </a:cubicBezTo>
                  <a:cubicBezTo>
                    <a:pt x="274" y="355"/>
                    <a:pt x="276" y="356"/>
                    <a:pt x="277" y="356"/>
                  </a:cubicBezTo>
                  <a:cubicBezTo>
                    <a:pt x="278" y="356"/>
                    <a:pt x="279" y="357"/>
                    <a:pt x="280" y="357"/>
                  </a:cubicBezTo>
                  <a:cubicBezTo>
                    <a:pt x="283" y="357"/>
                    <a:pt x="283" y="357"/>
                    <a:pt x="283" y="357"/>
                  </a:cubicBezTo>
                  <a:cubicBezTo>
                    <a:pt x="285" y="358"/>
                    <a:pt x="286" y="358"/>
                    <a:pt x="287" y="358"/>
                  </a:cubicBezTo>
                  <a:cubicBezTo>
                    <a:pt x="292" y="359"/>
                    <a:pt x="297" y="359"/>
                    <a:pt x="303" y="359"/>
                  </a:cubicBezTo>
                  <a:cubicBezTo>
                    <a:pt x="308" y="359"/>
                    <a:pt x="313" y="359"/>
                    <a:pt x="318" y="358"/>
                  </a:cubicBezTo>
                  <a:cubicBezTo>
                    <a:pt x="321" y="357"/>
                    <a:pt x="323" y="356"/>
                    <a:pt x="326" y="355"/>
                  </a:cubicBezTo>
                  <a:cubicBezTo>
                    <a:pt x="327" y="355"/>
                    <a:pt x="327" y="355"/>
                    <a:pt x="327" y="355"/>
                  </a:cubicBezTo>
                  <a:cubicBezTo>
                    <a:pt x="328" y="355"/>
                    <a:pt x="328" y="355"/>
                    <a:pt x="328" y="355"/>
                  </a:cubicBezTo>
                  <a:cubicBezTo>
                    <a:pt x="331" y="353"/>
                    <a:pt x="331" y="353"/>
                    <a:pt x="331" y="353"/>
                  </a:cubicBezTo>
                  <a:cubicBezTo>
                    <a:pt x="333" y="353"/>
                    <a:pt x="335" y="352"/>
                    <a:pt x="337" y="351"/>
                  </a:cubicBezTo>
                  <a:cubicBezTo>
                    <a:pt x="336" y="348"/>
                    <a:pt x="336" y="345"/>
                    <a:pt x="335" y="342"/>
                  </a:cubicBezTo>
                  <a:cubicBezTo>
                    <a:pt x="335" y="340"/>
                    <a:pt x="335" y="340"/>
                    <a:pt x="335" y="340"/>
                  </a:cubicBezTo>
                  <a:cubicBezTo>
                    <a:pt x="335" y="339"/>
                    <a:pt x="335" y="339"/>
                    <a:pt x="335" y="339"/>
                  </a:cubicBezTo>
                  <a:cubicBezTo>
                    <a:pt x="334" y="337"/>
                    <a:pt x="334" y="337"/>
                    <a:pt x="334" y="337"/>
                  </a:cubicBezTo>
                  <a:cubicBezTo>
                    <a:pt x="334" y="333"/>
                    <a:pt x="334" y="330"/>
                    <a:pt x="334" y="327"/>
                  </a:cubicBezTo>
                  <a:cubicBezTo>
                    <a:pt x="334" y="320"/>
                    <a:pt x="336" y="314"/>
                    <a:pt x="339" y="309"/>
                  </a:cubicBezTo>
                  <a:cubicBezTo>
                    <a:pt x="340" y="307"/>
                    <a:pt x="342" y="304"/>
                    <a:pt x="345" y="302"/>
                  </a:cubicBezTo>
                  <a:cubicBezTo>
                    <a:pt x="346" y="301"/>
                    <a:pt x="347" y="300"/>
                    <a:pt x="348" y="299"/>
                  </a:cubicBezTo>
                  <a:cubicBezTo>
                    <a:pt x="349" y="298"/>
                    <a:pt x="350" y="297"/>
                    <a:pt x="352" y="297"/>
                  </a:cubicBezTo>
                  <a:cubicBezTo>
                    <a:pt x="357" y="294"/>
                    <a:pt x="363" y="294"/>
                    <a:pt x="367" y="296"/>
                  </a:cubicBezTo>
                  <a:cubicBezTo>
                    <a:pt x="369" y="296"/>
                    <a:pt x="370" y="297"/>
                    <a:pt x="371" y="297"/>
                  </a:cubicBezTo>
                  <a:cubicBezTo>
                    <a:pt x="371" y="298"/>
                    <a:pt x="372" y="298"/>
                    <a:pt x="372" y="299"/>
                  </a:cubicBezTo>
                  <a:cubicBezTo>
                    <a:pt x="373" y="299"/>
                    <a:pt x="373" y="300"/>
                    <a:pt x="374" y="300"/>
                  </a:cubicBezTo>
                  <a:cubicBezTo>
                    <a:pt x="375" y="303"/>
                    <a:pt x="377" y="305"/>
                    <a:pt x="378" y="308"/>
                  </a:cubicBezTo>
                  <a:cubicBezTo>
                    <a:pt x="380" y="313"/>
                    <a:pt x="380" y="319"/>
                    <a:pt x="378" y="325"/>
                  </a:cubicBezTo>
                  <a:cubicBezTo>
                    <a:pt x="376" y="330"/>
                    <a:pt x="372" y="336"/>
                    <a:pt x="367" y="340"/>
                  </a:cubicBezTo>
                  <a:cubicBezTo>
                    <a:pt x="365" y="343"/>
                    <a:pt x="363" y="345"/>
                    <a:pt x="360" y="347"/>
                  </a:cubicBezTo>
                  <a:cubicBezTo>
                    <a:pt x="359" y="347"/>
                    <a:pt x="359" y="348"/>
                    <a:pt x="358" y="348"/>
                  </a:cubicBezTo>
                  <a:cubicBezTo>
                    <a:pt x="357" y="349"/>
                    <a:pt x="357" y="349"/>
                    <a:pt x="357" y="349"/>
                  </a:cubicBezTo>
                  <a:cubicBezTo>
                    <a:pt x="356" y="350"/>
                    <a:pt x="356" y="350"/>
                    <a:pt x="356" y="350"/>
                  </a:cubicBezTo>
                  <a:cubicBezTo>
                    <a:pt x="353" y="352"/>
                    <a:pt x="351" y="353"/>
                    <a:pt x="348" y="355"/>
                  </a:cubicBezTo>
                  <a:cubicBezTo>
                    <a:pt x="349" y="357"/>
                    <a:pt x="349" y="359"/>
                    <a:pt x="350" y="361"/>
                  </a:cubicBezTo>
                  <a:cubicBezTo>
                    <a:pt x="350" y="362"/>
                    <a:pt x="351" y="363"/>
                    <a:pt x="351" y="364"/>
                  </a:cubicBezTo>
                  <a:cubicBezTo>
                    <a:pt x="352" y="366"/>
                    <a:pt x="352" y="366"/>
                    <a:pt x="352" y="366"/>
                  </a:cubicBezTo>
                  <a:cubicBezTo>
                    <a:pt x="353" y="369"/>
                    <a:pt x="354" y="371"/>
                    <a:pt x="356" y="373"/>
                  </a:cubicBezTo>
                  <a:cubicBezTo>
                    <a:pt x="358" y="378"/>
                    <a:pt x="361" y="382"/>
                    <a:pt x="364" y="387"/>
                  </a:cubicBezTo>
                  <a:cubicBezTo>
                    <a:pt x="367" y="391"/>
                    <a:pt x="371" y="395"/>
                    <a:pt x="375" y="398"/>
                  </a:cubicBezTo>
                  <a:cubicBezTo>
                    <a:pt x="376" y="399"/>
                    <a:pt x="377" y="400"/>
                    <a:pt x="378" y="400"/>
                  </a:cubicBezTo>
                  <a:cubicBezTo>
                    <a:pt x="379" y="401"/>
                    <a:pt x="379" y="401"/>
                    <a:pt x="380" y="402"/>
                  </a:cubicBezTo>
                  <a:cubicBezTo>
                    <a:pt x="381" y="402"/>
                    <a:pt x="381" y="402"/>
                    <a:pt x="381" y="402"/>
                  </a:cubicBezTo>
                  <a:cubicBezTo>
                    <a:pt x="381" y="402"/>
                    <a:pt x="381" y="402"/>
                    <a:pt x="381" y="402"/>
                  </a:cubicBezTo>
                  <a:cubicBezTo>
                    <a:pt x="383" y="403"/>
                    <a:pt x="383" y="403"/>
                    <a:pt x="383" y="403"/>
                  </a:cubicBezTo>
                  <a:cubicBezTo>
                    <a:pt x="384" y="404"/>
                    <a:pt x="386" y="405"/>
                    <a:pt x="388" y="406"/>
                  </a:cubicBezTo>
                  <a:cubicBezTo>
                    <a:pt x="391" y="407"/>
                    <a:pt x="391" y="407"/>
                    <a:pt x="391" y="407"/>
                  </a:cubicBezTo>
                  <a:cubicBezTo>
                    <a:pt x="392" y="408"/>
                    <a:pt x="392" y="408"/>
                    <a:pt x="392" y="408"/>
                  </a:cubicBezTo>
                  <a:cubicBezTo>
                    <a:pt x="393" y="408"/>
                    <a:pt x="393" y="408"/>
                    <a:pt x="394" y="408"/>
                  </a:cubicBezTo>
                  <a:cubicBezTo>
                    <a:pt x="401" y="393"/>
                    <a:pt x="401" y="393"/>
                    <a:pt x="401" y="393"/>
                  </a:cubicBezTo>
                  <a:cubicBezTo>
                    <a:pt x="406" y="383"/>
                    <a:pt x="406" y="383"/>
                    <a:pt x="406" y="383"/>
                  </a:cubicBezTo>
                  <a:cubicBezTo>
                    <a:pt x="408" y="379"/>
                    <a:pt x="408" y="379"/>
                    <a:pt x="408" y="379"/>
                  </a:cubicBezTo>
                  <a:cubicBezTo>
                    <a:pt x="409" y="378"/>
                    <a:pt x="409" y="378"/>
                    <a:pt x="409" y="378"/>
                  </a:cubicBezTo>
                  <a:cubicBezTo>
                    <a:pt x="409" y="377"/>
                    <a:pt x="409" y="377"/>
                    <a:pt x="409" y="377"/>
                  </a:cubicBezTo>
                  <a:cubicBezTo>
                    <a:pt x="410" y="376"/>
                    <a:pt x="410" y="375"/>
                    <a:pt x="411" y="375"/>
                  </a:cubicBezTo>
                  <a:cubicBezTo>
                    <a:pt x="413" y="372"/>
                    <a:pt x="415" y="370"/>
                    <a:pt x="417" y="367"/>
                  </a:cubicBezTo>
                  <a:cubicBezTo>
                    <a:pt x="420" y="365"/>
                    <a:pt x="422" y="363"/>
                    <a:pt x="425" y="362"/>
                  </a:cubicBezTo>
                  <a:cubicBezTo>
                    <a:pt x="426" y="361"/>
                    <a:pt x="427" y="361"/>
                    <a:pt x="429" y="361"/>
                  </a:cubicBezTo>
                  <a:cubicBezTo>
                    <a:pt x="430" y="361"/>
                    <a:pt x="431" y="361"/>
                    <a:pt x="432" y="361"/>
                  </a:cubicBezTo>
                  <a:cubicBezTo>
                    <a:pt x="437" y="362"/>
                    <a:pt x="441" y="366"/>
                    <a:pt x="444" y="372"/>
                  </a:cubicBezTo>
                  <a:cubicBezTo>
                    <a:pt x="446" y="377"/>
                    <a:pt x="447" y="384"/>
                    <a:pt x="446" y="390"/>
                  </a:cubicBezTo>
                  <a:cubicBezTo>
                    <a:pt x="445" y="393"/>
                    <a:pt x="445" y="396"/>
                    <a:pt x="443" y="399"/>
                  </a:cubicBezTo>
                  <a:cubicBezTo>
                    <a:pt x="442" y="402"/>
                    <a:pt x="440" y="405"/>
                    <a:pt x="438" y="407"/>
                  </a:cubicBezTo>
                  <a:cubicBezTo>
                    <a:pt x="434" y="411"/>
                    <a:pt x="429" y="415"/>
                    <a:pt x="423" y="417"/>
                  </a:cubicBezTo>
                  <a:cubicBezTo>
                    <a:pt x="420" y="418"/>
                    <a:pt x="416" y="418"/>
                    <a:pt x="413" y="418"/>
                  </a:cubicBezTo>
                  <a:cubicBezTo>
                    <a:pt x="411" y="418"/>
                    <a:pt x="410" y="419"/>
                    <a:pt x="408" y="419"/>
                  </a:cubicBezTo>
                  <a:cubicBezTo>
                    <a:pt x="407" y="418"/>
                    <a:pt x="407" y="418"/>
                    <a:pt x="407" y="418"/>
                  </a:cubicBezTo>
                  <a:cubicBezTo>
                    <a:pt x="407" y="418"/>
                    <a:pt x="406" y="418"/>
                    <a:pt x="406" y="418"/>
                  </a:cubicBezTo>
                  <a:cubicBezTo>
                    <a:pt x="405" y="418"/>
                    <a:pt x="404" y="418"/>
                    <a:pt x="404" y="418"/>
                  </a:cubicBezTo>
                  <a:cubicBezTo>
                    <a:pt x="399" y="418"/>
                    <a:pt x="399" y="418"/>
                    <a:pt x="399" y="418"/>
                  </a:cubicBezTo>
                  <a:cubicBezTo>
                    <a:pt x="398" y="419"/>
                    <a:pt x="397" y="421"/>
                    <a:pt x="397" y="423"/>
                  </a:cubicBezTo>
                  <a:cubicBezTo>
                    <a:pt x="395" y="427"/>
                    <a:pt x="395" y="427"/>
                    <a:pt x="395" y="427"/>
                  </a:cubicBezTo>
                  <a:cubicBezTo>
                    <a:pt x="392" y="432"/>
                    <a:pt x="392" y="432"/>
                    <a:pt x="392" y="432"/>
                  </a:cubicBezTo>
                  <a:cubicBezTo>
                    <a:pt x="387" y="443"/>
                    <a:pt x="387" y="443"/>
                    <a:pt x="387" y="443"/>
                  </a:cubicBezTo>
                  <a:cubicBezTo>
                    <a:pt x="384" y="451"/>
                    <a:pt x="381" y="458"/>
                    <a:pt x="378" y="465"/>
                  </a:cubicBezTo>
                  <a:cubicBezTo>
                    <a:pt x="372" y="480"/>
                    <a:pt x="367" y="495"/>
                    <a:pt x="361" y="510"/>
                  </a:cubicBezTo>
                  <a:cubicBezTo>
                    <a:pt x="351" y="539"/>
                    <a:pt x="341" y="570"/>
                    <a:pt x="332" y="600"/>
                  </a:cubicBezTo>
                  <a:cubicBezTo>
                    <a:pt x="327" y="617"/>
                    <a:pt x="327" y="617"/>
                    <a:pt x="327" y="617"/>
                  </a:cubicBezTo>
                  <a:cubicBezTo>
                    <a:pt x="326" y="622"/>
                    <a:pt x="326" y="622"/>
                    <a:pt x="326" y="622"/>
                  </a:cubicBezTo>
                  <a:cubicBezTo>
                    <a:pt x="325" y="622"/>
                    <a:pt x="325" y="622"/>
                    <a:pt x="325" y="622"/>
                  </a:cubicBezTo>
                  <a:cubicBezTo>
                    <a:pt x="330" y="603"/>
                    <a:pt x="330" y="603"/>
                    <a:pt x="330" y="603"/>
                  </a:cubicBezTo>
                  <a:cubicBezTo>
                    <a:pt x="334" y="592"/>
                    <a:pt x="334" y="592"/>
                    <a:pt x="334" y="592"/>
                  </a:cubicBezTo>
                  <a:cubicBezTo>
                    <a:pt x="342" y="563"/>
                    <a:pt x="352" y="534"/>
                    <a:pt x="362" y="506"/>
                  </a:cubicBezTo>
                  <a:cubicBezTo>
                    <a:pt x="367" y="491"/>
                    <a:pt x="373" y="477"/>
                    <a:pt x="378" y="463"/>
                  </a:cubicBezTo>
                  <a:cubicBezTo>
                    <a:pt x="381" y="456"/>
                    <a:pt x="384" y="449"/>
                    <a:pt x="387" y="442"/>
                  </a:cubicBezTo>
                  <a:cubicBezTo>
                    <a:pt x="392" y="432"/>
                    <a:pt x="392" y="432"/>
                    <a:pt x="392" y="432"/>
                  </a:cubicBezTo>
                  <a:cubicBezTo>
                    <a:pt x="394" y="426"/>
                    <a:pt x="394" y="426"/>
                    <a:pt x="394" y="426"/>
                  </a:cubicBezTo>
                  <a:cubicBezTo>
                    <a:pt x="398" y="417"/>
                    <a:pt x="398" y="417"/>
                    <a:pt x="398" y="417"/>
                  </a:cubicBezTo>
                  <a:cubicBezTo>
                    <a:pt x="403" y="418"/>
                    <a:pt x="403" y="418"/>
                    <a:pt x="403" y="418"/>
                  </a:cubicBezTo>
                  <a:cubicBezTo>
                    <a:pt x="404" y="418"/>
                    <a:pt x="405" y="418"/>
                    <a:pt x="406" y="418"/>
                  </a:cubicBezTo>
                  <a:cubicBezTo>
                    <a:pt x="406" y="418"/>
                    <a:pt x="407" y="418"/>
                    <a:pt x="407" y="418"/>
                  </a:cubicBezTo>
                  <a:cubicBezTo>
                    <a:pt x="408" y="418"/>
                    <a:pt x="408" y="418"/>
                    <a:pt x="408" y="418"/>
                  </a:cubicBezTo>
                  <a:cubicBezTo>
                    <a:pt x="410" y="418"/>
                    <a:pt x="411" y="418"/>
                    <a:pt x="413" y="418"/>
                  </a:cubicBezTo>
                  <a:cubicBezTo>
                    <a:pt x="416" y="417"/>
                    <a:pt x="419" y="417"/>
                    <a:pt x="422" y="416"/>
                  </a:cubicBezTo>
                  <a:cubicBezTo>
                    <a:pt x="428" y="414"/>
                    <a:pt x="434" y="411"/>
                    <a:pt x="438" y="406"/>
                  </a:cubicBezTo>
                  <a:cubicBezTo>
                    <a:pt x="440" y="404"/>
                    <a:pt x="442" y="402"/>
                    <a:pt x="443" y="399"/>
                  </a:cubicBezTo>
                  <a:cubicBezTo>
                    <a:pt x="444" y="396"/>
                    <a:pt x="445" y="393"/>
                    <a:pt x="445" y="390"/>
                  </a:cubicBezTo>
                  <a:cubicBezTo>
                    <a:pt x="446" y="384"/>
                    <a:pt x="446" y="377"/>
                    <a:pt x="443" y="372"/>
                  </a:cubicBezTo>
                  <a:cubicBezTo>
                    <a:pt x="441" y="367"/>
                    <a:pt x="436" y="362"/>
                    <a:pt x="432" y="362"/>
                  </a:cubicBezTo>
                  <a:cubicBezTo>
                    <a:pt x="431" y="362"/>
                    <a:pt x="431" y="362"/>
                    <a:pt x="430" y="361"/>
                  </a:cubicBezTo>
                  <a:cubicBezTo>
                    <a:pt x="430" y="361"/>
                    <a:pt x="429" y="362"/>
                    <a:pt x="429" y="362"/>
                  </a:cubicBezTo>
                  <a:cubicBezTo>
                    <a:pt x="428" y="362"/>
                    <a:pt x="426" y="362"/>
                    <a:pt x="425" y="363"/>
                  </a:cubicBezTo>
                  <a:cubicBezTo>
                    <a:pt x="423" y="364"/>
                    <a:pt x="420" y="366"/>
                    <a:pt x="418" y="368"/>
                  </a:cubicBezTo>
                  <a:cubicBezTo>
                    <a:pt x="415" y="370"/>
                    <a:pt x="413" y="373"/>
                    <a:pt x="411" y="375"/>
                  </a:cubicBezTo>
                  <a:cubicBezTo>
                    <a:pt x="411" y="376"/>
                    <a:pt x="410" y="377"/>
                    <a:pt x="410" y="377"/>
                  </a:cubicBezTo>
                  <a:cubicBezTo>
                    <a:pt x="409" y="378"/>
                    <a:pt x="409" y="378"/>
                    <a:pt x="409" y="378"/>
                  </a:cubicBezTo>
                  <a:cubicBezTo>
                    <a:pt x="409" y="379"/>
                    <a:pt x="409" y="379"/>
                    <a:pt x="409" y="379"/>
                  </a:cubicBezTo>
                  <a:cubicBezTo>
                    <a:pt x="406" y="384"/>
                    <a:pt x="406" y="384"/>
                    <a:pt x="406" y="384"/>
                  </a:cubicBezTo>
                  <a:cubicBezTo>
                    <a:pt x="402" y="394"/>
                    <a:pt x="402" y="394"/>
                    <a:pt x="402" y="394"/>
                  </a:cubicBezTo>
                  <a:cubicBezTo>
                    <a:pt x="394" y="409"/>
                    <a:pt x="394" y="409"/>
                    <a:pt x="394" y="409"/>
                  </a:cubicBezTo>
                  <a:cubicBezTo>
                    <a:pt x="394" y="409"/>
                    <a:pt x="393" y="409"/>
                    <a:pt x="393" y="409"/>
                  </a:cubicBezTo>
                  <a:cubicBezTo>
                    <a:pt x="391" y="408"/>
                    <a:pt x="391" y="408"/>
                    <a:pt x="391" y="408"/>
                  </a:cubicBezTo>
                  <a:cubicBezTo>
                    <a:pt x="388" y="407"/>
                    <a:pt x="388" y="407"/>
                    <a:pt x="388" y="407"/>
                  </a:cubicBezTo>
                  <a:cubicBezTo>
                    <a:pt x="386" y="406"/>
                    <a:pt x="384" y="405"/>
                    <a:pt x="382" y="404"/>
                  </a:cubicBezTo>
                  <a:cubicBezTo>
                    <a:pt x="381" y="403"/>
                    <a:pt x="381" y="403"/>
                    <a:pt x="381" y="403"/>
                  </a:cubicBezTo>
                  <a:cubicBezTo>
                    <a:pt x="380" y="403"/>
                    <a:pt x="380" y="403"/>
                    <a:pt x="380" y="403"/>
                  </a:cubicBezTo>
                  <a:cubicBezTo>
                    <a:pt x="380" y="402"/>
                    <a:pt x="380" y="402"/>
                    <a:pt x="380" y="402"/>
                  </a:cubicBezTo>
                  <a:cubicBezTo>
                    <a:pt x="379" y="402"/>
                    <a:pt x="378" y="402"/>
                    <a:pt x="378" y="401"/>
                  </a:cubicBezTo>
                  <a:cubicBezTo>
                    <a:pt x="377" y="400"/>
                    <a:pt x="376" y="400"/>
                    <a:pt x="375" y="399"/>
                  </a:cubicBezTo>
                  <a:cubicBezTo>
                    <a:pt x="370" y="395"/>
                    <a:pt x="367" y="391"/>
                    <a:pt x="363" y="387"/>
                  </a:cubicBezTo>
                  <a:cubicBezTo>
                    <a:pt x="360" y="383"/>
                    <a:pt x="357" y="378"/>
                    <a:pt x="355" y="374"/>
                  </a:cubicBezTo>
                  <a:cubicBezTo>
                    <a:pt x="354" y="371"/>
                    <a:pt x="352" y="369"/>
                    <a:pt x="351" y="367"/>
                  </a:cubicBezTo>
                  <a:cubicBezTo>
                    <a:pt x="351" y="366"/>
                    <a:pt x="351" y="366"/>
                    <a:pt x="351" y="366"/>
                  </a:cubicBezTo>
                  <a:cubicBezTo>
                    <a:pt x="350" y="364"/>
                    <a:pt x="350" y="364"/>
                    <a:pt x="350" y="364"/>
                  </a:cubicBezTo>
                  <a:cubicBezTo>
                    <a:pt x="350" y="363"/>
                    <a:pt x="350" y="362"/>
                    <a:pt x="349" y="361"/>
                  </a:cubicBezTo>
                  <a:cubicBezTo>
                    <a:pt x="348" y="359"/>
                    <a:pt x="348" y="357"/>
                    <a:pt x="347" y="355"/>
                  </a:cubicBezTo>
                  <a:cubicBezTo>
                    <a:pt x="350" y="353"/>
                    <a:pt x="352" y="351"/>
                    <a:pt x="355" y="349"/>
                  </a:cubicBezTo>
                  <a:cubicBezTo>
                    <a:pt x="357" y="348"/>
                    <a:pt x="357" y="348"/>
                    <a:pt x="357" y="348"/>
                  </a:cubicBezTo>
                  <a:cubicBezTo>
                    <a:pt x="358" y="348"/>
                    <a:pt x="358" y="348"/>
                    <a:pt x="358" y="348"/>
                  </a:cubicBezTo>
                  <a:cubicBezTo>
                    <a:pt x="358" y="347"/>
                    <a:pt x="359" y="347"/>
                    <a:pt x="359" y="346"/>
                  </a:cubicBezTo>
                  <a:cubicBezTo>
                    <a:pt x="362" y="344"/>
                    <a:pt x="364" y="342"/>
                    <a:pt x="367" y="340"/>
                  </a:cubicBezTo>
                  <a:cubicBezTo>
                    <a:pt x="371" y="335"/>
                    <a:pt x="375" y="330"/>
                    <a:pt x="377" y="325"/>
                  </a:cubicBezTo>
                  <a:cubicBezTo>
                    <a:pt x="379" y="319"/>
                    <a:pt x="379" y="313"/>
                    <a:pt x="377" y="308"/>
                  </a:cubicBezTo>
                  <a:cubicBezTo>
                    <a:pt x="376" y="306"/>
                    <a:pt x="375" y="303"/>
                    <a:pt x="373" y="301"/>
                  </a:cubicBezTo>
                  <a:cubicBezTo>
                    <a:pt x="372" y="301"/>
                    <a:pt x="372" y="300"/>
                    <a:pt x="371" y="299"/>
                  </a:cubicBezTo>
                  <a:cubicBezTo>
                    <a:pt x="371" y="299"/>
                    <a:pt x="371" y="299"/>
                    <a:pt x="370" y="298"/>
                  </a:cubicBezTo>
                  <a:cubicBezTo>
                    <a:pt x="369" y="297"/>
                    <a:pt x="368" y="297"/>
                    <a:pt x="367" y="296"/>
                  </a:cubicBezTo>
                  <a:cubicBezTo>
                    <a:pt x="363" y="295"/>
                    <a:pt x="357" y="295"/>
                    <a:pt x="352" y="298"/>
                  </a:cubicBezTo>
                  <a:cubicBezTo>
                    <a:pt x="351" y="298"/>
                    <a:pt x="350" y="299"/>
                    <a:pt x="349" y="300"/>
                  </a:cubicBezTo>
                  <a:cubicBezTo>
                    <a:pt x="347" y="301"/>
                    <a:pt x="346" y="302"/>
                    <a:pt x="345" y="303"/>
                  </a:cubicBezTo>
                  <a:cubicBezTo>
                    <a:pt x="343" y="305"/>
                    <a:pt x="341" y="307"/>
                    <a:pt x="340" y="310"/>
                  </a:cubicBezTo>
                  <a:cubicBezTo>
                    <a:pt x="337" y="315"/>
                    <a:pt x="335" y="321"/>
                    <a:pt x="335" y="327"/>
                  </a:cubicBezTo>
                  <a:cubicBezTo>
                    <a:pt x="335" y="330"/>
                    <a:pt x="335" y="333"/>
                    <a:pt x="335" y="337"/>
                  </a:cubicBezTo>
                  <a:cubicBezTo>
                    <a:pt x="336" y="339"/>
                    <a:pt x="336" y="339"/>
                    <a:pt x="336" y="339"/>
                  </a:cubicBezTo>
                  <a:cubicBezTo>
                    <a:pt x="336" y="340"/>
                    <a:pt x="336" y="340"/>
                    <a:pt x="336" y="340"/>
                  </a:cubicBezTo>
                  <a:cubicBezTo>
                    <a:pt x="336" y="342"/>
                    <a:pt x="336" y="342"/>
                    <a:pt x="336" y="342"/>
                  </a:cubicBezTo>
                  <a:cubicBezTo>
                    <a:pt x="336" y="343"/>
                    <a:pt x="336" y="343"/>
                    <a:pt x="336" y="343"/>
                  </a:cubicBezTo>
                  <a:cubicBezTo>
                    <a:pt x="337" y="344"/>
                    <a:pt x="337" y="344"/>
                    <a:pt x="337" y="344"/>
                  </a:cubicBezTo>
                  <a:cubicBezTo>
                    <a:pt x="337" y="347"/>
                    <a:pt x="337" y="347"/>
                    <a:pt x="337" y="347"/>
                  </a:cubicBezTo>
                  <a:cubicBezTo>
                    <a:pt x="338" y="351"/>
                    <a:pt x="338" y="351"/>
                    <a:pt x="338" y="351"/>
                  </a:cubicBezTo>
                  <a:cubicBezTo>
                    <a:pt x="336" y="352"/>
                    <a:pt x="334" y="353"/>
                    <a:pt x="332" y="354"/>
                  </a:cubicBezTo>
                  <a:cubicBezTo>
                    <a:pt x="331" y="355"/>
                    <a:pt x="330" y="355"/>
                    <a:pt x="329" y="355"/>
                  </a:cubicBezTo>
                  <a:cubicBezTo>
                    <a:pt x="328" y="356"/>
                    <a:pt x="328" y="356"/>
                    <a:pt x="328" y="356"/>
                  </a:cubicBezTo>
                  <a:cubicBezTo>
                    <a:pt x="326" y="356"/>
                    <a:pt x="326" y="356"/>
                    <a:pt x="326" y="356"/>
                  </a:cubicBezTo>
                  <a:cubicBezTo>
                    <a:pt x="324" y="357"/>
                    <a:pt x="321" y="358"/>
                    <a:pt x="318" y="359"/>
                  </a:cubicBezTo>
                  <a:cubicBezTo>
                    <a:pt x="313" y="360"/>
                    <a:pt x="308" y="360"/>
                    <a:pt x="303" y="360"/>
                  </a:cubicBezTo>
                  <a:cubicBezTo>
                    <a:pt x="297" y="360"/>
                    <a:pt x="292" y="360"/>
                    <a:pt x="287" y="359"/>
                  </a:cubicBezTo>
                  <a:cubicBezTo>
                    <a:pt x="286" y="359"/>
                    <a:pt x="284" y="359"/>
                    <a:pt x="283" y="358"/>
                  </a:cubicBezTo>
                  <a:cubicBezTo>
                    <a:pt x="282" y="358"/>
                    <a:pt x="281" y="358"/>
                    <a:pt x="280" y="358"/>
                  </a:cubicBezTo>
                  <a:cubicBezTo>
                    <a:pt x="279" y="358"/>
                    <a:pt x="278" y="357"/>
                    <a:pt x="277" y="357"/>
                  </a:cubicBezTo>
                  <a:cubicBezTo>
                    <a:pt x="275" y="357"/>
                    <a:pt x="273" y="356"/>
                    <a:pt x="271" y="355"/>
                  </a:cubicBezTo>
                  <a:cubicBezTo>
                    <a:pt x="270" y="355"/>
                    <a:pt x="269" y="354"/>
                    <a:pt x="268" y="354"/>
                  </a:cubicBezTo>
                  <a:cubicBezTo>
                    <a:pt x="268" y="353"/>
                    <a:pt x="267" y="353"/>
                    <a:pt x="267" y="352"/>
                  </a:cubicBezTo>
                  <a:cubicBezTo>
                    <a:pt x="266" y="352"/>
                    <a:pt x="266" y="351"/>
                    <a:pt x="266" y="351"/>
                  </a:cubicBezTo>
                  <a:cubicBezTo>
                    <a:pt x="266" y="350"/>
                    <a:pt x="266" y="350"/>
                    <a:pt x="266" y="350"/>
                  </a:cubicBezTo>
                  <a:cubicBezTo>
                    <a:pt x="266" y="350"/>
                    <a:pt x="266" y="349"/>
                    <a:pt x="265" y="349"/>
                  </a:cubicBezTo>
                  <a:cubicBezTo>
                    <a:pt x="265" y="348"/>
                    <a:pt x="266" y="346"/>
                    <a:pt x="268" y="344"/>
                  </a:cubicBezTo>
                  <a:cubicBezTo>
                    <a:pt x="272" y="339"/>
                    <a:pt x="272" y="339"/>
                    <a:pt x="272" y="339"/>
                  </a:cubicBezTo>
                  <a:cubicBezTo>
                    <a:pt x="274" y="336"/>
                    <a:pt x="274" y="336"/>
                    <a:pt x="274" y="336"/>
                  </a:cubicBezTo>
                  <a:cubicBezTo>
                    <a:pt x="275" y="335"/>
                    <a:pt x="275" y="335"/>
                    <a:pt x="275" y="335"/>
                  </a:cubicBezTo>
                  <a:cubicBezTo>
                    <a:pt x="278" y="331"/>
                    <a:pt x="281" y="327"/>
                    <a:pt x="283" y="323"/>
                  </a:cubicBezTo>
                  <a:cubicBezTo>
                    <a:pt x="285" y="319"/>
                    <a:pt x="287" y="315"/>
                    <a:pt x="288" y="311"/>
                  </a:cubicBezTo>
                  <a:cubicBezTo>
                    <a:pt x="289" y="307"/>
                    <a:pt x="289" y="304"/>
                    <a:pt x="288" y="300"/>
                  </a:cubicBezTo>
                  <a:cubicBezTo>
                    <a:pt x="286" y="297"/>
                    <a:pt x="284" y="294"/>
                    <a:pt x="281" y="292"/>
                  </a:cubicBezTo>
                  <a:cubicBezTo>
                    <a:pt x="277" y="289"/>
                    <a:pt x="274" y="288"/>
                    <a:pt x="270" y="287"/>
                  </a:cubicBezTo>
                  <a:cubicBezTo>
                    <a:pt x="267" y="287"/>
                    <a:pt x="264" y="288"/>
                    <a:pt x="260" y="290"/>
                  </a:cubicBezTo>
                  <a:cubicBezTo>
                    <a:pt x="257" y="292"/>
                    <a:pt x="254" y="295"/>
                    <a:pt x="252" y="299"/>
                  </a:cubicBezTo>
                  <a:cubicBezTo>
                    <a:pt x="247" y="306"/>
                    <a:pt x="243" y="315"/>
                    <a:pt x="242" y="323"/>
                  </a:cubicBezTo>
                  <a:cubicBezTo>
                    <a:pt x="242" y="326"/>
                    <a:pt x="242" y="328"/>
                    <a:pt x="242" y="330"/>
                  </a:cubicBezTo>
                  <a:cubicBezTo>
                    <a:pt x="242" y="330"/>
                    <a:pt x="242" y="331"/>
                    <a:pt x="242" y="331"/>
                  </a:cubicBezTo>
                  <a:cubicBezTo>
                    <a:pt x="242" y="332"/>
                    <a:pt x="242" y="332"/>
                    <a:pt x="242" y="333"/>
                  </a:cubicBezTo>
                  <a:cubicBezTo>
                    <a:pt x="242" y="334"/>
                    <a:pt x="243" y="335"/>
                    <a:pt x="243" y="336"/>
                  </a:cubicBezTo>
                  <a:cubicBezTo>
                    <a:pt x="243" y="338"/>
                    <a:pt x="244" y="340"/>
                    <a:pt x="245" y="342"/>
                  </a:cubicBezTo>
                  <a:cubicBezTo>
                    <a:pt x="245" y="342"/>
                    <a:pt x="245" y="343"/>
                    <a:pt x="246" y="343"/>
                  </a:cubicBezTo>
                  <a:cubicBezTo>
                    <a:pt x="246" y="343"/>
                    <a:pt x="246" y="343"/>
                    <a:pt x="246" y="344"/>
                  </a:cubicBezTo>
                  <a:cubicBezTo>
                    <a:pt x="247" y="346"/>
                    <a:pt x="247" y="346"/>
                    <a:pt x="247" y="346"/>
                  </a:cubicBezTo>
                  <a:cubicBezTo>
                    <a:pt x="248" y="347"/>
                    <a:pt x="250" y="349"/>
                    <a:pt x="251" y="351"/>
                  </a:cubicBezTo>
                  <a:cubicBezTo>
                    <a:pt x="250" y="353"/>
                    <a:pt x="248" y="355"/>
                    <a:pt x="247" y="356"/>
                  </a:cubicBezTo>
                  <a:cubicBezTo>
                    <a:pt x="246" y="357"/>
                    <a:pt x="245" y="358"/>
                    <a:pt x="244" y="359"/>
                  </a:cubicBezTo>
                  <a:cubicBezTo>
                    <a:pt x="243" y="361"/>
                    <a:pt x="243" y="361"/>
                    <a:pt x="243" y="361"/>
                  </a:cubicBezTo>
                  <a:cubicBezTo>
                    <a:pt x="241" y="363"/>
                    <a:pt x="239" y="365"/>
                    <a:pt x="237" y="366"/>
                  </a:cubicBezTo>
                  <a:cubicBezTo>
                    <a:pt x="234" y="370"/>
                    <a:pt x="230" y="374"/>
                    <a:pt x="226" y="377"/>
                  </a:cubicBezTo>
                  <a:cubicBezTo>
                    <a:pt x="222" y="380"/>
                    <a:pt x="217" y="384"/>
                    <a:pt x="213" y="387"/>
                  </a:cubicBezTo>
                  <a:cubicBezTo>
                    <a:pt x="212" y="387"/>
                    <a:pt x="211" y="388"/>
                    <a:pt x="210" y="389"/>
                  </a:cubicBezTo>
                  <a:cubicBezTo>
                    <a:pt x="208" y="390"/>
                    <a:pt x="208" y="390"/>
                    <a:pt x="208" y="390"/>
                  </a:cubicBezTo>
                  <a:cubicBezTo>
                    <a:pt x="207" y="390"/>
                    <a:pt x="207" y="390"/>
                    <a:pt x="207" y="390"/>
                  </a:cubicBezTo>
                  <a:cubicBezTo>
                    <a:pt x="206" y="391"/>
                    <a:pt x="206" y="391"/>
                    <a:pt x="206" y="391"/>
                  </a:cubicBezTo>
                  <a:cubicBezTo>
                    <a:pt x="205" y="392"/>
                    <a:pt x="204" y="392"/>
                    <a:pt x="203" y="393"/>
                  </a:cubicBezTo>
                  <a:cubicBezTo>
                    <a:pt x="202" y="393"/>
                    <a:pt x="201" y="394"/>
                    <a:pt x="200" y="394"/>
                  </a:cubicBezTo>
                  <a:cubicBezTo>
                    <a:pt x="198" y="395"/>
                    <a:pt x="196" y="396"/>
                    <a:pt x="194" y="397"/>
                  </a:cubicBezTo>
                  <a:cubicBezTo>
                    <a:pt x="187" y="385"/>
                    <a:pt x="187" y="385"/>
                    <a:pt x="187" y="385"/>
                  </a:cubicBezTo>
                  <a:cubicBezTo>
                    <a:pt x="184" y="378"/>
                    <a:pt x="184" y="378"/>
                    <a:pt x="184" y="378"/>
                  </a:cubicBezTo>
                  <a:cubicBezTo>
                    <a:pt x="182" y="374"/>
                    <a:pt x="179" y="370"/>
                    <a:pt x="177" y="367"/>
                  </a:cubicBezTo>
                  <a:cubicBezTo>
                    <a:pt x="174" y="363"/>
                    <a:pt x="170" y="360"/>
                    <a:pt x="167" y="358"/>
                  </a:cubicBezTo>
                  <a:cubicBezTo>
                    <a:pt x="163" y="356"/>
                    <a:pt x="159" y="355"/>
                    <a:pt x="155" y="355"/>
                  </a:cubicBezTo>
                  <a:cubicBezTo>
                    <a:pt x="152" y="355"/>
                    <a:pt x="148" y="356"/>
                    <a:pt x="144" y="358"/>
                  </a:cubicBezTo>
                  <a:cubicBezTo>
                    <a:pt x="141" y="361"/>
                    <a:pt x="138" y="363"/>
                    <a:pt x="137" y="367"/>
                  </a:cubicBezTo>
                  <a:cubicBezTo>
                    <a:pt x="136" y="370"/>
                    <a:pt x="135" y="374"/>
                    <a:pt x="136" y="378"/>
                  </a:cubicBezTo>
                  <a:cubicBezTo>
                    <a:pt x="137" y="382"/>
                    <a:pt x="139" y="386"/>
                    <a:pt x="141" y="389"/>
                  </a:cubicBezTo>
                  <a:cubicBezTo>
                    <a:pt x="141" y="388"/>
                    <a:pt x="139" y="386"/>
                    <a:pt x="139" y="386"/>
                  </a:cubicBezTo>
                  <a:cubicBezTo>
                    <a:pt x="139" y="385"/>
                    <a:pt x="139" y="386"/>
                    <a:pt x="139" y="387"/>
                  </a:cubicBezTo>
                  <a:cubicBezTo>
                    <a:pt x="140" y="388"/>
                    <a:pt x="141" y="389"/>
                    <a:pt x="142" y="392"/>
                  </a:cubicBezTo>
                  <a:cubicBezTo>
                    <a:pt x="140" y="388"/>
                    <a:pt x="137" y="384"/>
                    <a:pt x="136" y="380"/>
                  </a:cubicBezTo>
                  <a:close/>
                  <a:moveTo>
                    <a:pt x="183" y="623"/>
                  </a:moveTo>
                  <a:cubicBezTo>
                    <a:pt x="180" y="624"/>
                    <a:pt x="177" y="625"/>
                    <a:pt x="175" y="626"/>
                  </a:cubicBezTo>
                  <a:cubicBezTo>
                    <a:pt x="172" y="628"/>
                    <a:pt x="170" y="630"/>
                    <a:pt x="169" y="632"/>
                  </a:cubicBezTo>
                  <a:cubicBezTo>
                    <a:pt x="166" y="637"/>
                    <a:pt x="165" y="642"/>
                    <a:pt x="165" y="648"/>
                  </a:cubicBezTo>
                  <a:cubicBezTo>
                    <a:pt x="165" y="653"/>
                    <a:pt x="167" y="658"/>
                    <a:pt x="171" y="662"/>
                  </a:cubicBezTo>
                  <a:cubicBezTo>
                    <a:pt x="173" y="664"/>
                    <a:pt x="175" y="666"/>
                    <a:pt x="178" y="667"/>
                  </a:cubicBezTo>
                  <a:cubicBezTo>
                    <a:pt x="179" y="668"/>
                    <a:pt x="181" y="668"/>
                    <a:pt x="182" y="668"/>
                  </a:cubicBezTo>
                  <a:cubicBezTo>
                    <a:pt x="183" y="669"/>
                    <a:pt x="184" y="669"/>
                    <a:pt x="184" y="669"/>
                  </a:cubicBezTo>
                  <a:cubicBezTo>
                    <a:pt x="185" y="669"/>
                    <a:pt x="185" y="669"/>
                    <a:pt x="185" y="669"/>
                  </a:cubicBezTo>
                  <a:cubicBezTo>
                    <a:pt x="186" y="669"/>
                    <a:pt x="186" y="669"/>
                    <a:pt x="186" y="669"/>
                  </a:cubicBezTo>
                  <a:cubicBezTo>
                    <a:pt x="199" y="669"/>
                    <a:pt x="199" y="669"/>
                    <a:pt x="199" y="669"/>
                  </a:cubicBezTo>
                  <a:cubicBezTo>
                    <a:pt x="224" y="669"/>
                    <a:pt x="224" y="669"/>
                    <a:pt x="224" y="669"/>
                  </a:cubicBezTo>
                  <a:cubicBezTo>
                    <a:pt x="257" y="669"/>
                    <a:pt x="290" y="670"/>
                    <a:pt x="325" y="669"/>
                  </a:cubicBezTo>
                  <a:cubicBezTo>
                    <a:pt x="325" y="670"/>
                    <a:pt x="325" y="670"/>
                    <a:pt x="325" y="670"/>
                  </a:cubicBezTo>
                  <a:cubicBezTo>
                    <a:pt x="311" y="670"/>
                    <a:pt x="311" y="670"/>
                    <a:pt x="311" y="670"/>
                  </a:cubicBezTo>
                  <a:cubicBezTo>
                    <a:pt x="298" y="670"/>
                    <a:pt x="298" y="670"/>
                    <a:pt x="298" y="670"/>
                  </a:cubicBezTo>
                  <a:cubicBezTo>
                    <a:pt x="273" y="670"/>
                    <a:pt x="248" y="670"/>
                    <a:pt x="223" y="670"/>
                  </a:cubicBezTo>
                  <a:cubicBezTo>
                    <a:pt x="198" y="670"/>
                    <a:pt x="198" y="670"/>
                    <a:pt x="198" y="670"/>
                  </a:cubicBezTo>
                  <a:cubicBezTo>
                    <a:pt x="186" y="670"/>
                    <a:pt x="186" y="670"/>
                    <a:pt x="186" y="670"/>
                  </a:cubicBezTo>
                  <a:cubicBezTo>
                    <a:pt x="185" y="670"/>
                    <a:pt x="185" y="670"/>
                    <a:pt x="185" y="670"/>
                  </a:cubicBezTo>
                  <a:cubicBezTo>
                    <a:pt x="184" y="670"/>
                    <a:pt x="184" y="670"/>
                    <a:pt x="184" y="670"/>
                  </a:cubicBezTo>
                  <a:cubicBezTo>
                    <a:pt x="183" y="670"/>
                    <a:pt x="182" y="669"/>
                    <a:pt x="181" y="669"/>
                  </a:cubicBezTo>
                  <a:cubicBezTo>
                    <a:pt x="180" y="669"/>
                    <a:pt x="178" y="669"/>
                    <a:pt x="177" y="668"/>
                  </a:cubicBezTo>
                  <a:cubicBezTo>
                    <a:pt x="174" y="667"/>
                    <a:pt x="172" y="665"/>
                    <a:pt x="170" y="663"/>
                  </a:cubicBezTo>
                  <a:cubicBezTo>
                    <a:pt x="166" y="658"/>
                    <a:pt x="164" y="653"/>
                    <a:pt x="164" y="648"/>
                  </a:cubicBezTo>
                  <a:cubicBezTo>
                    <a:pt x="164" y="642"/>
                    <a:pt x="165" y="637"/>
                    <a:pt x="168" y="632"/>
                  </a:cubicBezTo>
                  <a:cubicBezTo>
                    <a:pt x="170" y="630"/>
                    <a:pt x="172" y="627"/>
                    <a:pt x="174" y="626"/>
                  </a:cubicBezTo>
                  <a:cubicBezTo>
                    <a:pt x="176" y="624"/>
                    <a:pt x="179" y="623"/>
                    <a:pt x="182" y="623"/>
                  </a:cubicBezTo>
                  <a:cubicBezTo>
                    <a:pt x="182" y="623"/>
                    <a:pt x="183" y="623"/>
                    <a:pt x="183" y="623"/>
                  </a:cubicBezTo>
                  <a:cubicBezTo>
                    <a:pt x="183" y="623"/>
                    <a:pt x="183" y="623"/>
                    <a:pt x="183" y="623"/>
                  </a:cubicBezTo>
                  <a:close/>
                  <a:moveTo>
                    <a:pt x="248" y="379"/>
                  </a:moveTo>
                  <a:cubicBezTo>
                    <a:pt x="251" y="377"/>
                    <a:pt x="253" y="375"/>
                    <a:pt x="255" y="372"/>
                  </a:cubicBezTo>
                  <a:cubicBezTo>
                    <a:pt x="259" y="368"/>
                    <a:pt x="259" y="368"/>
                    <a:pt x="259" y="368"/>
                  </a:cubicBezTo>
                  <a:cubicBezTo>
                    <a:pt x="260" y="368"/>
                    <a:pt x="261" y="369"/>
                    <a:pt x="262" y="369"/>
                  </a:cubicBezTo>
                  <a:cubicBezTo>
                    <a:pt x="262" y="369"/>
                    <a:pt x="262" y="369"/>
                    <a:pt x="262" y="369"/>
                  </a:cubicBezTo>
                  <a:cubicBezTo>
                    <a:pt x="263" y="370"/>
                    <a:pt x="263" y="370"/>
                    <a:pt x="263" y="370"/>
                  </a:cubicBezTo>
                  <a:cubicBezTo>
                    <a:pt x="264" y="370"/>
                    <a:pt x="264" y="370"/>
                    <a:pt x="264" y="370"/>
                  </a:cubicBezTo>
                  <a:cubicBezTo>
                    <a:pt x="266" y="371"/>
                    <a:pt x="266" y="371"/>
                    <a:pt x="266" y="371"/>
                  </a:cubicBezTo>
                  <a:cubicBezTo>
                    <a:pt x="270" y="372"/>
                    <a:pt x="273" y="373"/>
                    <a:pt x="276" y="374"/>
                  </a:cubicBezTo>
                  <a:cubicBezTo>
                    <a:pt x="283" y="376"/>
                    <a:pt x="290" y="377"/>
                    <a:pt x="297" y="377"/>
                  </a:cubicBezTo>
                  <a:cubicBezTo>
                    <a:pt x="304" y="377"/>
                    <a:pt x="311" y="377"/>
                    <a:pt x="318" y="376"/>
                  </a:cubicBezTo>
                  <a:cubicBezTo>
                    <a:pt x="321" y="375"/>
                    <a:pt x="324" y="375"/>
                    <a:pt x="328" y="374"/>
                  </a:cubicBezTo>
                  <a:cubicBezTo>
                    <a:pt x="330" y="373"/>
                    <a:pt x="330" y="373"/>
                    <a:pt x="330" y="373"/>
                  </a:cubicBezTo>
                  <a:cubicBezTo>
                    <a:pt x="332" y="372"/>
                    <a:pt x="332" y="372"/>
                    <a:pt x="332" y="372"/>
                  </a:cubicBezTo>
                  <a:cubicBezTo>
                    <a:pt x="333" y="372"/>
                    <a:pt x="334" y="372"/>
                    <a:pt x="334" y="371"/>
                  </a:cubicBezTo>
                  <a:cubicBezTo>
                    <a:pt x="334" y="372"/>
                    <a:pt x="334" y="372"/>
                    <a:pt x="335" y="372"/>
                  </a:cubicBezTo>
                  <a:cubicBezTo>
                    <a:pt x="335" y="373"/>
                    <a:pt x="335" y="373"/>
                    <a:pt x="335" y="374"/>
                  </a:cubicBezTo>
                  <a:cubicBezTo>
                    <a:pt x="336" y="375"/>
                    <a:pt x="336" y="375"/>
                    <a:pt x="336" y="375"/>
                  </a:cubicBezTo>
                  <a:cubicBezTo>
                    <a:pt x="336" y="376"/>
                    <a:pt x="336" y="376"/>
                    <a:pt x="336" y="376"/>
                  </a:cubicBezTo>
                  <a:cubicBezTo>
                    <a:pt x="336" y="376"/>
                    <a:pt x="337" y="377"/>
                    <a:pt x="337" y="378"/>
                  </a:cubicBezTo>
                  <a:cubicBezTo>
                    <a:pt x="338" y="380"/>
                    <a:pt x="340" y="383"/>
                    <a:pt x="341" y="386"/>
                  </a:cubicBezTo>
                  <a:cubicBezTo>
                    <a:pt x="345" y="391"/>
                    <a:pt x="348" y="396"/>
                    <a:pt x="352" y="400"/>
                  </a:cubicBezTo>
                  <a:cubicBezTo>
                    <a:pt x="356" y="405"/>
                    <a:pt x="361" y="409"/>
                    <a:pt x="365" y="413"/>
                  </a:cubicBezTo>
                  <a:cubicBezTo>
                    <a:pt x="368" y="415"/>
                    <a:pt x="370" y="416"/>
                    <a:pt x="373" y="418"/>
                  </a:cubicBezTo>
                  <a:cubicBezTo>
                    <a:pt x="375" y="419"/>
                    <a:pt x="375" y="419"/>
                    <a:pt x="375" y="419"/>
                  </a:cubicBezTo>
                  <a:cubicBezTo>
                    <a:pt x="376" y="420"/>
                    <a:pt x="376" y="420"/>
                    <a:pt x="376" y="420"/>
                  </a:cubicBezTo>
                  <a:cubicBezTo>
                    <a:pt x="376" y="420"/>
                    <a:pt x="377" y="420"/>
                    <a:pt x="378" y="421"/>
                  </a:cubicBezTo>
                  <a:cubicBezTo>
                    <a:pt x="372" y="434"/>
                    <a:pt x="372" y="434"/>
                    <a:pt x="372" y="434"/>
                  </a:cubicBezTo>
                  <a:cubicBezTo>
                    <a:pt x="369" y="440"/>
                    <a:pt x="367" y="445"/>
                    <a:pt x="364" y="451"/>
                  </a:cubicBezTo>
                  <a:cubicBezTo>
                    <a:pt x="359" y="462"/>
                    <a:pt x="355" y="473"/>
                    <a:pt x="350" y="484"/>
                  </a:cubicBezTo>
                  <a:cubicBezTo>
                    <a:pt x="355" y="473"/>
                    <a:pt x="359" y="462"/>
                    <a:pt x="364" y="451"/>
                  </a:cubicBezTo>
                  <a:cubicBezTo>
                    <a:pt x="367" y="445"/>
                    <a:pt x="369" y="439"/>
                    <a:pt x="371" y="434"/>
                  </a:cubicBezTo>
                  <a:cubicBezTo>
                    <a:pt x="377" y="421"/>
                    <a:pt x="377" y="421"/>
                    <a:pt x="377" y="421"/>
                  </a:cubicBezTo>
                  <a:cubicBezTo>
                    <a:pt x="377" y="420"/>
                    <a:pt x="376" y="420"/>
                    <a:pt x="376" y="420"/>
                  </a:cubicBezTo>
                  <a:cubicBezTo>
                    <a:pt x="375" y="419"/>
                    <a:pt x="375" y="419"/>
                    <a:pt x="375" y="419"/>
                  </a:cubicBezTo>
                  <a:cubicBezTo>
                    <a:pt x="373" y="418"/>
                    <a:pt x="373" y="418"/>
                    <a:pt x="373" y="418"/>
                  </a:cubicBezTo>
                  <a:cubicBezTo>
                    <a:pt x="370" y="417"/>
                    <a:pt x="368" y="415"/>
                    <a:pt x="365" y="413"/>
                  </a:cubicBezTo>
                  <a:cubicBezTo>
                    <a:pt x="360" y="409"/>
                    <a:pt x="356" y="405"/>
                    <a:pt x="352" y="400"/>
                  </a:cubicBezTo>
                  <a:cubicBezTo>
                    <a:pt x="348" y="396"/>
                    <a:pt x="344" y="391"/>
                    <a:pt x="341" y="386"/>
                  </a:cubicBezTo>
                  <a:cubicBezTo>
                    <a:pt x="340" y="383"/>
                    <a:pt x="338" y="380"/>
                    <a:pt x="337" y="378"/>
                  </a:cubicBezTo>
                  <a:cubicBezTo>
                    <a:pt x="336" y="376"/>
                    <a:pt x="336" y="376"/>
                    <a:pt x="336" y="376"/>
                  </a:cubicBezTo>
                  <a:cubicBezTo>
                    <a:pt x="336" y="375"/>
                    <a:pt x="336" y="375"/>
                    <a:pt x="336" y="375"/>
                  </a:cubicBezTo>
                  <a:cubicBezTo>
                    <a:pt x="335" y="374"/>
                    <a:pt x="335" y="374"/>
                    <a:pt x="335" y="374"/>
                  </a:cubicBezTo>
                  <a:cubicBezTo>
                    <a:pt x="335" y="373"/>
                    <a:pt x="335" y="373"/>
                    <a:pt x="335" y="372"/>
                  </a:cubicBezTo>
                  <a:cubicBezTo>
                    <a:pt x="334" y="372"/>
                    <a:pt x="334" y="372"/>
                    <a:pt x="334" y="371"/>
                  </a:cubicBezTo>
                  <a:cubicBezTo>
                    <a:pt x="334" y="372"/>
                    <a:pt x="333" y="372"/>
                    <a:pt x="332" y="372"/>
                  </a:cubicBezTo>
                  <a:cubicBezTo>
                    <a:pt x="330" y="373"/>
                    <a:pt x="330" y="373"/>
                    <a:pt x="330" y="373"/>
                  </a:cubicBezTo>
                  <a:cubicBezTo>
                    <a:pt x="328" y="374"/>
                    <a:pt x="328" y="374"/>
                    <a:pt x="328" y="374"/>
                  </a:cubicBezTo>
                  <a:cubicBezTo>
                    <a:pt x="324" y="375"/>
                    <a:pt x="321" y="375"/>
                    <a:pt x="318" y="376"/>
                  </a:cubicBezTo>
                  <a:cubicBezTo>
                    <a:pt x="311" y="377"/>
                    <a:pt x="304" y="378"/>
                    <a:pt x="297" y="377"/>
                  </a:cubicBezTo>
                  <a:cubicBezTo>
                    <a:pt x="290" y="377"/>
                    <a:pt x="283" y="376"/>
                    <a:pt x="276" y="374"/>
                  </a:cubicBezTo>
                  <a:cubicBezTo>
                    <a:pt x="273" y="374"/>
                    <a:pt x="270" y="373"/>
                    <a:pt x="266" y="371"/>
                  </a:cubicBezTo>
                  <a:cubicBezTo>
                    <a:pt x="265" y="371"/>
                    <a:pt x="265" y="371"/>
                    <a:pt x="264" y="370"/>
                  </a:cubicBezTo>
                  <a:cubicBezTo>
                    <a:pt x="263" y="370"/>
                    <a:pt x="263" y="370"/>
                    <a:pt x="263" y="370"/>
                  </a:cubicBezTo>
                  <a:cubicBezTo>
                    <a:pt x="262" y="370"/>
                    <a:pt x="262" y="370"/>
                    <a:pt x="262" y="370"/>
                  </a:cubicBezTo>
                  <a:cubicBezTo>
                    <a:pt x="262" y="369"/>
                    <a:pt x="262" y="369"/>
                    <a:pt x="262" y="369"/>
                  </a:cubicBezTo>
                  <a:cubicBezTo>
                    <a:pt x="261" y="369"/>
                    <a:pt x="260" y="369"/>
                    <a:pt x="259" y="368"/>
                  </a:cubicBezTo>
                  <a:cubicBezTo>
                    <a:pt x="258" y="369"/>
                    <a:pt x="257" y="370"/>
                    <a:pt x="255" y="373"/>
                  </a:cubicBezTo>
                  <a:cubicBezTo>
                    <a:pt x="253" y="375"/>
                    <a:pt x="250" y="377"/>
                    <a:pt x="248" y="379"/>
                  </a:cubicBezTo>
                  <a:cubicBezTo>
                    <a:pt x="244" y="384"/>
                    <a:pt x="239" y="388"/>
                    <a:pt x="235" y="392"/>
                  </a:cubicBezTo>
                  <a:cubicBezTo>
                    <a:pt x="234" y="393"/>
                    <a:pt x="235" y="393"/>
                    <a:pt x="236" y="393"/>
                  </a:cubicBezTo>
                  <a:cubicBezTo>
                    <a:pt x="236" y="392"/>
                    <a:pt x="238" y="391"/>
                    <a:pt x="242" y="388"/>
                  </a:cubicBezTo>
                  <a:cubicBezTo>
                    <a:pt x="244" y="386"/>
                    <a:pt x="247" y="384"/>
                    <a:pt x="251" y="380"/>
                  </a:cubicBezTo>
                  <a:cubicBezTo>
                    <a:pt x="252" y="378"/>
                    <a:pt x="254" y="377"/>
                    <a:pt x="256" y="374"/>
                  </a:cubicBezTo>
                  <a:cubicBezTo>
                    <a:pt x="259" y="372"/>
                    <a:pt x="259" y="372"/>
                    <a:pt x="259" y="372"/>
                  </a:cubicBezTo>
                  <a:cubicBezTo>
                    <a:pt x="259" y="371"/>
                    <a:pt x="259" y="371"/>
                    <a:pt x="260" y="371"/>
                  </a:cubicBezTo>
                  <a:cubicBezTo>
                    <a:pt x="260" y="371"/>
                    <a:pt x="260" y="371"/>
                    <a:pt x="260" y="371"/>
                  </a:cubicBezTo>
                  <a:cubicBezTo>
                    <a:pt x="261" y="371"/>
                    <a:pt x="261" y="371"/>
                    <a:pt x="261" y="371"/>
                  </a:cubicBezTo>
                  <a:cubicBezTo>
                    <a:pt x="262" y="372"/>
                    <a:pt x="262" y="372"/>
                    <a:pt x="262" y="372"/>
                  </a:cubicBezTo>
                  <a:cubicBezTo>
                    <a:pt x="264" y="373"/>
                    <a:pt x="266" y="374"/>
                    <a:pt x="268" y="374"/>
                  </a:cubicBezTo>
                  <a:cubicBezTo>
                    <a:pt x="273" y="376"/>
                    <a:pt x="277" y="377"/>
                    <a:pt x="282" y="378"/>
                  </a:cubicBezTo>
                  <a:cubicBezTo>
                    <a:pt x="291" y="379"/>
                    <a:pt x="299" y="379"/>
                    <a:pt x="307" y="379"/>
                  </a:cubicBezTo>
                  <a:cubicBezTo>
                    <a:pt x="312" y="379"/>
                    <a:pt x="317" y="378"/>
                    <a:pt x="323" y="377"/>
                  </a:cubicBezTo>
                  <a:cubicBezTo>
                    <a:pt x="325" y="377"/>
                    <a:pt x="328" y="376"/>
                    <a:pt x="331" y="375"/>
                  </a:cubicBezTo>
                  <a:cubicBezTo>
                    <a:pt x="332" y="375"/>
                    <a:pt x="332" y="375"/>
                    <a:pt x="332" y="375"/>
                  </a:cubicBezTo>
                  <a:cubicBezTo>
                    <a:pt x="333" y="374"/>
                    <a:pt x="333" y="374"/>
                    <a:pt x="333" y="374"/>
                  </a:cubicBezTo>
                  <a:cubicBezTo>
                    <a:pt x="333" y="375"/>
                    <a:pt x="333" y="375"/>
                    <a:pt x="333" y="375"/>
                  </a:cubicBezTo>
                  <a:cubicBezTo>
                    <a:pt x="334" y="376"/>
                    <a:pt x="334" y="376"/>
                    <a:pt x="334" y="376"/>
                  </a:cubicBezTo>
                  <a:cubicBezTo>
                    <a:pt x="334" y="376"/>
                    <a:pt x="334" y="376"/>
                    <a:pt x="334" y="376"/>
                  </a:cubicBezTo>
                  <a:cubicBezTo>
                    <a:pt x="334" y="377"/>
                    <a:pt x="334" y="377"/>
                    <a:pt x="334" y="377"/>
                  </a:cubicBezTo>
                  <a:cubicBezTo>
                    <a:pt x="334" y="378"/>
                    <a:pt x="334" y="378"/>
                    <a:pt x="334" y="378"/>
                  </a:cubicBezTo>
                  <a:cubicBezTo>
                    <a:pt x="336" y="380"/>
                    <a:pt x="337" y="383"/>
                    <a:pt x="339" y="386"/>
                  </a:cubicBezTo>
                  <a:cubicBezTo>
                    <a:pt x="342" y="391"/>
                    <a:pt x="345" y="397"/>
                    <a:pt x="350" y="401"/>
                  </a:cubicBezTo>
                  <a:cubicBezTo>
                    <a:pt x="354" y="406"/>
                    <a:pt x="358" y="411"/>
                    <a:pt x="363" y="415"/>
                  </a:cubicBezTo>
                  <a:cubicBezTo>
                    <a:pt x="366" y="417"/>
                    <a:pt x="369" y="418"/>
                    <a:pt x="371" y="420"/>
                  </a:cubicBezTo>
                  <a:cubicBezTo>
                    <a:pt x="374" y="421"/>
                    <a:pt x="374" y="421"/>
                    <a:pt x="374" y="421"/>
                  </a:cubicBezTo>
                  <a:cubicBezTo>
                    <a:pt x="374" y="422"/>
                    <a:pt x="374" y="422"/>
                    <a:pt x="374" y="422"/>
                  </a:cubicBezTo>
                  <a:cubicBezTo>
                    <a:pt x="374" y="422"/>
                    <a:pt x="374" y="422"/>
                    <a:pt x="374" y="423"/>
                  </a:cubicBezTo>
                  <a:cubicBezTo>
                    <a:pt x="372" y="428"/>
                    <a:pt x="372" y="428"/>
                    <a:pt x="372" y="428"/>
                  </a:cubicBezTo>
                  <a:cubicBezTo>
                    <a:pt x="366" y="440"/>
                    <a:pt x="366" y="440"/>
                    <a:pt x="366" y="440"/>
                  </a:cubicBezTo>
                  <a:cubicBezTo>
                    <a:pt x="363" y="448"/>
                    <a:pt x="360" y="456"/>
                    <a:pt x="356" y="464"/>
                  </a:cubicBezTo>
                  <a:cubicBezTo>
                    <a:pt x="350" y="480"/>
                    <a:pt x="344" y="495"/>
                    <a:pt x="338" y="511"/>
                  </a:cubicBezTo>
                  <a:cubicBezTo>
                    <a:pt x="330" y="534"/>
                    <a:pt x="322" y="557"/>
                    <a:pt x="315" y="580"/>
                  </a:cubicBezTo>
                  <a:cubicBezTo>
                    <a:pt x="314" y="585"/>
                    <a:pt x="312" y="591"/>
                    <a:pt x="310" y="597"/>
                  </a:cubicBezTo>
                  <a:cubicBezTo>
                    <a:pt x="308" y="606"/>
                    <a:pt x="308" y="606"/>
                    <a:pt x="308" y="606"/>
                  </a:cubicBezTo>
                  <a:cubicBezTo>
                    <a:pt x="307" y="608"/>
                    <a:pt x="307" y="608"/>
                    <a:pt x="307" y="608"/>
                  </a:cubicBezTo>
                  <a:cubicBezTo>
                    <a:pt x="307" y="609"/>
                    <a:pt x="307" y="609"/>
                    <a:pt x="307" y="609"/>
                  </a:cubicBezTo>
                  <a:cubicBezTo>
                    <a:pt x="307" y="609"/>
                    <a:pt x="307" y="609"/>
                    <a:pt x="307" y="609"/>
                  </a:cubicBezTo>
                  <a:cubicBezTo>
                    <a:pt x="307" y="609"/>
                    <a:pt x="307" y="609"/>
                    <a:pt x="307" y="609"/>
                  </a:cubicBezTo>
                  <a:cubicBezTo>
                    <a:pt x="307" y="609"/>
                    <a:pt x="307" y="609"/>
                    <a:pt x="307" y="609"/>
                  </a:cubicBezTo>
                  <a:cubicBezTo>
                    <a:pt x="307" y="609"/>
                    <a:pt x="307" y="609"/>
                    <a:pt x="307" y="609"/>
                  </a:cubicBezTo>
                  <a:cubicBezTo>
                    <a:pt x="307" y="609"/>
                    <a:pt x="307" y="609"/>
                    <a:pt x="307" y="609"/>
                  </a:cubicBezTo>
                  <a:cubicBezTo>
                    <a:pt x="306" y="609"/>
                    <a:pt x="306" y="609"/>
                    <a:pt x="306" y="609"/>
                  </a:cubicBezTo>
                  <a:cubicBezTo>
                    <a:pt x="304" y="609"/>
                    <a:pt x="304" y="609"/>
                    <a:pt x="304" y="609"/>
                  </a:cubicBezTo>
                  <a:cubicBezTo>
                    <a:pt x="295" y="609"/>
                    <a:pt x="295" y="609"/>
                    <a:pt x="295" y="609"/>
                  </a:cubicBezTo>
                  <a:cubicBezTo>
                    <a:pt x="286" y="609"/>
                    <a:pt x="286" y="609"/>
                    <a:pt x="286" y="609"/>
                  </a:cubicBezTo>
                  <a:cubicBezTo>
                    <a:pt x="286" y="609"/>
                    <a:pt x="286" y="609"/>
                    <a:pt x="286" y="609"/>
                  </a:cubicBezTo>
                  <a:cubicBezTo>
                    <a:pt x="286" y="609"/>
                    <a:pt x="286" y="609"/>
                    <a:pt x="286" y="609"/>
                  </a:cubicBezTo>
                  <a:cubicBezTo>
                    <a:pt x="280" y="587"/>
                    <a:pt x="280" y="587"/>
                    <a:pt x="280" y="587"/>
                  </a:cubicBezTo>
                  <a:cubicBezTo>
                    <a:pt x="277" y="579"/>
                    <a:pt x="275" y="571"/>
                    <a:pt x="272" y="563"/>
                  </a:cubicBezTo>
                  <a:cubicBezTo>
                    <a:pt x="267" y="547"/>
                    <a:pt x="262" y="531"/>
                    <a:pt x="256" y="515"/>
                  </a:cubicBezTo>
                  <a:cubicBezTo>
                    <a:pt x="246" y="484"/>
                    <a:pt x="234" y="454"/>
                    <a:pt x="222" y="429"/>
                  </a:cubicBezTo>
                  <a:cubicBezTo>
                    <a:pt x="217" y="418"/>
                    <a:pt x="214" y="411"/>
                    <a:pt x="211" y="408"/>
                  </a:cubicBezTo>
                  <a:cubicBezTo>
                    <a:pt x="210" y="406"/>
                    <a:pt x="210" y="405"/>
                    <a:pt x="209" y="405"/>
                  </a:cubicBezTo>
                  <a:cubicBezTo>
                    <a:pt x="212" y="404"/>
                    <a:pt x="215" y="402"/>
                    <a:pt x="220" y="400"/>
                  </a:cubicBezTo>
                  <a:cubicBezTo>
                    <a:pt x="223" y="398"/>
                    <a:pt x="226" y="395"/>
                    <a:pt x="229" y="393"/>
                  </a:cubicBezTo>
                  <a:cubicBezTo>
                    <a:pt x="232" y="391"/>
                    <a:pt x="234" y="389"/>
                    <a:pt x="234" y="389"/>
                  </a:cubicBezTo>
                  <a:cubicBezTo>
                    <a:pt x="237" y="388"/>
                    <a:pt x="236" y="389"/>
                    <a:pt x="235" y="391"/>
                  </a:cubicBezTo>
                  <a:cubicBezTo>
                    <a:pt x="240" y="387"/>
                    <a:pt x="244" y="383"/>
                    <a:pt x="248" y="379"/>
                  </a:cubicBezTo>
                  <a:close/>
                  <a:moveTo>
                    <a:pt x="318" y="622"/>
                  </a:moveTo>
                  <a:cubicBezTo>
                    <a:pt x="319" y="621"/>
                    <a:pt x="319" y="621"/>
                    <a:pt x="319" y="621"/>
                  </a:cubicBezTo>
                  <a:cubicBezTo>
                    <a:pt x="323" y="606"/>
                    <a:pt x="323" y="606"/>
                    <a:pt x="323" y="606"/>
                  </a:cubicBezTo>
                  <a:cubicBezTo>
                    <a:pt x="325" y="599"/>
                    <a:pt x="327" y="592"/>
                    <a:pt x="329" y="585"/>
                  </a:cubicBezTo>
                  <a:cubicBezTo>
                    <a:pt x="337" y="557"/>
                    <a:pt x="346" y="530"/>
                    <a:pt x="356" y="502"/>
                  </a:cubicBezTo>
                  <a:cubicBezTo>
                    <a:pt x="361" y="489"/>
                    <a:pt x="366" y="475"/>
                    <a:pt x="372" y="462"/>
                  </a:cubicBezTo>
                  <a:cubicBezTo>
                    <a:pt x="374" y="455"/>
                    <a:pt x="377" y="448"/>
                    <a:pt x="380" y="442"/>
                  </a:cubicBezTo>
                  <a:cubicBezTo>
                    <a:pt x="385" y="432"/>
                    <a:pt x="385" y="432"/>
                    <a:pt x="385" y="432"/>
                  </a:cubicBezTo>
                  <a:cubicBezTo>
                    <a:pt x="392" y="416"/>
                    <a:pt x="392" y="416"/>
                    <a:pt x="392" y="416"/>
                  </a:cubicBezTo>
                  <a:cubicBezTo>
                    <a:pt x="386" y="413"/>
                    <a:pt x="386" y="413"/>
                    <a:pt x="386" y="413"/>
                  </a:cubicBezTo>
                  <a:cubicBezTo>
                    <a:pt x="385" y="412"/>
                    <a:pt x="384" y="412"/>
                    <a:pt x="383" y="411"/>
                  </a:cubicBezTo>
                  <a:cubicBezTo>
                    <a:pt x="381" y="410"/>
                    <a:pt x="381" y="410"/>
                    <a:pt x="381" y="410"/>
                  </a:cubicBezTo>
                  <a:cubicBezTo>
                    <a:pt x="381" y="410"/>
                    <a:pt x="381" y="410"/>
                    <a:pt x="380" y="410"/>
                  </a:cubicBezTo>
                  <a:cubicBezTo>
                    <a:pt x="380" y="410"/>
                    <a:pt x="380" y="410"/>
                    <a:pt x="380" y="410"/>
                  </a:cubicBezTo>
                  <a:cubicBezTo>
                    <a:pt x="378" y="409"/>
                    <a:pt x="376" y="407"/>
                    <a:pt x="374" y="406"/>
                  </a:cubicBezTo>
                  <a:cubicBezTo>
                    <a:pt x="371" y="404"/>
                    <a:pt x="367" y="401"/>
                    <a:pt x="364" y="398"/>
                  </a:cubicBezTo>
                  <a:cubicBezTo>
                    <a:pt x="358" y="392"/>
                    <a:pt x="353" y="385"/>
                    <a:pt x="349" y="377"/>
                  </a:cubicBezTo>
                  <a:cubicBezTo>
                    <a:pt x="353" y="385"/>
                    <a:pt x="358" y="392"/>
                    <a:pt x="364" y="398"/>
                  </a:cubicBezTo>
                  <a:cubicBezTo>
                    <a:pt x="367" y="401"/>
                    <a:pt x="371" y="404"/>
                    <a:pt x="374" y="406"/>
                  </a:cubicBezTo>
                  <a:cubicBezTo>
                    <a:pt x="376" y="407"/>
                    <a:pt x="378" y="409"/>
                    <a:pt x="380" y="410"/>
                  </a:cubicBezTo>
                  <a:cubicBezTo>
                    <a:pt x="383" y="412"/>
                    <a:pt x="388" y="414"/>
                    <a:pt x="391" y="416"/>
                  </a:cubicBezTo>
                  <a:cubicBezTo>
                    <a:pt x="384" y="433"/>
                    <a:pt x="384" y="433"/>
                    <a:pt x="384" y="433"/>
                  </a:cubicBezTo>
                  <a:cubicBezTo>
                    <a:pt x="379" y="445"/>
                    <a:pt x="379" y="445"/>
                    <a:pt x="379" y="445"/>
                  </a:cubicBezTo>
                  <a:cubicBezTo>
                    <a:pt x="375" y="452"/>
                    <a:pt x="372" y="460"/>
                    <a:pt x="369" y="468"/>
                  </a:cubicBezTo>
                  <a:cubicBezTo>
                    <a:pt x="363" y="483"/>
                    <a:pt x="357" y="499"/>
                    <a:pt x="351" y="515"/>
                  </a:cubicBezTo>
                  <a:cubicBezTo>
                    <a:pt x="340" y="546"/>
                    <a:pt x="330" y="578"/>
                    <a:pt x="321" y="612"/>
                  </a:cubicBezTo>
                  <a:cubicBezTo>
                    <a:pt x="321" y="611"/>
                    <a:pt x="321" y="609"/>
                    <a:pt x="320" y="612"/>
                  </a:cubicBezTo>
                  <a:cubicBezTo>
                    <a:pt x="329" y="579"/>
                    <a:pt x="339" y="546"/>
                    <a:pt x="350" y="515"/>
                  </a:cubicBezTo>
                  <a:cubicBezTo>
                    <a:pt x="356" y="499"/>
                    <a:pt x="362" y="483"/>
                    <a:pt x="368" y="468"/>
                  </a:cubicBezTo>
                  <a:cubicBezTo>
                    <a:pt x="371" y="460"/>
                    <a:pt x="375" y="452"/>
                    <a:pt x="378" y="444"/>
                  </a:cubicBezTo>
                  <a:cubicBezTo>
                    <a:pt x="383" y="433"/>
                    <a:pt x="383" y="433"/>
                    <a:pt x="383" y="433"/>
                  </a:cubicBezTo>
                  <a:cubicBezTo>
                    <a:pt x="391" y="416"/>
                    <a:pt x="391" y="416"/>
                    <a:pt x="391" y="416"/>
                  </a:cubicBezTo>
                  <a:cubicBezTo>
                    <a:pt x="384" y="413"/>
                    <a:pt x="384" y="413"/>
                    <a:pt x="384" y="413"/>
                  </a:cubicBezTo>
                  <a:cubicBezTo>
                    <a:pt x="383" y="413"/>
                    <a:pt x="383" y="412"/>
                    <a:pt x="382" y="412"/>
                  </a:cubicBezTo>
                  <a:cubicBezTo>
                    <a:pt x="380" y="411"/>
                    <a:pt x="380" y="411"/>
                    <a:pt x="380" y="411"/>
                  </a:cubicBezTo>
                  <a:cubicBezTo>
                    <a:pt x="379" y="410"/>
                    <a:pt x="379" y="410"/>
                    <a:pt x="379" y="410"/>
                  </a:cubicBezTo>
                  <a:cubicBezTo>
                    <a:pt x="377" y="409"/>
                    <a:pt x="375" y="408"/>
                    <a:pt x="373" y="406"/>
                  </a:cubicBezTo>
                  <a:cubicBezTo>
                    <a:pt x="369" y="404"/>
                    <a:pt x="366" y="401"/>
                    <a:pt x="363" y="397"/>
                  </a:cubicBezTo>
                  <a:cubicBezTo>
                    <a:pt x="356" y="391"/>
                    <a:pt x="350" y="383"/>
                    <a:pt x="346" y="374"/>
                  </a:cubicBezTo>
                  <a:cubicBezTo>
                    <a:pt x="347" y="374"/>
                    <a:pt x="347" y="374"/>
                    <a:pt x="347" y="374"/>
                  </a:cubicBezTo>
                  <a:cubicBezTo>
                    <a:pt x="347" y="373"/>
                    <a:pt x="346" y="372"/>
                    <a:pt x="346" y="372"/>
                  </a:cubicBezTo>
                  <a:cubicBezTo>
                    <a:pt x="346" y="371"/>
                    <a:pt x="346" y="371"/>
                    <a:pt x="346" y="371"/>
                  </a:cubicBezTo>
                  <a:cubicBezTo>
                    <a:pt x="345" y="371"/>
                    <a:pt x="345" y="371"/>
                    <a:pt x="345" y="371"/>
                  </a:cubicBezTo>
                  <a:cubicBezTo>
                    <a:pt x="345" y="370"/>
                    <a:pt x="345" y="370"/>
                    <a:pt x="345" y="370"/>
                  </a:cubicBezTo>
                  <a:cubicBezTo>
                    <a:pt x="344" y="368"/>
                    <a:pt x="344" y="368"/>
                    <a:pt x="344" y="368"/>
                  </a:cubicBezTo>
                  <a:cubicBezTo>
                    <a:pt x="343" y="364"/>
                    <a:pt x="342" y="361"/>
                    <a:pt x="340" y="358"/>
                  </a:cubicBezTo>
                  <a:cubicBezTo>
                    <a:pt x="337" y="359"/>
                    <a:pt x="334" y="360"/>
                    <a:pt x="331" y="361"/>
                  </a:cubicBezTo>
                  <a:cubicBezTo>
                    <a:pt x="330" y="362"/>
                    <a:pt x="330" y="362"/>
                    <a:pt x="329" y="362"/>
                  </a:cubicBezTo>
                  <a:cubicBezTo>
                    <a:pt x="327" y="363"/>
                    <a:pt x="327" y="363"/>
                    <a:pt x="327" y="363"/>
                  </a:cubicBezTo>
                  <a:cubicBezTo>
                    <a:pt x="325" y="363"/>
                    <a:pt x="325" y="363"/>
                    <a:pt x="325" y="363"/>
                  </a:cubicBezTo>
                  <a:cubicBezTo>
                    <a:pt x="322" y="364"/>
                    <a:pt x="319" y="365"/>
                    <a:pt x="316" y="365"/>
                  </a:cubicBezTo>
                  <a:cubicBezTo>
                    <a:pt x="310" y="366"/>
                    <a:pt x="304" y="367"/>
                    <a:pt x="297" y="367"/>
                  </a:cubicBezTo>
                  <a:cubicBezTo>
                    <a:pt x="291" y="366"/>
                    <a:pt x="285" y="365"/>
                    <a:pt x="279" y="364"/>
                  </a:cubicBezTo>
                  <a:cubicBezTo>
                    <a:pt x="276" y="363"/>
                    <a:pt x="273" y="362"/>
                    <a:pt x="270" y="361"/>
                  </a:cubicBezTo>
                  <a:cubicBezTo>
                    <a:pt x="269" y="361"/>
                    <a:pt x="269" y="361"/>
                    <a:pt x="268" y="360"/>
                  </a:cubicBezTo>
                  <a:cubicBezTo>
                    <a:pt x="267" y="360"/>
                    <a:pt x="267" y="360"/>
                    <a:pt x="267" y="360"/>
                  </a:cubicBezTo>
                  <a:cubicBezTo>
                    <a:pt x="266" y="360"/>
                    <a:pt x="266" y="360"/>
                    <a:pt x="266" y="360"/>
                  </a:cubicBezTo>
                  <a:cubicBezTo>
                    <a:pt x="265" y="359"/>
                    <a:pt x="265" y="359"/>
                    <a:pt x="265" y="359"/>
                  </a:cubicBezTo>
                  <a:cubicBezTo>
                    <a:pt x="263" y="358"/>
                    <a:pt x="263" y="358"/>
                    <a:pt x="263" y="358"/>
                  </a:cubicBezTo>
                  <a:cubicBezTo>
                    <a:pt x="261" y="357"/>
                    <a:pt x="261" y="357"/>
                    <a:pt x="261" y="357"/>
                  </a:cubicBezTo>
                  <a:cubicBezTo>
                    <a:pt x="256" y="354"/>
                    <a:pt x="256" y="354"/>
                    <a:pt x="256" y="354"/>
                  </a:cubicBezTo>
                  <a:cubicBezTo>
                    <a:pt x="251" y="361"/>
                    <a:pt x="251" y="361"/>
                    <a:pt x="251" y="361"/>
                  </a:cubicBezTo>
                  <a:cubicBezTo>
                    <a:pt x="248" y="364"/>
                    <a:pt x="248" y="364"/>
                    <a:pt x="248" y="364"/>
                  </a:cubicBezTo>
                  <a:cubicBezTo>
                    <a:pt x="246" y="366"/>
                    <a:pt x="246" y="366"/>
                    <a:pt x="246" y="366"/>
                  </a:cubicBezTo>
                  <a:cubicBezTo>
                    <a:pt x="243" y="369"/>
                    <a:pt x="243" y="369"/>
                    <a:pt x="243" y="369"/>
                  </a:cubicBezTo>
                  <a:cubicBezTo>
                    <a:pt x="241" y="371"/>
                    <a:pt x="239" y="373"/>
                    <a:pt x="237" y="375"/>
                  </a:cubicBezTo>
                  <a:cubicBezTo>
                    <a:pt x="233" y="379"/>
                    <a:pt x="230" y="383"/>
                    <a:pt x="226" y="386"/>
                  </a:cubicBezTo>
                  <a:cubicBezTo>
                    <a:pt x="231" y="383"/>
                    <a:pt x="236" y="378"/>
                    <a:pt x="241" y="374"/>
                  </a:cubicBezTo>
                  <a:cubicBezTo>
                    <a:pt x="243" y="372"/>
                    <a:pt x="245" y="370"/>
                    <a:pt x="247" y="367"/>
                  </a:cubicBezTo>
                  <a:cubicBezTo>
                    <a:pt x="249" y="366"/>
                    <a:pt x="249" y="366"/>
                    <a:pt x="249" y="366"/>
                  </a:cubicBezTo>
                  <a:cubicBezTo>
                    <a:pt x="250" y="365"/>
                    <a:pt x="250" y="365"/>
                    <a:pt x="250" y="365"/>
                  </a:cubicBezTo>
                  <a:cubicBezTo>
                    <a:pt x="251" y="363"/>
                    <a:pt x="251" y="363"/>
                    <a:pt x="251" y="363"/>
                  </a:cubicBezTo>
                  <a:cubicBezTo>
                    <a:pt x="257" y="357"/>
                    <a:pt x="257" y="357"/>
                    <a:pt x="257" y="357"/>
                  </a:cubicBezTo>
                  <a:cubicBezTo>
                    <a:pt x="261" y="359"/>
                    <a:pt x="261" y="359"/>
                    <a:pt x="261" y="359"/>
                  </a:cubicBezTo>
                  <a:cubicBezTo>
                    <a:pt x="263" y="360"/>
                    <a:pt x="263" y="360"/>
                    <a:pt x="263" y="360"/>
                  </a:cubicBezTo>
                  <a:cubicBezTo>
                    <a:pt x="264" y="361"/>
                    <a:pt x="264" y="361"/>
                    <a:pt x="264" y="361"/>
                  </a:cubicBezTo>
                  <a:cubicBezTo>
                    <a:pt x="266" y="362"/>
                    <a:pt x="266" y="362"/>
                    <a:pt x="267" y="362"/>
                  </a:cubicBezTo>
                  <a:cubicBezTo>
                    <a:pt x="269" y="363"/>
                    <a:pt x="269" y="363"/>
                    <a:pt x="269" y="363"/>
                  </a:cubicBezTo>
                  <a:cubicBezTo>
                    <a:pt x="272" y="364"/>
                    <a:pt x="275" y="365"/>
                    <a:pt x="278" y="366"/>
                  </a:cubicBezTo>
                  <a:cubicBezTo>
                    <a:pt x="284" y="367"/>
                    <a:pt x="291" y="368"/>
                    <a:pt x="297" y="369"/>
                  </a:cubicBezTo>
                  <a:cubicBezTo>
                    <a:pt x="303" y="369"/>
                    <a:pt x="310" y="369"/>
                    <a:pt x="316" y="368"/>
                  </a:cubicBezTo>
                  <a:cubicBezTo>
                    <a:pt x="319" y="367"/>
                    <a:pt x="322" y="367"/>
                    <a:pt x="325" y="366"/>
                  </a:cubicBezTo>
                  <a:cubicBezTo>
                    <a:pt x="328" y="365"/>
                    <a:pt x="328" y="365"/>
                    <a:pt x="328" y="365"/>
                  </a:cubicBezTo>
                  <a:cubicBezTo>
                    <a:pt x="329" y="365"/>
                    <a:pt x="329" y="365"/>
                    <a:pt x="329" y="365"/>
                  </a:cubicBezTo>
                  <a:cubicBezTo>
                    <a:pt x="330" y="364"/>
                    <a:pt x="331" y="364"/>
                    <a:pt x="331" y="364"/>
                  </a:cubicBezTo>
                  <a:cubicBezTo>
                    <a:pt x="334" y="363"/>
                    <a:pt x="336" y="362"/>
                    <a:pt x="339" y="361"/>
                  </a:cubicBezTo>
                  <a:cubicBezTo>
                    <a:pt x="342" y="368"/>
                    <a:pt x="342" y="368"/>
                    <a:pt x="342" y="368"/>
                  </a:cubicBezTo>
                  <a:cubicBezTo>
                    <a:pt x="342" y="369"/>
                    <a:pt x="342" y="370"/>
                    <a:pt x="343" y="371"/>
                  </a:cubicBezTo>
                  <a:cubicBezTo>
                    <a:pt x="343" y="372"/>
                    <a:pt x="343" y="372"/>
                    <a:pt x="343" y="372"/>
                  </a:cubicBezTo>
                  <a:cubicBezTo>
                    <a:pt x="343" y="372"/>
                    <a:pt x="343" y="372"/>
                    <a:pt x="343" y="372"/>
                  </a:cubicBezTo>
                  <a:cubicBezTo>
                    <a:pt x="344" y="373"/>
                    <a:pt x="344" y="373"/>
                    <a:pt x="344" y="373"/>
                  </a:cubicBezTo>
                  <a:cubicBezTo>
                    <a:pt x="345" y="376"/>
                    <a:pt x="346" y="378"/>
                    <a:pt x="348" y="381"/>
                  </a:cubicBezTo>
                  <a:cubicBezTo>
                    <a:pt x="351" y="386"/>
                    <a:pt x="354" y="390"/>
                    <a:pt x="358" y="394"/>
                  </a:cubicBezTo>
                  <a:cubicBezTo>
                    <a:pt x="361" y="399"/>
                    <a:pt x="366" y="403"/>
                    <a:pt x="370" y="406"/>
                  </a:cubicBezTo>
                  <a:cubicBezTo>
                    <a:pt x="372" y="408"/>
                    <a:pt x="375" y="409"/>
                    <a:pt x="377" y="411"/>
                  </a:cubicBezTo>
                  <a:cubicBezTo>
                    <a:pt x="378" y="411"/>
                    <a:pt x="378" y="411"/>
                    <a:pt x="378" y="411"/>
                  </a:cubicBezTo>
                  <a:cubicBezTo>
                    <a:pt x="379" y="412"/>
                    <a:pt x="379" y="412"/>
                    <a:pt x="379" y="412"/>
                  </a:cubicBezTo>
                  <a:cubicBezTo>
                    <a:pt x="380" y="413"/>
                    <a:pt x="381" y="413"/>
                    <a:pt x="382" y="414"/>
                  </a:cubicBezTo>
                  <a:cubicBezTo>
                    <a:pt x="384" y="415"/>
                    <a:pt x="386" y="416"/>
                    <a:pt x="388" y="417"/>
                  </a:cubicBezTo>
                  <a:cubicBezTo>
                    <a:pt x="381" y="433"/>
                    <a:pt x="381" y="433"/>
                    <a:pt x="381" y="433"/>
                  </a:cubicBezTo>
                  <a:cubicBezTo>
                    <a:pt x="376" y="445"/>
                    <a:pt x="376" y="445"/>
                    <a:pt x="376" y="445"/>
                  </a:cubicBezTo>
                  <a:cubicBezTo>
                    <a:pt x="372" y="454"/>
                    <a:pt x="369" y="462"/>
                    <a:pt x="365" y="471"/>
                  </a:cubicBezTo>
                  <a:cubicBezTo>
                    <a:pt x="359" y="488"/>
                    <a:pt x="352" y="504"/>
                    <a:pt x="346" y="521"/>
                  </a:cubicBezTo>
                  <a:cubicBezTo>
                    <a:pt x="352" y="505"/>
                    <a:pt x="358" y="488"/>
                    <a:pt x="365" y="471"/>
                  </a:cubicBezTo>
                  <a:cubicBezTo>
                    <a:pt x="368" y="462"/>
                    <a:pt x="372" y="454"/>
                    <a:pt x="375" y="445"/>
                  </a:cubicBezTo>
                  <a:cubicBezTo>
                    <a:pt x="377" y="441"/>
                    <a:pt x="379" y="437"/>
                    <a:pt x="381" y="433"/>
                  </a:cubicBezTo>
                  <a:cubicBezTo>
                    <a:pt x="388" y="417"/>
                    <a:pt x="388" y="417"/>
                    <a:pt x="388" y="417"/>
                  </a:cubicBezTo>
                  <a:cubicBezTo>
                    <a:pt x="385" y="416"/>
                    <a:pt x="382" y="414"/>
                    <a:pt x="380" y="413"/>
                  </a:cubicBezTo>
                  <a:cubicBezTo>
                    <a:pt x="380" y="413"/>
                    <a:pt x="379" y="413"/>
                    <a:pt x="379" y="412"/>
                  </a:cubicBezTo>
                  <a:cubicBezTo>
                    <a:pt x="378" y="412"/>
                    <a:pt x="378" y="412"/>
                    <a:pt x="378" y="412"/>
                  </a:cubicBezTo>
                  <a:cubicBezTo>
                    <a:pt x="377" y="411"/>
                    <a:pt x="377" y="411"/>
                    <a:pt x="377" y="411"/>
                  </a:cubicBezTo>
                  <a:cubicBezTo>
                    <a:pt x="376" y="411"/>
                    <a:pt x="375" y="410"/>
                    <a:pt x="375" y="410"/>
                  </a:cubicBezTo>
                  <a:cubicBezTo>
                    <a:pt x="372" y="408"/>
                    <a:pt x="369" y="406"/>
                    <a:pt x="366" y="403"/>
                  </a:cubicBezTo>
                  <a:cubicBezTo>
                    <a:pt x="360" y="398"/>
                    <a:pt x="355" y="392"/>
                    <a:pt x="351" y="386"/>
                  </a:cubicBezTo>
                  <a:cubicBezTo>
                    <a:pt x="349" y="382"/>
                    <a:pt x="347" y="379"/>
                    <a:pt x="345" y="376"/>
                  </a:cubicBezTo>
                  <a:cubicBezTo>
                    <a:pt x="345" y="375"/>
                    <a:pt x="344" y="374"/>
                    <a:pt x="344" y="373"/>
                  </a:cubicBezTo>
                  <a:cubicBezTo>
                    <a:pt x="343" y="372"/>
                    <a:pt x="343" y="372"/>
                    <a:pt x="343" y="372"/>
                  </a:cubicBezTo>
                  <a:cubicBezTo>
                    <a:pt x="342" y="370"/>
                    <a:pt x="342" y="370"/>
                    <a:pt x="342" y="370"/>
                  </a:cubicBezTo>
                  <a:cubicBezTo>
                    <a:pt x="341" y="367"/>
                    <a:pt x="340" y="364"/>
                    <a:pt x="339" y="361"/>
                  </a:cubicBezTo>
                  <a:cubicBezTo>
                    <a:pt x="336" y="362"/>
                    <a:pt x="334" y="363"/>
                    <a:pt x="331" y="364"/>
                  </a:cubicBezTo>
                  <a:cubicBezTo>
                    <a:pt x="330" y="364"/>
                    <a:pt x="330" y="365"/>
                    <a:pt x="329" y="365"/>
                  </a:cubicBezTo>
                  <a:cubicBezTo>
                    <a:pt x="328" y="365"/>
                    <a:pt x="328" y="365"/>
                    <a:pt x="328" y="365"/>
                  </a:cubicBezTo>
                  <a:cubicBezTo>
                    <a:pt x="325" y="366"/>
                    <a:pt x="325" y="366"/>
                    <a:pt x="325" y="366"/>
                  </a:cubicBezTo>
                  <a:cubicBezTo>
                    <a:pt x="322" y="367"/>
                    <a:pt x="319" y="368"/>
                    <a:pt x="316" y="368"/>
                  </a:cubicBezTo>
                  <a:cubicBezTo>
                    <a:pt x="309" y="369"/>
                    <a:pt x="303" y="369"/>
                    <a:pt x="297" y="369"/>
                  </a:cubicBezTo>
                  <a:cubicBezTo>
                    <a:pt x="290" y="369"/>
                    <a:pt x="284" y="368"/>
                    <a:pt x="278" y="366"/>
                  </a:cubicBezTo>
                  <a:cubicBezTo>
                    <a:pt x="275" y="366"/>
                    <a:pt x="272" y="365"/>
                    <a:pt x="269" y="364"/>
                  </a:cubicBezTo>
                  <a:cubicBezTo>
                    <a:pt x="268" y="363"/>
                    <a:pt x="267" y="363"/>
                    <a:pt x="267" y="363"/>
                  </a:cubicBezTo>
                  <a:cubicBezTo>
                    <a:pt x="266" y="362"/>
                    <a:pt x="266" y="362"/>
                    <a:pt x="264" y="362"/>
                  </a:cubicBezTo>
                  <a:cubicBezTo>
                    <a:pt x="262" y="361"/>
                    <a:pt x="262" y="361"/>
                    <a:pt x="262" y="361"/>
                  </a:cubicBezTo>
                  <a:cubicBezTo>
                    <a:pt x="261" y="360"/>
                    <a:pt x="261" y="360"/>
                    <a:pt x="261" y="360"/>
                  </a:cubicBezTo>
                  <a:cubicBezTo>
                    <a:pt x="257" y="358"/>
                    <a:pt x="257" y="358"/>
                    <a:pt x="257" y="358"/>
                  </a:cubicBezTo>
                  <a:cubicBezTo>
                    <a:pt x="252" y="364"/>
                    <a:pt x="252" y="364"/>
                    <a:pt x="252" y="364"/>
                  </a:cubicBezTo>
                  <a:cubicBezTo>
                    <a:pt x="250" y="366"/>
                    <a:pt x="250" y="366"/>
                    <a:pt x="250" y="366"/>
                  </a:cubicBezTo>
                  <a:cubicBezTo>
                    <a:pt x="248" y="368"/>
                    <a:pt x="248" y="368"/>
                    <a:pt x="248" y="368"/>
                  </a:cubicBezTo>
                  <a:cubicBezTo>
                    <a:pt x="246" y="370"/>
                    <a:pt x="244" y="372"/>
                    <a:pt x="241" y="375"/>
                  </a:cubicBezTo>
                  <a:cubicBezTo>
                    <a:pt x="237" y="379"/>
                    <a:pt x="232" y="383"/>
                    <a:pt x="227" y="387"/>
                  </a:cubicBezTo>
                  <a:cubicBezTo>
                    <a:pt x="225" y="389"/>
                    <a:pt x="222" y="391"/>
                    <a:pt x="220" y="392"/>
                  </a:cubicBezTo>
                  <a:cubicBezTo>
                    <a:pt x="217" y="395"/>
                    <a:pt x="215" y="397"/>
                    <a:pt x="212" y="398"/>
                  </a:cubicBezTo>
                  <a:cubicBezTo>
                    <a:pt x="208" y="402"/>
                    <a:pt x="204" y="405"/>
                    <a:pt x="204" y="406"/>
                  </a:cubicBezTo>
                  <a:cubicBezTo>
                    <a:pt x="205" y="406"/>
                    <a:pt x="206" y="406"/>
                    <a:pt x="208" y="405"/>
                  </a:cubicBezTo>
                  <a:cubicBezTo>
                    <a:pt x="208" y="405"/>
                    <a:pt x="208" y="406"/>
                    <a:pt x="208" y="406"/>
                  </a:cubicBezTo>
                  <a:cubicBezTo>
                    <a:pt x="209" y="411"/>
                    <a:pt x="214" y="426"/>
                    <a:pt x="223" y="449"/>
                  </a:cubicBezTo>
                  <a:cubicBezTo>
                    <a:pt x="222" y="449"/>
                    <a:pt x="222" y="449"/>
                    <a:pt x="222" y="449"/>
                  </a:cubicBezTo>
                  <a:cubicBezTo>
                    <a:pt x="217" y="438"/>
                    <a:pt x="214" y="431"/>
                    <a:pt x="212" y="427"/>
                  </a:cubicBezTo>
                  <a:cubicBezTo>
                    <a:pt x="210" y="423"/>
                    <a:pt x="209" y="422"/>
                    <a:pt x="209" y="422"/>
                  </a:cubicBezTo>
                  <a:cubicBezTo>
                    <a:pt x="207" y="421"/>
                    <a:pt x="208" y="426"/>
                    <a:pt x="206" y="423"/>
                  </a:cubicBezTo>
                  <a:cubicBezTo>
                    <a:pt x="216" y="445"/>
                    <a:pt x="225" y="467"/>
                    <a:pt x="232" y="490"/>
                  </a:cubicBezTo>
                  <a:cubicBezTo>
                    <a:pt x="234" y="496"/>
                    <a:pt x="238" y="507"/>
                    <a:pt x="240" y="513"/>
                  </a:cubicBezTo>
                  <a:cubicBezTo>
                    <a:pt x="251" y="541"/>
                    <a:pt x="260" y="569"/>
                    <a:pt x="268" y="598"/>
                  </a:cubicBezTo>
                  <a:cubicBezTo>
                    <a:pt x="271" y="608"/>
                    <a:pt x="271" y="608"/>
                    <a:pt x="271" y="608"/>
                  </a:cubicBezTo>
                  <a:cubicBezTo>
                    <a:pt x="273" y="614"/>
                    <a:pt x="273" y="614"/>
                    <a:pt x="273" y="614"/>
                  </a:cubicBezTo>
                  <a:cubicBezTo>
                    <a:pt x="274" y="619"/>
                    <a:pt x="274" y="619"/>
                    <a:pt x="274" y="619"/>
                  </a:cubicBezTo>
                  <a:cubicBezTo>
                    <a:pt x="275" y="622"/>
                    <a:pt x="275" y="622"/>
                    <a:pt x="275" y="622"/>
                  </a:cubicBezTo>
                  <a:cubicBezTo>
                    <a:pt x="268" y="622"/>
                    <a:pt x="268" y="622"/>
                    <a:pt x="268" y="622"/>
                  </a:cubicBezTo>
                  <a:cubicBezTo>
                    <a:pt x="268" y="621"/>
                    <a:pt x="268" y="621"/>
                    <a:pt x="268" y="621"/>
                  </a:cubicBezTo>
                  <a:cubicBezTo>
                    <a:pt x="263" y="604"/>
                    <a:pt x="263" y="604"/>
                    <a:pt x="263" y="604"/>
                  </a:cubicBezTo>
                  <a:cubicBezTo>
                    <a:pt x="261" y="595"/>
                    <a:pt x="261" y="595"/>
                    <a:pt x="261" y="595"/>
                  </a:cubicBezTo>
                  <a:cubicBezTo>
                    <a:pt x="257" y="582"/>
                    <a:pt x="253" y="570"/>
                    <a:pt x="249" y="557"/>
                  </a:cubicBezTo>
                  <a:cubicBezTo>
                    <a:pt x="241" y="532"/>
                    <a:pt x="232" y="507"/>
                    <a:pt x="223" y="483"/>
                  </a:cubicBezTo>
                  <a:cubicBezTo>
                    <a:pt x="218" y="471"/>
                    <a:pt x="213" y="459"/>
                    <a:pt x="208" y="447"/>
                  </a:cubicBezTo>
                  <a:cubicBezTo>
                    <a:pt x="206" y="441"/>
                    <a:pt x="203" y="435"/>
                    <a:pt x="201" y="429"/>
                  </a:cubicBezTo>
                  <a:cubicBezTo>
                    <a:pt x="196" y="420"/>
                    <a:pt x="196" y="420"/>
                    <a:pt x="196" y="420"/>
                  </a:cubicBezTo>
                  <a:cubicBezTo>
                    <a:pt x="190" y="406"/>
                    <a:pt x="190" y="406"/>
                    <a:pt x="190" y="406"/>
                  </a:cubicBezTo>
                  <a:cubicBezTo>
                    <a:pt x="185" y="407"/>
                    <a:pt x="185" y="407"/>
                    <a:pt x="185" y="407"/>
                  </a:cubicBezTo>
                  <a:cubicBezTo>
                    <a:pt x="182" y="407"/>
                    <a:pt x="182" y="407"/>
                    <a:pt x="182" y="407"/>
                  </a:cubicBezTo>
                  <a:cubicBezTo>
                    <a:pt x="182" y="407"/>
                    <a:pt x="181" y="408"/>
                    <a:pt x="181" y="408"/>
                  </a:cubicBezTo>
                  <a:cubicBezTo>
                    <a:pt x="180" y="408"/>
                    <a:pt x="180" y="408"/>
                    <a:pt x="180" y="408"/>
                  </a:cubicBezTo>
                  <a:cubicBezTo>
                    <a:pt x="178" y="408"/>
                    <a:pt x="177" y="408"/>
                    <a:pt x="175" y="408"/>
                  </a:cubicBezTo>
                  <a:cubicBezTo>
                    <a:pt x="172" y="408"/>
                    <a:pt x="169" y="407"/>
                    <a:pt x="166" y="407"/>
                  </a:cubicBezTo>
                  <a:cubicBezTo>
                    <a:pt x="159" y="405"/>
                    <a:pt x="154" y="402"/>
                    <a:pt x="149" y="397"/>
                  </a:cubicBezTo>
                  <a:cubicBezTo>
                    <a:pt x="144" y="393"/>
                    <a:pt x="140" y="388"/>
                    <a:pt x="138" y="382"/>
                  </a:cubicBezTo>
                  <a:cubicBezTo>
                    <a:pt x="136" y="376"/>
                    <a:pt x="136" y="370"/>
                    <a:pt x="138" y="366"/>
                  </a:cubicBezTo>
                  <a:cubicBezTo>
                    <a:pt x="139" y="364"/>
                    <a:pt x="141" y="362"/>
                    <a:pt x="143" y="360"/>
                  </a:cubicBezTo>
                  <a:cubicBezTo>
                    <a:pt x="145" y="358"/>
                    <a:pt x="148" y="357"/>
                    <a:pt x="151" y="356"/>
                  </a:cubicBezTo>
                  <a:cubicBezTo>
                    <a:pt x="156" y="355"/>
                    <a:pt x="162" y="356"/>
                    <a:pt x="167" y="359"/>
                  </a:cubicBezTo>
                  <a:cubicBezTo>
                    <a:pt x="172" y="362"/>
                    <a:pt x="177" y="367"/>
                    <a:pt x="180" y="373"/>
                  </a:cubicBezTo>
                  <a:cubicBezTo>
                    <a:pt x="181" y="374"/>
                    <a:pt x="182" y="375"/>
                    <a:pt x="183" y="377"/>
                  </a:cubicBezTo>
                  <a:cubicBezTo>
                    <a:pt x="185" y="382"/>
                    <a:pt x="185" y="382"/>
                    <a:pt x="185" y="382"/>
                  </a:cubicBezTo>
                  <a:cubicBezTo>
                    <a:pt x="193" y="398"/>
                    <a:pt x="193" y="398"/>
                    <a:pt x="193" y="398"/>
                  </a:cubicBezTo>
                  <a:cubicBezTo>
                    <a:pt x="195" y="397"/>
                    <a:pt x="197" y="396"/>
                    <a:pt x="200" y="395"/>
                  </a:cubicBezTo>
                  <a:cubicBezTo>
                    <a:pt x="201" y="394"/>
                    <a:pt x="202" y="394"/>
                    <a:pt x="203" y="393"/>
                  </a:cubicBezTo>
                  <a:cubicBezTo>
                    <a:pt x="204" y="393"/>
                    <a:pt x="205" y="392"/>
                    <a:pt x="206" y="392"/>
                  </a:cubicBezTo>
                  <a:cubicBezTo>
                    <a:pt x="207" y="391"/>
                    <a:pt x="207" y="391"/>
                    <a:pt x="207" y="391"/>
                  </a:cubicBezTo>
                  <a:cubicBezTo>
                    <a:pt x="208" y="390"/>
                    <a:pt x="208" y="390"/>
                    <a:pt x="208" y="390"/>
                  </a:cubicBezTo>
                  <a:cubicBezTo>
                    <a:pt x="210" y="389"/>
                    <a:pt x="210" y="389"/>
                    <a:pt x="210" y="389"/>
                  </a:cubicBezTo>
                  <a:cubicBezTo>
                    <a:pt x="211" y="388"/>
                    <a:pt x="212" y="388"/>
                    <a:pt x="213" y="387"/>
                  </a:cubicBezTo>
                  <a:cubicBezTo>
                    <a:pt x="218" y="384"/>
                    <a:pt x="222" y="381"/>
                    <a:pt x="226" y="378"/>
                  </a:cubicBezTo>
                  <a:cubicBezTo>
                    <a:pt x="230" y="374"/>
                    <a:pt x="234" y="371"/>
                    <a:pt x="238" y="367"/>
                  </a:cubicBezTo>
                  <a:cubicBezTo>
                    <a:pt x="240" y="365"/>
                    <a:pt x="242" y="363"/>
                    <a:pt x="243" y="361"/>
                  </a:cubicBezTo>
                  <a:cubicBezTo>
                    <a:pt x="244" y="360"/>
                    <a:pt x="244" y="360"/>
                    <a:pt x="244" y="360"/>
                  </a:cubicBezTo>
                  <a:cubicBezTo>
                    <a:pt x="245" y="359"/>
                    <a:pt x="245" y="359"/>
                    <a:pt x="245" y="359"/>
                  </a:cubicBezTo>
                  <a:cubicBezTo>
                    <a:pt x="246" y="358"/>
                    <a:pt x="246" y="358"/>
                    <a:pt x="247" y="357"/>
                  </a:cubicBezTo>
                  <a:cubicBezTo>
                    <a:pt x="249" y="355"/>
                    <a:pt x="250" y="353"/>
                    <a:pt x="252" y="351"/>
                  </a:cubicBezTo>
                  <a:cubicBezTo>
                    <a:pt x="250" y="349"/>
                    <a:pt x="249" y="347"/>
                    <a:pt x="248" y="345"/>
                  </a:cubicBezTo>
                  <a:cubicBezTo>
                    <a:pt x="247" y="344"/>
                    <a:pt x="247" y="344"/>
                    <a:pt x="247" y="344"/>
                  </a:cubicBezTo>
                  <a:cubicBezTo>
                    <a:pt x="247" y="344"/>
                    <a:pt x="246" y="343"/>
                    <a:pt x="246" y="343"/>
                  </a:cubicBezTo>
                  <a:cubicBezTo>
                    <a:pt x="246" y="343"/>
                    <a:pt x="246" y="343"/>
                    <a:pt x="246" y="343"/>
                  </a:cubicBezTo>
                  <a:cubicBezTo>
                    <a:pt x="246" y="342"/>
                    <a:pt x="246" y="342"/>
                    <a:pt x="245" y="341"/>
                  </a:cubicBezTo>
                  <a:cubicBezTo>
                    <a:pt x="245" y="340"/>
                    <a:pt x="244" y="338"/>
                    <a:pt x="243" y="336"/>
                  </a:cubicBezTo>
                  <a:cubicBezTo>
                    <a:pt x="243" y="335"/>
                    <a:pt x="243" y="334"/>
                    <a:pt x="243" y="333"/>
                  </a:cubicBezTo>
                  <a:cubicBezTo>
                    <a:pt x="243" y="332"/>
                    <a:pt x="243" y="332"/>
                    <a:pt x="242" y="331"/>
                  </a:cubicBezTo>
                  <a:cubicBezTo>
                    <a:pt x="242" y="331"/>
                    <a:pt x="242" y="330"/>
                    <a:pt x="242" y="330"/>
                  </a:cubicBezTo>
                  <a:cubicBezTo>
                    <a:pt x="242" y="328"/>
                    <a:pt x="242" y="326"/>
                    <a:pt x="243" y="324"/>
                  </a:cubicBezTo>
                  <a:cubicBezTo>
                    <a:pt x="244" y="315"/>
                    <a:pt x="247" y="306"/>
                    <a:pt x="252" y="299"/>
                  </a:cubicBezTo>
                  <a:cubicBezTo>
                    <a:pt x="254" y="296"/>
                    <a:pt x="257" y="293"/>
                    <a:pt x="260" y="291"/>
                  </a:cubicBezTo>
                  <a:cubicBezTo>
                    <a:pt x="263" y="289"/>
                    <a:pt x="267" y="288"/>
                    <a:pt x="270" y="288"/>
                  </a:cubicBezTo>
                  <a:cubicBezTo>
                    <a:pt x="274" y="288"/>
                    <a:pt x="277" y="290"/>
                    <a:pt x="280" y="292"/>
                  </a:cubicBezTo>
                  <a:cubicBezTo>
                    <a:pt x="283" y="294"/>
                    <a:pt x="286" y="297"/>
                    <a:pt x="287" y="300"/>
                  </a:cubicBezTo>
                  <a:cubicBezTo>
                    <a:pt x="288" y="304"/>
                    <a:pt x="288" y="307"/>
                    <a:pt x="287" y="311"/>
                  </a:cubicBezTo>
                  <a:cubicBezTo>
                    <a:pt x="287" y="315"/>
                    <a:pt x="285" y="319"/>
                    <a:pt x="283" y="323"/>
                  </a:cubicBezTo>
                  <a:cubicBezTo>
                    <a:pt x="280" y="327"/>
                    <a:pt x="278" y="330"/>
                    <a:pt x="275" y="334"/>
                  </a:cubicBezTo>
                  <a:cubicBezTo>
                    <a:pt x="274" y="336"/>
                    <a:pt x="274" y="336"/>
                    <a:pt x="274" y="336"/>
                  </a:cubicBezTo>
                  <a:cubicBezTo>
                    <a:pt x="272" y="338"/>
                    <a:pt x="272" y="338"/>
                    <a:pt x="272" y="338"/>
                  </a:cubicBezTo>
                  <a:cubicBezTo>
                    <a:pt x="267" y="344"/>
                    <a:pt x="267" y="344"/>
                    <a:pt x="267" y="344"/>
                  </a:cubicBezTo>
                  <a:cubicBezTo>
                    <a:pt x="266" y="346"/>
                    <a:pt x="265" y="347"/>
                    <a:pt x="265" y="349"/>
                  </a:cubicBezTo>
                  <a:cubicBezTo>
                    <a:pt x="265" y="349"/>
                    <a:pt x="265" y="350"/>
                    <a:pt x="265" y="350"/>
                  </a:cubicBezTo>
                  <a:cubicBezTo>
                    <a:pt x="265" y="351"/>
                    <a:pt x="266" y="351"/>
                    <a:pt x="266" y="351"/>
                  </a:cubicBezTo>
                  <a:cubicBezTo>
                    <a:pt x="266" y="351"/>
                    <a:pt x="266" y="351"/>
                    <a:pt x="266" y="351"/>
                  </a:cubicBezTo>
                  <a:cubicBezTo>
                    <a:pt x="266" y="352"/>
                    <a:pt x="266" y="352"/>
                    <a:pt x="266" y="352"/>
                  </a:cubicBezTo>
                  <a:cubicBezTo>
                    <a:pt x="267" y="354"/>
                    <a:pt x="268" y="354"/>
                    <a:pt x="270" y="355"/>
                  </a:cubicBezTo>
                  <a:cubicBezTo>
                    <a:pt x="272" y="356"/>
                    <a:pt x="274" y="357"/>
                    <a:pt x="276" y="357"/>
                  </a:cubicBezTo>
                  <a:cubicBezTo>
                    <a:pt x="277" y="358"/>
                    <a:pt x="278" y="358"/>
                    <a:pt x="280" y="358"/>
                  </a:cubicBezTo>
                  <a:cubicBezTo>
                    <a:pt x="281" y="358"/>
                    <a:pt x="282" y="359"/>
                    <a:pt x="283" y="359"/>
                  </a:cubicBezTo>
                  <a:cubicBezTo>
                    <a:pt x="285" y="359"/>
                    <a:pt x="285" y="359"/>
                    <a:pt x="285" y="359"/>
                  </a:cubicBezTo>
                  <a:cubicBezTo>
                    <a:pt x="287" y="360"/>
                    <a:pt x="287" y="360"/>
                    <a:pt x="287" y="360"/>
                  </a:cubicBezTo>
                  <a:cubicBezTo>
                    <a:pt x="292" y="360"/>
                    <a:pt x="297" y="361"/>
                    <a:pt x="302" y="361"/>
                  </a:cubicBezTo>
                  <a:cubicBezTo>
                    <a:pt x="308" y="361"/>
                    <a:pt x="313" y="360"/>
                    <a:pt x="318" y="359"/>
                  </a:cubicBezTo>
                  <a:cubicBezTo>
                    <a:pt x="321" y="359"/>
                    <a:pt x="324" y="358"/>
                    <a:pt x="327" y="357"/>
                  </a:cubicBezTo>
                  <a:cubicBezTo>
                    <a:pt x="327" y="357"/>
                    <a:pt x="328" y="356"/>
                    <a:pt x="329" y="356"/>
                  </a:cubicBezTo>
                  <a:cubicBezTo>
                    <a:pt x="330" y="355"/>
                    <a:pt x="331" y="355"/>
                    <a:pt x="332" y="355"/>
                  </a:cubicBezTo>
                  <a:cubicBezTo>
                    <a:pt x="338" y="352"/>
                    <a:pt x="338" y="352"/>
                    <a:pt x="338" y="352"/>
                  </a:cubicBezTo>
                  <a:cubicBezTo>
                    <a:pt x="338" y="347"/>
                    <a:pt x="338" y="347"/>
                    <a:pt x="338" y="347"/>
                  </a:cubicBezTo>
                  <a:cubicBezTo>
                    <a:pt x="337" y="344"/>
                    <a:pt x="337" y="344"/>
                    <a:pt x="337" y="344"/>
                  </a:cubicBezTo>
                  <a:cubicBezTo>
                    <a:pt x="337" y="343"/>
                    <a:pt x="337" y="343"/>
                    <a:pt x="337" y="343"/>
                  </a:cubicBezTo>
                  <a:cubicBezTo>
                    <a:pt x="337" y="342"/>
                    <a:pt x="337" y="342"/>
                    <a:pt x="337" y="342"/>
                  </a:cubicBezTo>
                  <a:cubicBezTo>
                    <a:pt x="336" y="340"/>
                    <a:pt x="336" y="340"/>
                    <a:pt x="336" y="340"/>
                  </a:cubicBezTo>
                  <a:cubicBezTo>
                    <a:pt x="336" y="339"/>
                    <a:pt x="336" y="339"/>
                    <a:pt x="336" y="339"/>
                  </a:cubicBezTo>
                  <a:cubicBezTo>
                    <a:pt x="336" y="336"/>
                    <a:pt x="336" y="336"/>
                    <a:pt x="336" y="336"/>
                  </a:cubicBezTo>
                  <a:cubicBezTo>
                    <a:pt x="336" y="333"/>
                    <a:pt x="335" y="330"/>
                    <a:pt x="335" y="327"/>
                  </a:cubicBezTo>
                  <a:cubicBezTo>
                    <a:pt x="336" y="321"/>
                    <a:pt x="337" y="315"/>
                    <a:pt x="340" y="310"/>
                  </a:cubicBezTo>
                  <a:cubicBezTo>
                    <a:pt x="342" y="307"/>
                    <a:pt x="343" y="305"/>
                    <a:pt x="345" y="303"/>
                  </a:cubicBezTo>
                  <a:cubicBezTo>
                    <a:pt x="347" y="302"/>
                    <a:pt x="348" y="301"/>
                    <a:pt x="349" y="300"/>
                  </a:cubicBezTo>
                  <a:cubicBezTo>
                    <a:pt x="350" y="299"/>
                    <a:pt x="351" y="299"/>
                    <a:pt x="352" y="298"/>
                  </a:cubicBezTo>
                  <a:cubicBezTo>
                    <a:pt x="357" y="296"/>
                    <a:pt x="363" y="295"/>
                    <a:pt x="367" y="297"/>
                  </a:cubicBezTo>
                  <a:cubicBezTo>
                    <a:pt x="368" y="297"/>
                    <a:pt x="369" y="298"/>
                    <a:pt x="370" y="299"/>
                  </a:cubicBezTo>
                  <a:cubicBezTo>
                    <a:pt x="370" y="299"/>
                    <a:pt x="371" y="299"/>
                    <a:pt x="371" y="300"/>
                  </a:cubicBezTo>
                  <a:cubicBezTo>
                    <a:pt x="372" y="300"/>
                    <a:pt x="372" y="301"/>
                    <a:pt x="373" y="301"/>
                  </a:cubicBezTo>
                  <a:cubicBezTo>
                    <a:pt x="374" y="304"/>
                    <a:pt x="376" y="306"/>
                    <a:pt x="377" y="308"/>
                  </a:cubicBezTo>
                  <a:cubicBezTo>
                    <a:pt x="378" y="311"/>
                    <a:pt x="378" y="313"/>
                    <a:pt x="378" y="316"/>
                  </a:cubicBezTo>
                  <a:cubicBezTo>
                    <a:pt x="378" y="319"/>
                    <a:pt x="377" y="322"/>
                    <a:pt x="376" y="324"/>
                  </a:cubicBezTo>
                  <a:cubicBezTo>
                    <a:pt x="374" y="330"/>
                    <a:pt x="371" y="335"/>
                    <a:pt x="366" y="339"/>
                  </a:cubicBezTo>
                  <a:cubicBezTo>
                    <a:pt x="364" y="342"/>
                    <a:pt x="362" y="344"/>
                    <a:pt x="359" y="346"/>
                  </a:cubicBezTo>
                  <a:cubicBezTo>
                    <a:pt x="359" y="346"/>
                    <a:pt x="358" y="347"/>
                    <a:pt x="357" y="347"/>
                  </a:cubicBezTo>
                  <a:cubicBezTo>
                    <a:pt x="356" y="348"/>
                    <a:pt x="356" y="348"/>
                    <a:pt x="356" y="348"/>
                  </a:cubicBezTo>
                  <a:cubicBezTo>
                    <a:pt x="355" y="349"/>
                    <a:pt x="355" y="349"/>
                    <a:pt x="355" y="349"/>
                  </a:cubicBezTo>
                  <a:cubicBezTo>
                    <a:pt x="352" y="351"/>
                    <a:pt x="349" y="353"/>
                    <a:pt x="346" y="355"/>
                  </a:cubicBezTo>
                  <a:cubicBezTo>
                    <a:pt x="347" y="357"/>
                    <a:pt x="348" y="359"/>
                    <a:pt x="349" y="361"/>
                  </a:cubicBezTo>
                  <a:cubicBezTo>
                    <a:pt x="349" y="362"/>
                    <a:pt x="350" y="363"/>
                    <a:pt x="350" y="364"/>
                  </a:cubicBezTo>
                  <a:cubicBezTo>
                    <a:pt x="351" y="366"/>
                    <a:pt x="351" y="366"/>
                    <a:pt x="351" y="366"/>
                  </a:cubicBezTo>
                  <a:cubicBezTo>
                    <a:pt x="351" y="367"/>
                    <a:pt x="351" y="367"/>
                    <a:pt x="351" y="367"/>
                  </a:cubicBezTo>
                  <a:cubicBezTo>
                    <a:pt x="352" y="369"/>
                    <a:pt x="353" y="372"/>
                    <a:pt x="354" y="374"/>
                  </a:cubicBezTo>
                  <a:cubicBezTo>
                    <a:pt x="357" y="378"/>
                    <a:pt x="360" y="383"/>
                    <a:pt x="363" y="387"/>
                  </a:cubicBezTo>
                  <a:cubicBezTo>
                    <a:pt x="366" y="392"/>
                    <a:pt x="370" y="396"/>
                    <a:pt x="374" y="399"/>
                  </a:cubicBezTo>
                  <a:cubicBezTo>
                    <a:pt x="375" y="400"/>
                    <a:pt x="377" y="401"/>
                    <a:pt x="378" y="401"/>
                  </a:cubicBezTo>
                  <a:cubicBezTo>
                    <a:pt x="378" y="402"/>
                    <a:pt x="379" y="402"/>
                    <a:pt x="379" y="403"/>
                  </a:cubicBezTo>
                  <a:cubicBezTo>
                    <a:pt x="380" y="403"/>
                    <a:pt x="380" y="403"/>
                    <a:pt x="380" y="403"/>
                  </a:cubicBezTo>
                  <a:cubicBezTo>
                    <a:pt x="381" y="403"/>
                    <a:pt x="381" y="403"/>
                    <a:pt x="381" y="403"/>
                  </a:cubicBezTo>
                  <a:cubicBezTo>
                    <a:pt x="382" y="404"/>
                    <a:pt x="382" y="404"/>
                    <a:pt x="382" y="404"/>
                  </a:cubicBezTo>
                  <a:cubicBezTo>
                    <a:pt x="384" y="405"/>
                    <a:pt x="386" y="406"/>
                    <a:pt x="388" y="407"/>
                  </a:cubicBezTo>
                  <a:cubicBezTo>
                    <a:pt x="390" y="408"/>
                    <a:pt x="392" y="409"/>
                    <a:pt x="394" y="410"/>
                  </a:cubicBezTo>
                  <a:cubicBezTo>
                    <a:pt x="402" y="394"/>
                    <a:pt x="402" y="394"/>
                    <a:pt x="402" y="394"/>
                  </a:cubicBezTo>
                  <a:cubicBezTo>
                    <a:pt x="407" y="384"/>
                    <a:pt x="407" y="384"/>
                    <a:pt x="407" y="384"/>
                  </a:cubicBezTo>
                  <a:cubicBezTo>
                    <a:pt x="409" y="379"/>
                    <a:pt x="409" y="379"/>
                    <a:pt x="409" y="379"/>
                  </a:cubicBezTo>
                  <a:cubicBezTo>
                    <a:pt x="410" y="378"/>
                    <a:pt x="410" y="378"/>
                    <a:pt x="410" y="378"/>
                  </a:cubicBezTo>
                  <a:cubicBezTo>
                    <a:pt x="410" y="377"/>
                    <a:pt x="410" y="377"/>
                    <a:pt x="410" y="377"/>
                  </a:cubicBezTo>
                  <a:cubicBezTo>
                    <a:pt x="411" y="377"/>
                    <a:pt x="411" y="376"/>
                    <a:pt x="412" y="375"/>
                  </a:cubicBezTo>
                  <a:cubicBezTo>
                    <a:pt x="414" y="373"/>
                    <a:pt x="416" y="370"/>
                    <a:pt x="418" y="368"/>
                  </a:cubicBezTo>
                  <a:cubicBezTo>
                    <a:pt x="420" y="366"/>
                    <a:pt x="423" y="364"/>
                    <a:pt x="425" y="363"/>
                  </a:cubicBezTo>
                  <a:cubicBezTo>
                    <a:pt x="426" y="362"/>
                    <a:pt x="428" y="362"/>
                    <a:pt x="429" y="362"/>
                  </a:cubicBezTo>
                  <a:cubicBezTo>
                    <a:pt x="429" y="362"/>
                    <a:pt x="430" y="362"/>
                    <a:pt x="430" y="362"/>
                  </a:cubicBezTo>
                  <a:cubicBezTo>
                    <a:pt x="431" y="362"/>
                    <a:pt x="431" y="362"/>
                    <a:pt x="432" y="362"/>
                  </a:cubicBezTo>
                  <a:cubicBezTo>
                    <a:pt x="436" y="363"/>
                    <a:pt x="441" y="367"/>
                    <a:pt x="443" y="372"/>
                  </a:cubicBezTo>
                  <a:cubicBezTo>
                    <a:pt x="445" y="377"/>
                    <a:pt x="446" y="384"/>
                    <a:pt x="445" y="390"/>
                  </a:cubicBezTo>
                  <a:cubicBezTo>
                    <a:pt x="445" y="393"/>
                    <a:pt x="444" y="396"/>
                    <a:pt x="442" y="399"/>
                  </a:cubicBezTo>
                  <a:cubicBezTo>
                    <a:pt x="441" y="402"/>
                    <a:pt x="440" y="404"/>
                    <a:pt x="438" y="406"/>
                  </a:cubicBezTo>
                  <a:cubicBezTo>
                    <a:pt x="434" y="411"/>
                    <a:pt x="428" y="414"/>
                    <a:pt x="422" y="416"/>
                  </a:cubicBezTo>
                  <a:cubicBezTo>
                    <a:pt x="419" y="417"/>
                    <a:pt x="416" y="417"/>
                    <a:pt x="413" y="417"/>
                  </a:cubicBezTo>
                  <a:cubicBezTo>
                    <a:pt x="411" y="418"/>
                    <a:pt x="410" y="418"/>
                    <a:pt x="408" y="418"/>
                  </a:cubicBezTo>
                  <a:cubicBezTo>
                    <a:pt x="407" y="418"/>
                    <a:pt x="407" y="418"/>
                    <a:pt x="407" y="418"/>
                  </a:cubicBezTo>
                  <a:cubicBezTo>
                    <a:pt x="407" y="418"/>
                    <a:pt x="406" y="418"/>
                    <a:pt x="406" y="418"/>
                  </a:cubicBezTo>
                  <a:cubicBezTo>
                    <a:pt x="405" y="417"/>
                    <a:pt x="404" y="417"/>
                    <a:pt x="403" y="417"/>
                  </a:cubicBezTo>
                  <a:cubicBezTo>
                    <a:pt x="398" y="417"/>
                    <a:pt x="398" y="417"/>
                    <a:pt x="398" y="417"/>
                  </a:cubicBezTo>
                  <a:cubicBezTo>
                    <a:pt x="394" y="426"/>
                    <a:pt x="394" y="426"/>
                    <a:pt x="394" y="426"/>
                  </a:cubicBezTo>
                  <a:cubicBezTo>
                    <a:pt x="392" y="432"/>
                    <a:pt x="392" y="432"/>
                    <a:pt x="392" y="432"/>
                  </a:cubicBezTo>
                  <a:cubicBezTo>
                    <a:pt x="387" y="442"/>
                    <a:pt x="387" y="442"/>
                    <a:pt x="387" y="442"/>
                  </a:cubicBezTo>
                  <a:cubicBezTo>
                    <a:pt x="384" y="449"/>
                    <a:pt x="381" y="456"/>
                    <a:pt x="378" y="463"/>
                  </a:cubicBezTo>
                  <a:cubicBezTo>
                    <a:pt x="372" y="477"/>
                    <a:pt x="367" y="492"/>
                    <a:pt x="362" y="506"/>
                  </a:cubicBezTo>
                  <a:cubicBezTo>
                    <a:pt x="351" y="535"/>
                    <a:pt x="342" y="564"/>
                    <a:pt x="333" y="593"/>
                  </a:cubicBezTo>
                  <a:cubicBezTo>
                    <a:pt x="330" y="604"/>
                    <a:pt x="330" y="604"/>
                    <a:pt x="330" y="604"/>
                  </a:cubicBezTo>
                  <a:cubicBezTo>
                    <a:pt x="327" y="613"/>
                    <a:pt x="327" y="613"/>
                    <a:pt x="327" y="613"/>
                  </a:cubicBezTo>
                  <a:cubicBezTo>
                    <a:pt x="326" y="619"/>
                    <a:pt x="326" y="619"/>
                    <a:pt x="326" y="619"/>
                  </a:cubicBezTo>
                  <a:cubicBezTo>
                    <a:pt x="325" y="621"/>
                    <a:pt x="325" y="621"/>
                    <a:pt x="325" y="621"/>
                  </a:cubicBezTo>
                  <a:cubicBezTo>
                    <a:pt x="325" y="622"/>
                    <a:pt x="325" y="622"/>
                    <a:pt x="325" y="622"/>
                  </a:cubicBezTo>
                  <a:lnTo>
                    <a:pt x="318" y="6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grpSp>
      <p:grpSp>
        <p:nvGrpSpPr>
          <p:cNvPr id="275" name="Google Shape;275;p15"/>
          <p:cNvGrpSpPr/>
          <p:nvPr/>
        </p:nvGrpSpPr>
        <p:grpSpPr>
          <a:xfrm flipH="1">
            <a:off x="1158818" y="4294835"/>
            <a:ext cx="1913866" cy="2430717"/>
            <a:chOff x="8139051" y="774306"/>
            <a:chExt cx="2648216" cy="3395330"/>
          </a:xfrm>
        </p:grpSpPr>
        <p:sp>
          <p:nvSpPr>
            <p:cNvPr id="276" name="Google Shape;276;p15"/>
            <p:cNvSpPr/>
            <p:nvPr/>
          </p:nvSpPr>
          <p:spPr>
            <a:xfrm>
              <a:off x="10125213" y="1433525"/>
              <a:ext cx="662054" cy="575576"/>
            </a:xfrm>
            <a:custGeom>
              <a:rect b="b" l="l" r="r" t="t"/>
              <a:pathLst>
                <a:path extrusionOk="0" h="298" w="343">
                  <a:moveTo>
                    <a:pt x="0" y="207"/>
                  </a:moveTo>
                  <a:cubicBezTo>
                    <a:pt x="141" y="298"/>
                    <a:pt x="343" y="138"/>
                    <a:pt x="167" y="28"/>
                  </a:cubicBezTo>
                  <a:cubicBezTo>
                    <a:pt x="122" y="0"/>
                    <a:pt x="66" y="11"/>
                    <a:pt x="23" y="3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7" name="Google Shape;277;p15"/>
            <p:cNvSpPr/>
            <p:nvPr/>
          </p:nvSpPr>
          <p:spPr>
            <a:xfrm>
              <a:off x="10096860" y="1420766"/>
              <a:ext cx="531628" cy="513198"/>
            </a:xfrm>
            <a:custGeom>
              <a:rect b="b" l="l" r="r" t="t"/>
              <a:pathLst>
                <a:path extrusionOk="0" h="266" w="276">
                  <a:moveTo>
                    <a:pt x="4" y="218"/>
                  </a:moveTo>
                  <a:cubicBezTo>
                    <a:pt x="80" y="266"/>
                    <a:pt x="211" y="253"/>
                    <a:pt x="254" y="164"/>
                  </a:cubicBezTo>
                  <a:cubicBezTo>
                    <a:pt x="276" y="119"/>
                    <a:pt x="248" y="73"/>
                    <a:pt x="212" y="45"/>
                  </a:cubicBezTo>
                  <a:cubicBezTo>
                    <a:pt x="157" y="0"/>
                    <a:pt x="86" y="9"/>
                    <a:pt x="29" y="45"/>
                  </a:cubicBezTo>
                  <a:cubicBezTo>
                    <a:pt x="19" y="52"/>
                    <a:pt x="43" y="50"/>
                    <a:pt x="47" y="47"/>
                  </a:cubicBezTo>
                  <a:cubicBezTo>
                    <a:pt x="76" y="28"/>
                    <a:pt x="109" y="19"/>
                    <a:pt x="143" y="27"/>
                  </a:cubicBezTo>
                  <a:cubicBezTo>
                    <a:pt x="169" y="33"/>
                    <a:pt x="192" y="52"/>
                    <a:pt x="210" y="71"/>
                  </a:cubicBezTo>
                  <a:cubicBezTo>
                    <a:pt x="235" y="96"/>
                    <a:pt x="246" y="131"/>
                    <a:pt x="232" y="165"/>
                  </a:cubicBezTo>
                  <a:cubicBezTo>
                    <a:pt x="201" y="246"/>
                    <a:pt x="90" y="250"/>
                    <a:pt x="26" y="210"/>
                  </a:cubicBezTo>
                  <a:cubicBezTo>
                    <a:pt x="20" y="206"/>
                    <a:pt x="0" y="215"/>
                    <a:pt x="4" y="2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8" name="Google Shape;278;p15"/>
            <p:cNvSpPr/>
            <p:nvPr/>
          </p:nvSpPr>
          <p:spPr>
            <a:xfrm>
              <a:off x="9694240" y="1334287"/>
              <a:ext cx="123338" cy="83643"/>
            </a:xfrm>
            <a:custGeom>
              <a:rect b="b" l="l" r="r" t="t"/>
              <a:pathLst>
                <a:path extrusionOk="0" h="44" w="64">
                  <a:moveTo>
                    <a:pt x="64" y="41"/>
                  </a:moveTo>
                  <a:cubicBezTo>
                    <a:pt x="64" y="41"/>
                    <a:pt x="64" y="40"/>
                    <a:pt x="64" y="39"/>
                  </a:cubicBezTo>
                  <a:cubicBezTo>
                    <a:pt x="64" y="38"/>
                    <a:pt x="64" y="38"/>
                    <a:pt x="64" y="37"/>
                  </a:cubicBezTo>
                  <a:cubicBezTo>
                    <a:pt x="63" y="36"/>
                    <a:pt x="63" y="36"/>
                    <a:pt x="63" y="36"/>
                  </a:cubicBezTo>
                  <a:cubicBezTo>
                    <a:pt x="62" y="35"/>
                    <a:pt x="62" y="35"/>
                    <a:pt x="61" y="34"/>
                  </a:cubicBezTo>
                  <a:cubicBezTo>
                    <a:pt x="58" y="32"/>
                    <a:pt x="54" y="29"/>
                    <a:pt x="48" y="26"/>
                  </a:cubicBezTo>
                  <a:cubicBezTo>
                    <a:pt x="32" y="15"/>
                    <a:pt x="6" y="1"/>
                    <a:pt x="6" y="1"/>
                  </a:cubicBezTo>
                  <a:cubicBezTo>
                    <a:pt x="4" y="0"/>
                    <a:pt x="2" y="0"/>
                    <a:pt x="1" y="2"/>
                  </a:cubicBezTo>
                  <a:cubicBezTo>
                    <a:pt x="0" y="4"/>
                    <a:pt x="0" y="7"/>
                    <a:pt x="2" y="8"/>
                  </a:cubicBezTo>
                  <a:cubicBezTo>
                    <a:pt x="2" y="8"/>
                    <a:pt x="6" y="10"/>
                    <a:pt x="11" y="13"/>
                  </a:cubicBezTo>
                  <a:cubicBezTo>
                    <a:pt x="19" y="17"/>
                    <a:pt x="31" y="24"/>
                    <a:pt x="40" y="30"/>
                  </a:cubicBezTo>
                  <a:cubicBezTo>
                    <a:pt x="45" y="33"/>
                    <a:pt x="50" y="36"/>
                    <a:pt x="53" y="38"/>
                  </a:cubicBezTo>
                  <a:cubicBezTo>
                    <a:pt x="54" y="39"/>
                    <a:pt x="56" y="40"/>
                    <a:pt x="56" y="41"/>
                  </a:cubicBezTo>
                  <a:cubicBezTo>
                    <a:pt x="57" y="41"/>
                    <a:pt x="57" y="41"/>
                    <a:pt x="57" y="41"/>
                  </a:cubicBezTo>
                  <a:cubicBezTo>
                    <a:pt x="58" y="40"/>
                    <a:pt x="58" y="40"/>
                    <a:pt x="58" y="40"/>
                  </a:cubicBezTo>
                  <a:cubicBezTo>
                    <a:pt x="57" y="41"/>
                    <a:pt x="57" y="41"/>
                    <a:pt x="57" y="41"/>
                  </a:cubicBezTo>
                  <a:cubicBezTo>
                    <a:pt x="57" y="41"/>
                    <a:pt x="57" y="41"/>
                    <a:pt x="57" y="41"/>
                  </a:cubicBezTo>
                  <a:cubicBezTo>
                    <a:pt x="58" y="40"/>
                    <a:pt x="58" y="40"/>
                    <a:pt x="58" y="40"/>
                  </a:cubicBezTo>
                  <a:cubicBezTo>
                    <a:pt x="57" y="41"/>
                    <a:pt x="57" y="41"/>
                    <a:pt x="57" y="41"/>
                  </a:cubicBezTo>
                  <a:cubicBezTo>
                    <a:pt x="60" y="39"/>
                    <a:pt x="60" y="39"/>
                    <a:pt x="60" y="39"/>
                  </a:cubicBezTo>
                  <a:cubicBezTo>
                    <a:pt x="56" y="39"/>
                    <a:pt x="56" y="39"/>
                    <a:pt x="56" y="39"/>
                  </a:cubicBezTo>
                  <a:cubicBezTo>
                    <a:pt x="56" y="40"/>
                    <a:pt x="57" y="41"/>
                    <a:pt x="57" y="41"/>
                  </a:cubicBezTo>
                  <a:cubicBezTo>
                    <a:pt x="60" y="39"/>
                    <a:pt x="60" y="39"/>
                    <a:pt x="60" y="39"/>
                  </a:cubicBezTo>
                  <a:cubicBezTo>
                    <a:pt x="56" y="39"/>
                    <a:pt x="56" y="39"/>
                    <a:pt x="56" y="39"/>
                  </a:cubicBezTo>
                  <a:cubicBezTo>
                    <a:pt x="60" y="39"/>
                    <a:pt x="60" y="39"/>
                    <a:pt x="60" y="39"/>
                  </a:cubicBezTo>
                  <a:cubicBezTo>
                    <a:pt x="57" y="37"/>
                    <a:pt x="57" y="37"/>
                    <a:pt x="57" y="37"/>
                  </a:cubicBezTo>
                  <a:cubicBezTo>
                    <a:pt x="56" y="38"/>
                    <a:pt x="56" y="39"/>
                    <a:pt x="56" y="39"/>
                  </a:cubicBezTo>
                  <a:cubicBezTo>
                    <a:pt x="60" y="39"/>
                    <a:pt x="60" y="39"/>
                    <a:pt x="60" y="39"/>
                  </a:cubicBezTo>
                  <a:cubicBezTo>
                    <a:pt x="57" y="37"/>
                    <a:pt x="57" y="37"/>
                    <a:pt x="57" y="37"/>
                  </a:cubicBezTo>
                  <a:cubicBezTo>
                    <a:pt x="56" y="39"/>
                    <a:pt x="56" y="41"/>
                    <a:pt x="58" y="43"/>
                  </a:cubicBezTo>
                  <a:cubicBezTo>
                    <a:pt x="60" y="44"/>
                    <a:pt x="62" y="43"/>
                    <a:pt x="64" y="4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79" name="Google Shape;279;p15"/>
            <p:cNvSpPr/>
            <p:nvPr/>
          </p:nvSpPr>
          <p:spPr>
            <a:xfrm>
              <a:off x="8486381" y="952933"/>
              <a:ext cx="1756499" cy="718761"/>
            </a:xfrm>
            <a:custGeom>
              <a:rect b="b" l="l" r="r" t="t"/>
              <a:pathLst>
                <a:path extrusionOk="0" h="372" w="911">
                  <a:moveTo>
                    <a:pt x="12" y="316"/>
                  </a:moveTo>
                  <a:cubicBezTo>
                    <a:pt x="6" y="312"/>
                    <a:pt x="6" y="312"/>
                    <a:pt x="6" y="312"/>
                  </a:cubicBezTo>
                  <a:cubicBezTo>
                    <a:pt x="4" y="316"/>
                    <a:pt x="4" y="316"/>
                    <a:pt x="4" y="316"/>
                  </a:cubicBezTo>
                  <a:cubicBezTo>
                    <a:pt x="4" y="320"/>
                    <a:pt x="4" y="320"/>
                    <a:pt x="4" y="320"/>
                  </a:cubicBezTo>
                  <a:cubicBezTo>
                    <a:pt x="26" y="321"/>
                    <a:pt x="26" y="321"/>
                    <a:pt x="26" y="321"/>
                  </a:cubicBezTo>
                  <a:cubicBezTo>
                    <a:pt x="28" y="321"/>
                    <a:pt x="30" y="320"/>
                    <a:pt x="30" y="318"/>
                  </a:cubicBezTo>
                  <a:cubicBezTo>
                    <a:pt x="31" y="317"/>
                    <a:pt x="30" y="315"/>
                    <a:pt x="29" y="314"/>
                  </a:cubicBezTo>
                  <a:cubicBezTo>
                    <a:pt x="12" y="303"/>
                    <a:pt x="12" y="303"/>
                    <a:pt x="12" y="303"/>
                  </a:cubicBezTo>
                  <a:cubicBezTo>
                    <a:pt x="10" y="307"/>
                    <a:pt x="10" y="307"/>
                    <a:pt x="10" y="307"/>
                  </a:cubicBezTo>
                  <a:cubicBezTo>
                    <a:pt x="9" y="310"/>
                    <a:pt x="9" y="310"/>
                    <a:pt x="9" y="310"/>
                  </a:cubicBezTo>
                  <a:cubicBezTo>
                    <a:pt x="9" y="310"/>
                    <a:pt x="18" y="313"/>
                    <a:pt x="28" y="316"/>
                  </a:cubicBezTo>
                  <a:cubicBezTo>
                    <a:pt x="32" y="317"/>
                    <a:pt x="37" y="318"/>
                    <a:pt x="41" y="319"/>
                  </a:cubicBezTo>
                  <a:cubicBezTo>
                    <a:pt x="43" y="320"/>
                    <a:pt x="45" y="320"/>
                    <a:pt x="46" y="321"/>
                  </a:cubicBezTo>
                  <a:cubicBezTo>
                    <a:pt x="47" y="321"/>
                    <a:pt x="47" y="321"/>
                    <a:pt x="48" y="321"/>
                  </a:cubicBezTo>
                  <a:cubicBezTo>
                    <a:pt x="49" y="321"/>
                    <a:pt x="49" y="321"/>
                    <a:pt x="49" y="321"/>
                  </a:cubicBezTo>
                  <a:cubicBezTo>
                    <a:pt x="49" y="321"/>
                    <a:pt x="49" y="321"/>
                    <a:pt x="49" y="321"/>
                  </a:cubicBezTo>
                  <a:cubicBezTo>
                    <a:pt x="50" y="321"/>
                    <a:pt x="50" y="321"/>
                    <a:pt x="50" y="321"/>
                  </a:cubicBezTo>
                  <a:cubicBezTo>
                    <a:pt x="51" y="321"/>
                    <a:pt x="51" y="321"/>
                    <a:pt x="51" y="321"/>
                  </a:cubicBezTo>
                  <a:cubicBezTo>
                    <a:pt x="52" y="321"/>
                    <a:pt x="52" y="320"/>
                    <a:pt x="53" y="319"/>
                  </a:cubicBezTo>
                  <a:cubicBezTo>
                    <a:pt x="53" y="319"/>
                    <a:pt x="53" y="319"/>
                    <a:pt x="53" y="319"/>
                  </a:cubicBezTo>
                  <a:cubicBezTo>
                    <a:pt x="53" y="319"/>
                    <a:pt x="54" y="318"/>
                    <a:pt x="54" y="317"/>
                  </a:cubicBezTo>
                  <a:cubicBezTo>
                    <a:pt x="54" y="316"/>
                    <a:pt x="53" y="316"/>
                    <a:pt x="53" y="316"/>
                  </a:cubicBezTo>
                  <a:cubicBezTo>
                    <a:pt x="53" y="315"/>
                    <a:pt x="53" y="315"/>
                    <a:pt x="53" y="315"/>
                  </a:cubicBezTo>
                  <a:cubicBezTo>
                    <a:pt x="52" y="314"/>
                    <a:pt x="52" y="314"/>
                    <a:pt x="52" y="314"/>
                  </a:cubicBezTo>
                  <a:cubicBezTo>
                    <a:pt x="51" y="313"/>
                    <a:pt x="50" y="313"/>
                    <a:pt x="49" y="312"/>
                  </a:cubicBezTo>
                  <a:cubicBezTo>
                    <a:pt x="46" y="310"/>
                    <a:pt x="39" y="305"/>
                    <a:pt x="33" y="302"/>
                  </a:cubicBezTo>
                  <a:cubicBezTo>
                    <a:pt x="27" y="298"/>
                    <a:pt x="22" y="295"/>
                    <a:pt x="22" y="295"/>
                  </a:cubicBezTo>
                  <a:cubicBezTo>
                    <a:pt x="20" y="298"/>
                    <a:pt x="20" y="298"/>
                    <a:pt x="20" y="298"/>
                  </a:cubicBezTo>
                  <a:cubicBezTo>
                    <a:pt x="18" y="302"/>
                    <a:pt x="18" y="302"/>
                    <a:pt x="18" y="302"/>
                  </a:cubicBezTo>
                  <a:cubicBezTo>
                    <a:pt x="76" y="323"/>
                    <a:pt x="76" y="323"/>
                    <a:pt x="76" y="323"/>
                  </a:cubicBezTo>
                  <a:cubicBezTo>
                    <a:pt x="78" y="323"/>
                    <a:pt x="80" y="322"/>
                    <a:pt x="81" y="320"/>
                  </a:cubicBezTo>
                  <a:cubicBezTo>
                    <a:pt x="82" y="319"/>
                    <a:pt x="81" y="316"/>
                    <a:pt x="79" y="315"/>
                  </a:cubicBezTo>
                  <a:cubicBezTo>
                    <a:pt x="79" y="315"/>
                    <a:pt x="76" y="313"/>
                    <a:pt x="71" y="310"/>
                  </a:cubicBezTo>
                  <a:cubicBezTo>
                    <a:pt x="64" y="306"/>
                    <a:pt x="52" y="299"/>
                    <a:pt x="43" y="293"/>
                  </a:cubicBezTo>
                  <a:cubicBezTo>
                    <a:pt x="39" y="290"/>
                    <a:pt x="34" y="288"/>
                    <a:pt x="31" y="286"/>
                  </a:cubicBezTo>
                  <a:cubicBezTo>
                    <a:pt x="30" y="285"/>
                    <a:pt x="29" y="284"/>
                    <a:pt x="28" y="283"/>
                  </a:cubicBezTo>
                  <a:cubicBezTo>
                    <a:pt x="27" y="283"/>
                    <a:pt x="27" y="283"/>
                    <a:pt x="27" y="283"/>
                  </a:cubicBezTo>
                  <a:cubicBezTo>
                    <a:pt x="27" y="283"/>
                    <a:pt x="27" y="283"/>
                    <a:pt x="27" y="283"/>
                  </a:cubicBezTo>
                  <a:cubicBezTo>
                    <a:pt x="25" y="285"/>
                    <a:pt x="25" y="285"/>
                    <a:pt x="25" y="285"/>
                  </a:cubicBezTo>
                  <a:cubicBezTo>
                    <a:pt x="27" y="283"/>
                    <a:pt x="27" y="283"/>
                    <a:pt x="27" y="283"/>
                  </a:cubicBezTo>
                  <a:cubicBezTo>
                    <a:pt x="27" y="283"/>
                    <a:pt x="27" y="283"/>
                    <a:pt x="27" y="283"/>
                  </a:cubicBezTo>
                  <a:cubicBezTo>
                    <a:pt x="25" y="285"/>
                    <a:pt x="25" y="285"/>
                    <a:pt x="25" y="285"/>
                  </a:cubicBezTo>
                  <a:cubicBezTo>
                    <a:pt x="27" y="283"/>
                    <a:pt x="27" y="283"/>
                    <a:pt x="27" y="283"/>
                  </a:cubicBezTo>
                  <a:cubicBezTo>
                    <a:pt x="24" y="286"/>
                    <a:pt x="24" y="286"/>
                    <a:pt x="24" y="286"/>
                  </a:cubicBezTo>
                  <a:cubicBezTo>
                    <a:pt x="28" y="284"/>
                    <a:pt x="28" y="284"/>
                    <a:pt x="28" y="284"/>
                  </a:cubicBezTo>
                  <a:cubicBezTo>
                    <a:pt x="27" y="283"/>
                    <a:pt x="27" y="283"/>
                    <a:pt x="27" y="283"/>
                  </a:cubicBezTo>
                  <a:cubicBezTo>
                    <a:pt x="24" y="286"/>
                    <a:pt x="24" y="286"/>
                    <a:pt x="24" y="286"/>
                  </a:cubicBezTo>
                  <a:cubicBezTo>
                    <a:pt x="28" y="284"/>
                    <a:pt x="28" y="284"/>
                    <a:pt x="28" y="284"/>
                  </a:cubicBezTo>
                  <a:cubicBezTo>
                    <a:pt x="24" y="286"/>
                    <a:pt x="24" y="286"/>
                    <a:pt x="24" y="286"/>
                  </a:cubicBezTo>
                  <a:cubicBezTo>
                    <a:pt x="28" y="286"/>
                    <a:pt x="28" y="286"/>
                    <a:pt x="28" y="286"/>
                  </a:cubicBezTo>
                  <a:cubicBezTo>
                    <a:pt x="28" y="284"/>
                    <a:pt x="28" y="284"/>
                    <a:pt x="28" y="284"/>
                  </a:cubicBezTo>
                  <a:cubicBezTo>
                    <a:pt x="24" y="286"/>
                    <a:pt x="24" y="286"/>
                    <a:pt x="24" y="286"/>
                  </a:cubicBezTo>
                  <a:cubicBezTo>
                    <a:pt x="28" y="286"/>
                    <a:pt x="28" y="286"/>
                    <a:pt x="28" y="286"/>
                  </a:cubicBezTo>
                  <a:cubicBezTo>
                    <a:pt x="24" y="286"/>
                    <a:pt x="24" y="286"/>
                    <a:pt x="24" y="286"/>
                  </a:cubicBezTo>
                  <a:cubicBezTo>
                    <a:pt x="23" y="289"/>
                    <a:pt x="23" y="289"/>
                    <a:pt x="23" y="289"/>
                  </a:cubicBezTo>
                  <a:cubicBezTo>
                    <a:pt x="23" y="289"/>
                    <a:pt x="43" y="298"/>
                    <a:pt x="65" y="307"/>
                  </a:cubicBezTo>
                  <a:cubicBezTo>
                    <a:pt x="76" y="312"/>
                    <a:pt x="86" y="316"/>
                    <a:pt x="95" y="319"/>
                  </a:cubicBezTo>
                  <a:cubicBezTo>
                    <a:pt x="99" y="321"/>
                    <a:pt x="103" y="322"/>
                    <a:pt x="106" y="323"/>
                  </a:cubicBezTo>
                  <a:cubicBezTo>
                    <a:pt x="107" y="324"/>
                    <a:pt x="109" y="324"/>
                    <a:pt x="110" y="325"/>
                  </a:cubicBezTo>
                  <a:cubicBezTo>
                    <a:pt x="110" y="325"/>
                    <a:pt x="111" y="325"/>
                    <a:pt x="111" y="325"/>
                  </a:cubicBezTo>
                  <a:cubicBezTo>
                    <a:pt x="112" y="325"/>
                    <a:pt x="112" y="325"/>
                    <a:pt x="113" y="325"/>
                  </a:cubicBezTo>
                  <a:cubicBezTo>
                    <a:pt x="113" y="325"/>
                    <a:pt x="113" y="325"/>
                    <a:pt x="114" y="325"/>
                  </a:cubicBezTo>
                  <a:cubicBezTo>
                    <a:pt x="114" y="325"/>
                    <a:pt x="115" y="325"/>
                    <a:pt x="115" y="324"/>
                  </a:cubicBezTo>
                  <a:cubicBezTo>
                    <a:pt x="116" y="324"/>
                    <a:pt x="116" y="324"/>
                    <a:pt x="116" y="323"/>
                  </a:cubicBezTo>
                  <a:cubicBezTo>
                    <a:pt x="117" y="322"/>
                    <a:pt x="117" y="321"/>
                    <a:pt x="117" y="320"/>
                  </a:cubicBezTo>
                  <a:cubicBezTo>
                    <a:pt x="117" y="319"/>
                    <a:pt x="116" y="318"/>
                    <a:pt x="115" y="318"/>
                  </a:cubicBezTo>
                  <a:cubicBezTo>
                    <a:pt x="35" y="267"/>
                    <a:pt x="35" y="267"/>
                    <a:pt x="35" y="267"/>
                  </a:cubicBezTo>
                  <a:cubicBezTo>
                    <a:pt x="32" y="271"/>
                    <a:pt x="32" y="271"/>
                    <a:pt x="32" y="271"/>
                  </a:cubicBezTo>
                  <a:cubicBezTo>
                    <a:pt x="36" y="273"/>
                    <a:pt x="36" y="273"/>
                    <a:pt x="36" y="273"/>
                  </a:cubicBezTo>
                  <a:cubicBezTo>
                    <a:pt x="32" y="271"/>
                    <a:pt x="32" y="271"/>
                    <a:pt x="32" y="271"/>
                  </a:cubicBezTo>
                  <a:cubicBezTo>
                    <a:pt x="35" y="274"/>
                    <a:pt x="35" y="274"/>
                    <a:pt x="35" y="274"/>
                  </a:cubicBezTo>
                  <a:cubicBezTo>
                    <a:pt x="35" y="274"/>
                    <a:pt x="35" y="273"/>
                    <a:pt x="36" y="273"/>
                  </a:cubicBezTo>
                  <a:cubicBezTo>
                    <a:pt x="32" y="271"/>
                    <a:pt x="32" y="271"/>
                    <a:pt x="32" y="271"/>
                  </a:cubicBezTo>
                  <a:cubicBezTo>
                    <a:pt x="35" y="274"/>
                    <a:pt x="35" y="274"/>
                    <a:pt x="35" y="274"/>
                  </a:cubicBezTo>
                  <a:cubicBezTo>
                    <a:pt x="32" y="271"/>
                    <a:pt x="32" y="271"/>
                    <a:pt x="32" y="271"/>
                  </a:cubicBezTo>
                  <a:cubicBezTo>
                    <a:pt x="33" y="275"/>
                    <a:pt x="33" y="275"/>
                    <a:pt x="33" y="275"/>
                  </a:cubicBezTo>
                  <a:cubicBezTo>
                    <a:pt x="34" y="274"/>
                    <a:pt x="34" y="274"/>
                    <a:pt x="35" y="274"/>
                  </a:cubicBezTo>
                  <a:cubicBezTo>
                    <a:pt x="32" y="271"/>
                    <a:pt x="32" y="271"/>
                    <a:pt x="32" y="271"/>
                  </a:cubicBezTo>
                  <a:cubicBezTo>
                    <a:pt x="33" y="275"/>
                    <a:pt x="33" y="275"/>
                    <a:pt x="33" y="275"/>
                  </a:cubicBezTo>
                  <a:cubicBezTo>
                    <a:pt x="32" y="271"/>
                    <a:pt x="32" y="271"/>
                    <a:pt x="32" y="271"/>
                  </a:cubicBezTo>
                  <a:cubicBezTo>
                    <a:pt x="32" y="275"/>
                    <a:pt x="32" y="275"/>
                    <a:pt x="32" y="275"/>
                  </a:cubicBezTo>
                  <a:cubicBezTo>
                    <a:pt x="33" y="275"/>
                    <a:pt x="33" y="275"/>
                    <a:pt x="33" y="275"/>
                  </a:cubicBezTo>
                  <a:cubicBezTo>
                    <a:pt x="32" y="271"/>
                    <a:pt x="32" y="271"/>
                    <a:pt x="32" y="271"/>
                  </a:cubicBezTo>
                  <a:cubicBezTo>
                    <a:pt x="32" y="275"/>
                    <a:pt x="32" y="275"/>
                    <a:pt x="32" y="275"/>
                  </a:cubicBezTo>
                  <a:cubicBezTo>
                    <a:pt x="32" y="271"/>
                    <a:pt x="32" y="271"/>
                    <a:pt x="32" y="271"/>
                  </a:cubicBezTo>
                  <a:cubicBezTo>
                    <a:pt x="32" y="275"/>
                    <a:pt x="32" y="275"/>
                    <a:pt x="32" y="275"/>
                  </a:cubicBezTo>
                  <a:cubicBezTo>
                    <a:pt x="32" y="275"/>
                    <a:pt x="32" y="275"/>
                    <a:pt x="32" y="275"/>
                  </a:cubicBezTo>
                  <a:cubicBezTo>
                    <a:pt x="32" y="271"/>
                    <a:pt x="32" y="271"/>
                    <a:pt x="32" y="271"/>
                  </a:cubicBezTo>
                  <a:cubicBezTo>
                    <a:pt x="32" y="275"/>
                    <a:pt x="32" y="275"/>
                    <a:pt x="32" y="275"/>
                  </a:cubicBezTo>
                  <a:cubicBezTo>
                    <a:pt x="32" y="274"/>
                    <a:pt x="32" y="274"/>
                    <a:pt x="32" y="274"/>
                  </a:cubicBezTo>
                  <a:cubicBezTo>
                    <a:pt x="32" y="275"/>
                    <a:pt x="32" y="275"/>
                    <a:pt x="32" y="275"/>
                  </a:cubicBezTo>
                  <a:cubicBezTo>
                    <a:pt x="32" y="275"/>
                    <a:pt x="32" y="275"/>
                    <a:pt x="32" y="275"/>
                  </a:cubicBezTo>
                  <a:cubicBezTo>
                    <a:pt x="32" y="274"/>
                    <a:pt x="32" y="274"/>
                    <a:pt x="32" y="274"/>
                  </a:cubicBezTo>
                  <a:cubicBezTo>
                    <a:pt x="32" y="275"/>
                    <a:pt x="32" y="275"/>
                    <a:pt x="32" y="275"/>
                  </a:cubicBezTo>
                  <a:cubicBezTo>
                    <a:pt x="32" y="275"/>
                    <a:pt x="33" y="275"/>
                    <a:pt x="34" y="275"/>
                  </a:cubicBezTo>
                  <a:cubicBezTo>
                    <a:pt x="38" y="277"/>
                    <a:pt x="47" y="281"/>
                    <a:pt x="58" y="286"/>
                  </a:cubicBezTo>
                  <a:cubicBezTo>
                    <a:pt x="75" y="294"/>
                    <a:pt x="97" y="304"/>
                    <a:pt x="114" y="312"/>
                  </a:cubicBezTo>
                  <a:cubicBezTo>
                    <a:pt x="123" y="316"/>
                    <a:pt x="131" y="320"/>
                    <a:pt x="137" y="322"/>
                  </a:cubicBezTo>
                  <a:cubicBezTo>
                    <a:pt x="140" y="323"/>
                    <a:pt x="142" y="324"/>
                    <a:pt x="144" y="325"/>
                  </a:cubicBezTo>
                  <a:cubicBezTo>
                    <a:pt x="145" y="326"/>
                    <a:pt x="145" y="326"/>
                    <a:pt x="146" y="326"/>
                  </a:cubicBezTo>
                  <a:cubicBezTo>
                    <a:pt x="147" y="326"/>
                    <a:pt x="147" y="326"/>
                    <a:pt x="147" y="326"/>
                  </a:cubicBezTo>
                  <a:cubicBezTo>
                    <a:pt x="147" y="326"/>
                    <a:pt x="147" y="326"/>
                    <a:pt x="147" y="326"/>
                  </a:cubicBezTo>
                  <a:cubicBezTo>
                    <a:pt x="148" y="327"/>
                    <a:pt x="148" y="327"/>
                    <a:pt x="148" y="327"/>
                  </a:cubicBezTo>
                  <a:cubicBezTo>
                    <a:pt x="149" y="327"/>
                    <a:pt x="149" y="327"/>
                    <a:pt x="150" y="326"/>
                  </a:cubicBezTo>
                  <a:cubicBezTo>
                    <a:pt x="150" y="326"/>
                    <a:pt x="151" y="326"/>
                    <a:pt x="152" y="325"/>
                  </a:cubicBezTo>
                  <a:cubicBezTo>
                    <a:pt x="152" y="325"/>
                    <a:pt x="152" y="325"/>
                    <a:pt x="152" y="325"/>
                  </a:cubicBezTo>
                  <a:cubicBezTo>
                    <a:pt x="152" y="324"/>
                    <a:pt x="152" y="323"/>
                    <a:pt x="152" y="323"/>
                  </a:cubicBezTo>
                  <a:cubicBezTo>
                    <a:pt x="152" y="321"/>
                    <a:pt x="152" y="321"/>
                    <a:pt x="152" y="320"/>
                  </a:cubicBezTo>
                  <a:cubicBezTo>
                    <a:pt x="151" y="319"/>
                    <a:pt x="151" y="319"/>
                    <a:pt x="151" y="319"/>
                  </a:cubicBezTo>
                  <a:cubicBezTo>
                    <a:pt x="150" y="318"/>
                    <a:pt x="149" y="317"/>
                    <a:pt x="148" y="316"/>
                  </a:cubicBezTo>
                  <a:cubicBezTo>
                    <a:pt x="143" y="313"/>
                    <a:pt x="135" y="308"/>
                    <a:pt x="125" y="301"/>
                  </a:cubicBezTo>
                  <a:cubicBezTo>
                    <a:pt x="94" y="282"/>
                    <a:pt x="48" y="255"/>
                    <a:pt x="48" y="255"/>
                  </a:cubicBezTo>
                  <a:cubicBezTo>
                    <a:pt x="46" y="259"/>
                    <a:pt x="46" y="259"/>
                    <a:pt x="46" y="259"/>
                  </a:cubicBezTo>
                  <a:cubicBezTo>
                    <a:pt x="44" y="262"/>
                    <a:pt x="44" y="262"/>
                    <a:pt x="44" y="262"/>
                  </a:cubicBezTo>
                  <a:cubicBezTo>
                    <a:pt x="175" y="325"/>
                    <a:pt x="175" y="325"/>
                    <a:pt x="175" y="325"/>
                  </a:cubicBezTo>
                  <a:cubicBezTo>
                    <a:pt x="177" y="326"/>
                    <a:pt x="179" y="325"/>
                    <a:pt x="180" y="323"/>
                  </a:cubicBezTo>
                  <a:cubicBezTo>
                    <a:pt x="181" y="321"/>
                    <a:pt x="181" y="319"/>
                    <a:pt x="179" y="318"/>
                  </a:cubicBezTo>
                  <a:cubicBezTo>
                    <a:pt x="179" y="318"/>
                    <a:pt x="177" y="316"/>
                    <a:pt x="173" y="314"/>
                  </a:cubicBezTo>
                  <a:cubicBezTo>
                    <a:pt x="161" y="307"/>
                    <a:pt x="131" y="290"/>
                    <a:pt x="104" y="273"/>
                  </a:cubicBezTo>
                  <a:cubicBezTo>
                    <a:pt x="91" y="265"/>
                    <a:pt x="78" y="257"/>
                    <a:pt x="68" y="251"/>
                  </a:cubicBezTo>
                  <a:cubicBezTo>
                    <a:pt x="64" y="248"/>
                    <a:pt x="60" y="245"/>
                    <a:pt x="57" y="243"/>
                  </a:cubicBezTo>
                  <a:cubicBezTo>
                    <a:pt x="56" y="242"/>
                    <a:pt x="55" y="241"/>
                    <a:pt x="55" y="241"/>
                  </a:cubicBezTo>
                  <a:cubicBezTo>
                    <a:pt x="54" y="241"/>
                    <a:pt x="54" y="241"/>
                    <a:pt x="54" y="241"/>
                  </a:cubicBezTo>
                  <a:cubicBezTo>
                    <a:pt x="54" y="240"/>
                    <a:pt x="54" y="240"/>
                    <a:pt x="54" y="240"/>
                  </a:cubicBezTo>
                  <a:cubicBezTo>
                    <a:pt x="53" y="242"/>
                    <a:pt x="53" y="242"/>
                    <a:pt x="53" y="242"/>
                  </a:cubicBezTo>
                  <a:cubicBezTo>
                    <a:pt x="54" y="241"/>
                    <a:pt x="54" y="241"/>
                    <a:pt x="54" y="241"/>
                  </a:cubicBezTo>
                  <a:cubicBezTo>
                    <a:pt x="54" y="240"/>
                    <a:pt x="54" y="240"/>
                    <a:pt x="54" y="240"/>
                  </a:cubicBezTo>
                  <a:cubicBezTo>
                    <a:pt x="53" y="242"/>
                    <a:pt x="53" y="242"/>
                    <a:pt x="53" y="242"/>
                  </a:cubicBezTo>
                  <a:cubicBezTo>
                    <a:pt x="54" y="241"/>
                    <a:pt x="54" y="241"/>
                    <a:pt x="54" y="241"/>
                  </a:cubicBezTo>
                  <a:cubicBezTo>
                    <a:pt x="51" y="242"/>
                    <a:pt x="51" y="242"/>
                    <a:pt x="51" y="242"/>
                  </a:cubicBezTo>
                  <a:cubicBezTo>
                    <a:pt x="55" y="242"/>
                    <a:pt x="55" y="242"/>
                    <a:pt x="55" y="242"/>
                  </a:cubicBezTo>
                  <a:cubicBezTo>
                    <a:pt x="55" y="241"/>
                    <a:pt x="55" y="241"/>
                    <a:pt x="54" y="241"/>
                  </a:cubicBezTo>
                  <a:cubicBezTo>
                    <a:pt x="51" y="242"/>
                    <a:pt x="51" y="242"/>
                    <a:pt x="51" y="242"/>
                  </a:cubicBezTo>
                  <a:cubicBezTo>
                    <a:pt x="55" y="242"/>
                    <a:pt x="55" y="242"/>
                    <a:pt x="55" y="242"/>
                  </a:cubicBezTo>
                  <a:cubicBezTo>
                    <a:pt x="51" y="242"/>
                    <a:pt x="51" y="242"/>
                    <a:pt x="51" y="242"/>
                  </a:cubicBezTo>
                  <a:cubicBezTo>
                    <a:pt x="54" y="244"/>
                    <a:pt x="54" y="244"/>
                    <a:pt x="54" y="244"/>
                  </a:cubicBezTo>
                  <a:cubicBezTo>
                    <a:pt x="55" y="244"/>
                    <a:pt x="55" y="243"/>
                    <a:pt x="55" y="242"/>
                  </a:cubicBezTo>
                  <a:cubicBezTo>
                    <a:pt x="51" y="242"/>
                    <a:pt x="51" y="242"/>
                    <a:pt x="51" y="242"/>
                  </a:cubicBezTo>
                  <a:cubicBezTo>
                    <a:pt x="54" y="244"/>
                    <a:pt x="54" y="244"/>
                    <a:pt x="54" y="244"/>
                  </a:cubicBezTo>
                  <a:cubicBezTo>
                    <a:pt x="51" y="242"/>
                    <a:pt x="51" y="242"/>
                    <a:pt x="51" y="242"/>
                  </a:cubicBezTo>
                  <a:cubicBezTo>
                    <a:pt x="49" y="246"/>
                    <a:pt x="49" y="246"/>
                    <a:pt x="49" y="246"/>
                  </a:cubicBezTo>
                  <a:cubicBezTo>
                    <a:pt x="49" y="246"/>
                    <a:pt x="87" y="267"/>
                    <a:pt x="126" y="287"/>
                  </a:cubicBezTo>
                  <a:cubicBezTo>
                    <a:pt x="145" y="298"/>
                    <a:pt x="165" y="308"/>
                    <a:pt x="180" y="316"/>
                  </a:cubicBezTo>
                  <a:cubicBezTo>
                    <a:pt x="188" y="320"/>
                    <a:pt x="194" y="323"/>
                    <a:pt x="199" y="325"/>
                  </a:cubicBezTo>
                  <a:cubicBezTo>
                    <a:pt x="202" y="326"/>
                    <a:pt x="204" y="327"/>
                    <a:pt x="205" y="328"/>
                  </a:cubicBezTo>
                  <a:cubicBezTo>
                    <a:pt x="206" y="328"/>
                    <a:pt x="207" y="328"/>
                    <a:pt x="208" y="329"/>
                  </a:cubicBezTo>
                  <a:cubicBezTo>
                    <a:pt x="208" y="329"/>
                    <a:pt x="209" y="329"/>
                    <a:pt x="210" y="329"/>
                  </a:cubicBezTo>
                  <a:cubicBezTo>
                    <a:pt x="210" y="329"/>
                    <a:pt x="211" y="329"/>
                    <a:pt x="211" y="329"/>
                  </a:cubicBezTo>
                  <a:cubicBezTo>
                    <a:pt x="212" y="329"/>
                    <a:pt x="213" y="328"/>
                    <a:pt x="214" y="327"/>
                  </a:cubicBezTo>
                  <a:cubicBezTo>
                    <a:pt x="214" y="326"/>
                    <a:pt x="214" y="326"/>
                    <a:pt x="214" y="325"/>
                  </a:cubicBezTo>
                  <a:cubicBezTo>
                    <a:pt x="214" y="324"/>
                    <a:pt x="214" y="323"/>
                    <a:pt x="214" y="323"/>
                  </a:cubicBezTo>
                  <a:cubicBezTo>
                    <a:pt x="213" y="322"/>
                    <a:pt x="213" y="322"/>
                    <a:pt x="213" y="322"/>
                  </a:cubicBezTo>
                  <a:cubicBezTo>
                    <a:pt x="213" y="322"/>
                    <a:pt x="213" y="322"/>
                    <a:pt x="213" y="322"/>
                  </a:cubicBezTo>
                  <a:cubicBezTo>
                    <a:pt x="212" y="321"/>
                    <a:pt x="212" y="321"/>
                    <a:pt x="212" y="321"/>
                  </a:cubicBezTo>
                  <a:cubicBezTo>
                    <a:pt x="212" y="321"/>
                    <a:pt x="211" y="321"/>
                    <a:pt x="209" y="320"/>
                  </a:cubicBezTo>
                  <a:cubicBezTo>
                    <a:pt x="199" y="313"/>
                    <a:pt x="162" y="291"/>
                    <a:pt x="127" y="270"/>
                  </a:cubicBezTo>
                  <a:cubicBezTo>
                    <a:pt x="110" y="259"/>
                    <a:pt x="93" y="249"/>
                    <a:pt x="81" y="241"/>
                  </a:cubicBezTo>
                  <a:cubicBezTo>
                    <a:pt x="75" y="238"/>
                    <a:pt x="70" y="234"/>
                    <a:pt x="67" y="232"/>
                  </a:cubicBezTo>
                  <a:cubicBezTo>
                    <a:pt x="65" y="231"/>
                    <a:pt x="64" y="230"/>
                    <a:pt x="63" y="229"/>
                  </a:cubicBezTo>
                  <a:cubicBezTo>
                    <a:pt x="62" y="229"/>
                    <a:pt x="62" y="228"/>
                    <a:pt x="62" y="228"/>
                  </a:cubicBezTo>
                  <a:cubicBezTo>
                    <a:pt x="62" y="229"/>
                    <a:pt x="62" y="229"/>
                    <a:pt x="62" y="229"/>
                  </a:cubicBezTo>
                  <a:cubicBezTo>
                    <a:pt x="62" y="228"/>
                    <a:pt x="62" y="228"/>
                    <a:pt x="62" y="228"/>
                  </a:cubicBezTo>
                  <a:cubicBezTo>
                    <a:pt x="62" y="228"/>
                    <a:pt x="62" y="228"/>
                    <a:pt x="62" y="228"/>
                  </a:cubicBezTo>
                  <a:cubicBezTo>
                    <a:pt x="62" y="229"/>
                    <a:pt x="62" y="229"/>
                    <a:pt x="62" y="229"/>
                  </a:cubicBezTo>
                  <a:cubicBezTo>
                    <a:pt x="62" y="228"/>
                    <a:pt x="62" y="228"/>
                    <a:pt x="62" y="228"/>
                  </a:cubicBezTo>
                  <a:cubicBezTo>
                    <a:pt x="60" y="230"/>
                    <a:pt x="60" y="230"/>
                    <a:pt x="60" y="230"/>
                  </a:cubicBezTo>
                  <a:cubicBezTo>
                    <a:pt x="62" y="229"/>
                    <a:pt x="62" y="229"/>
                    <a:pt x="62" y="229"/>
                  </a:cubicBezTo>
                  <a:cubicBezTo>
                    <a:pt x="62" y="228"/>
                    <a:pt x="62" y="228"/>
                    <a:pt x="62" y="228"/>
                  </a:cubicBezTo>
                  <a:cubicBezTo>
                    <a:pt x="60" y="230"/>
                    <a:pt x="60" y="230"/>
                    <a:pt x="60" y="230"/>
                  </a:cubicBezTo>
                  <a:cubicBezTo>
                    <a:pt x="62" y="229"/>
                    <a:pt x="62" y="229"/>
                    <a:pt x="62" y="229"/>
                  </a:cubicBezTo>
                  <a:cubicBezTo>
                    <a:pt x="59" y="230"/>
                    <a:pt x="59" y="230"/>
                    <a:pt x="59" y="230"/>
                  </a:cubicBezTo>
                  <a:cubicBezTo>
                    <a:pt x="63" y="230"/>
                    <a:pt x="63" y="230"/>
                    <a:pt x="63" y="230"/>
                  </a:cubicBezTo>
                  <a:cubicBezTo>
                    <a:pt x="63" y="229"/>
                    <a:pt x="63" y="229"/>
                    <a:pt x="62" y="229"/>
                  </a:cubicBezTo>
                  <a:cubicBezTo>
                    <a:pt x="59" y="230"/>
                    <a:pt x="59" y="230"/>
                    <a:pt x="59" y="230"/>
                  </a:cubicBezTo>
                  <a:cubicBezTo>
                    <a:pt x="63" y="230"/>
                    <a:pt x="63" y="230"/>
                    <a:pt x="63" y="230"/>
                  </a:cubicBezTo>
                  <a:cubicBezTo>
                    <a:pt x="59" y="230"/>
                    <a:pt x="59" y="230"/>
                    <a:pt x="59" y="230"/>
                  </a:cubicBezTo>
                  <a:cubicBezTo>
                    <a:pt x="62" y="233"/>
                    <a:pt x="62" y="233"/>
                    <a:pt x="62" y="233"/>
                  </a:cubicBezTo>
                  <a:cubicBezTo>
                    <a:pt x="63" y="232"/>
                    <a:pt x="63" y="231"/>
                    <a:pt x="63" y="230"/>
                  </a:cubicBezTo>
                  <a:cubicBezTo>
                    <a:pt x="59" y="230"/>
                    <a:pt x="59" y="230"/>
                    <a:pt x="59" y="230"/>
                  </a:cubicBezTo>
                  <a:cubicBezTo>
                    <a:pt x="62" y="233"/>
                    <a:pt x="62" y="233"/>
                    <a:pt x="62" y="233"/>
                  </a:cubicBezTo>
                  <a:cubicBezTo>
                    <a:pt x="59" y="230"/>
                    <a:pt x="59" y="230"/>
                    <a:pt x="59" y="230"/>
                  </a:cubicBezTo>
                  <a:cubicBezTo>
                    <a:pt x="59" y="234"/>
                    <a:pt x="59" y="234"/>
                    <a:pt x="59" y="234"/>
                  </a:cubicBezTo>
                  <a:cubicBezTo>
                    <a:pt x="59" y="230"/>
                    <a:pt x="59" y="230"/>
                    <a:pt x="59" y="230"/>
                  </a:cubicBezTo>
                  <a:cubicBezTo>
                    <a:pt x="58" y="234"/>
                    <a:pt x="58" y="234"/>
                    <a:pt x="58" y="234"/>
                  </a:cubicBezTo>
                  <a:cubicBezTo>
                    <a:pt x="58" y="234"/>
                    <a:pt x="58" y="234"/>
                    <a:pt x="59" y="234"/>
                  </a:cubicBezTo>
                  <a:cubicBezTo>
                    <a:pt x="59" y="230"/>
                    <a:pt x="59" y="230"/>
                    <a:pt x="59" y="230"/>
                  </a:cubicBezTo>
                  <a:cubicBezTo>
                    <a:pt x="58" y="234"/>
                    <a:pt x="58" y="234"/>
                    <a:pt x="58" y="234"/>
                  </a:cubicBezTo>
                  <a:cubicBezTo>
                    <a:pt x="59" y="230"/>
                    <a:pt x="59" y="230"/>
                    <a:pt x="59" y="230"/>
                  </a:cubicBezTo>
                  <a:cubicBezTo>
                    <a:pt x="57" y="234"/>
                    <a:pt x="57" y="234"/>
                    <a:pt x="57" y="234"/>
                  </a:cubicBezTo>
                  <a:cubicBezTo>
                    <a:pt x="58" y="234"/>
                    <a:pt x="58" y="234"/>
                    <a:pt x="58" y="234"/>
                  </a:cubicBezTo>
                  <a:cubicBezTo>
                    <a:pt x="59" y="230"/>
                    <a:pt x="59" y="230"/>
                    <a:pt x="59" y="230"/>
                  </a:cubicBezTo>
                  <a:cubicBezTo>
                    <a:pt x="57" y="234"/>
                    <a:pt x="57" y="234"/>
                    <a:pt x="57" y="234"/>
                  </a:cubicBezTo>
                  <a:cubicBezTo>
                    <a:pt x="58" y="231"/>
                    <a:pt x="58" y="231"/>
                    <a:pt x="58" y="231"/>
                  </a:cubicBezTo>
                  <a:cubicBezTo>
                    <a:pt x="57" y="234"/>
                    <a:pt x="57" y="234"/>
                    <a:pt x="57" y="234"/>
                  </a:cubicBezTo>
                  <a:cubicBezTo>
                    <a:pt x="57" y="234"/>
                    <a:pt x="57" y="234"/>
                    <a:pt x="57" y="234"/>
                  </a:cubicBezTo>
                  <a:cubicBezTo>
                    <a:pt x="58" y="231"/>
                    <a:pt x="58" y="231"/>
                    <a:pt x="58" y="231"/>
                  </a:cubicBezTo>
                  <a:cubicBezTo>
                    <a:pt x="57" y="234"/>
                    <a:pt x="57" y="234"/>
                    <a:pt x="57" y="234"/>
                  </a:cubicBezTo>
                  <a:cubicBezTo>
                    <a:pt x="57" y="234"/>
                    <a:pt x="58" y="235"/>
                    <a:pt x="60" y="235"/>
                  </a:cubicBezTo>
                  <a:cubicBezTo>
                    <a:pt x="71" y="241"/>
                    <a:pt x="114" y="264"/>
                    <a:pt x="155" y="286"/>
                  </a:cubicBezTo>
                  <a:cubicBezTo>
                    <a:pt x="176" y="296"/>
                    <a:pt x="196" y="307"/>
                    <a:pt x="211" y="315"/>
                  </a:cubicBezTo>
                  <a:cubicBezTo>
                    <a:pt x="219" y="318"/>
                    <a:pt x="226" y="322"/>
                    <a:pt x="230" y="324"/>
                  </a:cubicBezTo>
                  <a:cubicBezTo>
                    <a:pt x="233" y="325"/>
                    <a:pt x="235" y="326"/>
                    <a:pt x="236" y="326"/>
                  </a:cubicBezTo>
                  <a:cubicBezTo>
                    <a:pt x="237" y="327"/>
                    <a:pt x="238" y="327"/>
                    <a:pt x="238" y="327"/>
                  </a:cubicBezTo>
                  <a:cubicBezTo>
                    <a:pt x="239" y="328"/>
                    <a:pt x="239" y="328"/>
                    <a:pt x="239" y="328"/>
                  </a:cubicBezTo>
                  <a:cubicBezTo>
                    <a:pt x="239" y="328"/>
                    <a:pt x="240" y="328"/>
                    <a:pt x="240" y="328"/>
                  </a:cubicBezTo>
                  <a:cubicBezTo>
                    <a:pt x="241" y="328"/>
                    <a:pt x="241" y="328"/>
                    <a:pt x="242" y="327"/>
                  </a:cubicBezTo>
                  <a:cubicBezTo>
                    <a:pt x="242" y="327"/>
                    <a:pt x="243" y="327"/>
                    <a:pt x="244" y="326"/>
                  </a:cubicBezTo>
                  <a:cubicBezTo>
                    <a:pt x="244" y="326"/>
                    <a:pt x="244" y="326"/>
                    <a:pt x="244" y="326"/>
                  </a:cubicBezTo>
                  <a:cubicBezTo>
                    <a:pt x="244" y="325"/>
                    <a:pt x="245" y="324"/>
                    <a:pt x="245" y="323"/>
                  </a:cubicBezTo>
                  <a:cubicBezTo>
                    <a:pt x="245" y="322"/>
                    <a:pt x="244" y="322"/>
                    <a:pt x="244" y="321"/>
                  </a:cubicBezTo>
                  <a:cubicBezTo>
                    <a:pt x="244" y="320"/>
                    <a:pt x="243" y="320"/>
                    <a:pt x="242" y="319"/>
                  </a:cubicBezTo>
                  <a:cubicBezTo>
                    <a:pt x="241" y="318"/>
                    <a:pt x="240" y="317"/>
                    <a:pt x="238" y="315"/>
                  </a:cubicBezTo>
                  <a:cubicBezTo>
                    <a:pt x="230" y="309"/>
                    <a:pt x="216" y="301"/>
                    <a:pt x="199" y="290"/>
                  </a:cubicBezTo>
                  <a:cubicBezTo>
                    <a:pt x="174" y="275"/>
                    <a:pt x="142" y="256"/>
                    <a:pt x="116" y="241"/>
                  </a:cubicBezTo>
                  <a:cubicBezTo>
                    <a:pt x="103" y="233"/>
                    <a:pt x="92" y="227"/>
                    <a:pt x="84" y="222"/>
                  </a:cubicBezTo>
                  <a:cubicBezTo>
                    <a:pt x="80" y="219"/>
                    <a:pt x="77" y="217"/>
                    <a:pt x="75" y="216"/>
                  </a:cubicBezTo>
                  <a:cubicBezTo>
                    <a:pt x="74" y="215"/>
                    <a:pt x="73" y="215"/>
                    <a:pt x="73" y="214"/>
                  </a:cubicBezTo>
                  <a:cubicBezTo>
                    <a:pt x="72" y="214"/>
                    <a:pt x="72" y="214"/>
                    <a:pt x="72" y="214"/>
                  </a:cubicBezTo>
                  <a:cubicBezTo>
                    <a:pt x="72" y="214"/>
                    <a:pt x="72" y="214"/>
                    <a:pt x="72" y="214"/>
                  </a:cubicBezTo>
                  <a:cubicBezTo>
                    <a:pt x="71" y="216"/>
                    <a:pt x="71" y="216"/>
                    <a:pt x="71" y="216"/>
                  </a:cubicBezTo>
                  <a:cubicBezTo>
                    <a:pt x="73" y="214"/>
                    <a:pt x="73" y="214"/>
                    <a:pt x="73" y="214"/>
                  </a:cubicBezTo>
                  <a:cubicBezTo>
                    <a:pt x="72" y="214"/>
                    <a:pt x="72" y="214"/>
                    <a:pt x="72" y="214"/>
                  </a:cubicBezTo>
                  <a:cubicBezTo>
                    <a:pt x="71" y="216"/>
                    <a:pt x="71" y="216"/>
                    <a:pt x="71" y="216"/>
                  </a:cubicBezTo>
                  <a:cubicBezTo>
                    <a:pt x="73" y="214"/>
                    <a:pt x="73" y="214"/>
                    <a:pt x="73" y="214"/>
                  </a:cubicBezTo>
                  <a:cubicBezTo>
                    <a:pt x="70" y="216"/>
                    <a:pt x="70" y="216"/>
                    <a:pt x="70" y="216"/>
                  </a:cubicBezTo>
                  <a:cubicBezTo>
                    <a:pt x="73" y="215"/>
                    <a:pt x="73" y="215"/>
                    <a:pt x="73" y="215"/>
                  </a:cubicBezTo>
                  <a:cubicBezTo>
                    <a:pt x="73" y="214"/>
                    <a:pt x="73" y="214"/>
                    <a:pt x="73" y="214"/>
                  </a:cubicBezTo>
                  <a:cubicBezTo>
                    <a:pt x="70" y="216"/>
                    <a:pt x="70" y="216"/>
                    <a:pt x="70" y="216"/>
                  </a:cubicBezTo>
                  <a:cubicBezTo>
                    <a:pt x="73" y="215"/>
                    <a:pt x="73" y="215"/>
                    <a:pt x="73" y="215"/>
                  </a:cubicBezTo>
                  <a:cubicBezTo>
                    <a:pt x="69" y="217"/>
                    <a:pt x="69" y="217"/>
                    <a:pt x="69" y="217"/>
                  </a:cubicBezTo>
                  <a:cubicBezTo>
                    <a:pt x="73" y="217"/>
                    <a:pt x="73" y="217"/>
                    <a:pt x="73" y="217"/>
                  </a:cubicBezTo>
                  <a:cubicBezTo>
                    <a:pt x="73" y="216"/>
                    <a:pt x="73" y="215"/>
                    <a:pt x="73" y="215"/>
                  </a:cubicBezTo>
                  <a:cubicBezTo>
                    <a:pt x="69" y="217"/>
                    <a:pt x="69" y="217"/>
                    <a:pt x="69" y="217"/>
                  </a:cubicBezTo>
                  <a:cubicBezTo>
                    <a:pt x="73" y="217"/>
                    <a:pt x="73" y="217"/>
                    <a:pt x="73" y="217"/>
                  </a:cubicBezTo>
                  <a:cubicBezTo>
                    <a:pt x="69" y="217"/>
                    <a:pt x="69" y="217"/>
                    <a:pt x="69" y="217"/>
                  </a:cubicBezTo>
                  <a:cubicBezTo>
                    <a:pt x="73" y="219"/>
                    <a:pt x="73" y="219"/>
                    <a:pt x="73" y="219"/>
                  </a:cubicBezTo>
                  <a:cubicBezTo>
                    <a:pt x="73" y="218"/>
                    <a:pt x="73" y="217"/>
                    <a:pt x="73" y="217"/>
                  </a:cubicBezTo>
                  <a:cubicBezTo>
                    <a:pt x="69" y="217"/>
                    <a:pt x="69" y="217"/>
                    <a:pt x="69" y="217"/>
                  </a:cubicBezTo>
                  <a:cubicBezTo>
                    <a:pt x="73" y="219"/>
                    <a:pt x="73" y="219"/>
                    <a:pt x="73" y="219"/>
                  </a:cubicBezTo>
                  <a:cubicBezTo>
                    <a:pt x="73" y="219"/>
                    <a:pt x="73" y="219"/>
                    <a:pt x="73" y="219"/>
                  </a:cubicBezTo>
                  <a:cubicBezTo>
                    <a:pt x="70" y="217"/>
                    <a:pt x="70" y="217"/>
                    <a:pt x="70" y="217"/>
                  </a:cubicBezTo>
                  <a:cubicBezTo>
                    <a:pt x="71" y="220"/>
                    <a:pt x="71" y="220"/>
                    <a:pt x="71" y="220"/>
                  </a:cubicBezTo>
                  <a:cubicBezTo>
                    <a:pt x="71" y="220"/>
                    <a:pt x="72" y="220"/>
                    <a:pt x="73" y="219"/>
                  </a:cubicBezTo>
                  <a:cubicBezTo>
                    <a:pt x="70" y="217"/>
                    <a:pt x="70" y="217"/>
                    <a:pt x="70" y="217"/>
                  </a:cubicBezTo>
                  <a:cubicBezTo>
                    <a:pt x="71" y="220"/>
                    <a:pt x="71" y="220"/>
                    <a:pt x="71" y="220"/>
                  </a:cubicBezTo>
                  <a:cubicBezTo>
                    <a:pt x="70" y="217"/>
                    <a:pt x="70" y="217"/>
                    <a:pt x="70" y="217"/>
                  </a:cubicBezTo>
                  <a:cubicBezTo>
                    <a:pt x="70" y="220"/>
                    <a:pt x="70" y="220"/>
                    <a:pt x="70" y="220"/>
                  </a:cubicBezTo>
                  <a:cubicBezTo>
                    <a:pt x="70" y="220"/>
                    <a:pt x="70" y="220"/>
                    <a:pt x="71" y="220"/>
                  </a:cubicBezTo>
                  <a:cubicBezTo>
                    <a:pt x="70" y="217"/>
                    <a:pt x="70" y="217"/>
                    <a:pt x="70" y="217"/>
                  </a:cubicBezTo>
                  <a:cubicBezTo>
                    <a:pt x="70" y="220"/>
                    <a:pt x="70" y="220"/>
                    <a:pt x="70" y="220"/>
                  </a:cubicBezTo>
                  <a:cubicBezTo>
                    <a:pt x="70" y="219"/>
                    <a:pt x="70" y="219"/>
                    <a:pt x="70" y="219"/>
                  </a:cubicBezTo>
                  <a:cubicBezTo>
                    <a:pt x="70" y="220"/>
                    <a:pt x="70" y="220"/>
                    <a:pt x="70" y="220"/>
                  </a:cubicBezTo>
                  <a:cubicBezTo>
                    <a:pt x="70" y="220"/>
                    <a:pt x="70" y="220"/>
                    <a:pt x="70" y="220"/>
                  </a:cubicBezTo>
                  <a:cubicBezTo>
                    <a:pt x="70" y="219"/>
                    <a:pt x="70" y="219"/>
                    <a:pt x="70" y="219"/>
                  </a:cubicBezTo>
                  <a:cubicBezTo>
                    <a:pt x="70" y="220"/>
                    <a:pt x="70" y="220"/>
                    <a:pt x="70" y="220"/>
                  </a:cubicBezTo>
                  <a:cubicBezTo>
                    <a:pt x="70" y="220"/>
                    <a:pt x="70" y="220"/>
                    <a:pt x="70" y="220"/>
                  </a:cubicBezTo>
                  <a:cubicBezTo>
                    <a:pt x="70" y="220"/>
                    <a:pt x="72" y="221"/>
                    <a:pt x="74" y="222"/>
                  </a:cubicBezTo>
                  <a:cubicBezTo>
                    <a:pt x="82" y="225"/>
                    <a:pt x="98" y="234"/>
                    <a:pt x="118" y="245"/>
                  </a:cubicBezTo>
                  <a:cubicBezTo>
                    <a:pt x="147" y="261"/>
                    <a:pt x="185" y="282"/>
                    <a:pt x="216" y="300"/>
                  </a:cubicBezTo>
                  <a:cubicBezTo>
                    <a:pt x="232" y="308"/>
                    <a:pt x="245" y="316"/>
                    <a:pt x="256" y="321"/>
                  </a:cubicBezTo>
                  <a:cubicBezTo>
                    <a:pt x="261" y="324"/>
                    <a:pt x="266" y="326"/>
                    <a:pt x="269" y="328"/>
                  </a:cubicBezTo>
                  <a:cubicBezTo>
                    <a:pt x="271" y="329"/>
                    <a:pt x="272" y="329"/>
                    <a:pt x="273" y="330"/>
                  </a:cubicBezTo>
                  <a:cubicBezTo>
                    <a:pt x="274" y="330"/>
                    <a:pt x="274" y="330"/>
                    <a:pt x="275" y="330"/>
                  </a:cubicBezTo>
                  <a:cubicBezTo>
                    <a:pt x="275" y="331"/>
                    <a:pt x="276" y="331"/>
                    <a:pt x="277" y="331"/>
                  </a:cubicBezTo>
                  <a:cubicBezTo>
                    <a:pt x="277" y="331"/>
                    <a:pt x="278" y="331"/>
                    <a:pt x="278" y="330"/>
                  </a:cubicBezTo>
                  <a:cubicBezTo>
                    <a:pt x="279" y="330"/>
                    <a:pt x="280" y="330"/>
                    <a:pt x="281" y="329"/>
                  </a:cubicBezTo>
                  <a:cubicBezTo>
                    <a:pt x="281" y="328"/>
                    <a:pt x="281" y="327"/>
                    <a:pt x="281" y="326"/>
                  </a:cubicBezTo>
                  <a:cubicBezTo>
                    <a:pt x="281" y="325"/>
                    <a:pt x="280" y="324"/>
                    <a:pt x="279" y="323"/>
                  </a:cubicBezTo>
                  <a:cubicBezTo>
                    <a:pt x="74" y="195"/>
                    <a:pt x="74" y="195"/>
                    <a:pt x="74" y="195"/>
                  </a:cubicBezTo>
                  <a:cubicBezTo>
                    <a:pt x="72" y="198"/>
                    <a:pt x="72" y="198"/>
                    <a:pt x="72" y="198"/>
                  </a:cubicBezTo>
                  <a:cubicBezTo>
                    <a:pt x="75" y="200"/>
                    <a:pt x="75" y="200"/>
                    <a:pt x="75" y="200"/>
                  </a:cubicBezTo>
                  <a:cubicBezTo>
                    <a:pt x="72" y="198"/>
                    <a:pt x="72" y="198"/>
                    <a:pt x="72" y="198"/>
                  </a:cubicBezTo>
                  <a:cubicBezTo>
                    <a:pt x="73" y="202"/>
                    <a:pt x="73" y="202"/>
                    <a:pt x="73" y="202"/>
                  </a:cubicBezTo>
                  <a:cubicBezTo>
                    <a:pt x="74" y="202"/>
                    <a:pt x="75" y="201"/>
                    <a:pt x="75" y="200"/>
                  </a:cubicBezTo>
                  <a:cubicBezTo>
                    <a:pt x="72" y="198"/>
                    <a:pt x="72" y="198"/>
                    <a:pt x="72" y="198"/>
                  </a:cubicBezTo>
                  <a:cubicBezTo>
                    <a:pt x="73" y="202"/>
                    <a:pt x="73" y="202"/>
                    <a:pt x="73" y="202"/>
                  </a:cubicBezTo>
                  <a:cubicBezTo>
                    <a:pt x="72" y="198"/>
                    <a:pt x="72" y="198"/>
                    <a:pt x="72" y="198"/>
                  </a:cubicBezTo>
                  <a:cubicBezTo>
                    <a:pt x="72" y="202"/>
                    <a:pt x="72" y="202"/>
                    <a:pt x="72" y="202"/>
                  </a:cubicBezTo>
                  <a:cubicBezTo>
                    <a:pt x="72" y="202"/>
                    <a:pt x="72" y="202"/>
                    <a:pt x="73" y="202"/>
                  </a:cubicBezTo>
                  <a:cubicBezTo>
                    <a:pt x="72" y="198"/>
                    <a:pt x="72" y="198"/>
                    <a:pt x="72" y="198"/>
                  </a:cubicBezTo>
                  <a:cubicBezTo>
                    <a:pt x="72" y="202"/>
                    <a:pt x="72" y="202"/>
                    <a:pt x="72" y="202"/>
                  </a:cubicBezTo>
                  <a:cubicBezTo>
                    <a:pt x="72" y="199"/>
                    <a:pt x="72" y="199"/>
                    <a:pt x="72" y="199"/>
                  </a:cubicBezTo>
                  <a:cubicBezTo>
                    <a:pt x="71" y="202"/>
                    <a:pt x="71" y="202"/>
                    <a:pt x="71" y="202"/>
                  </a:cubicBezTo>
                  <a:cubicBezTo>
                    <a:pt x="71" y="202"/>
                    <a:pt x="71" y="202"/>
                    <a:pt x="72" y="202"/>
                  </a:cubicBezTo>
                  <a:cubicBezTo>
                    <a:pt x="72" y="199"/>
                    <a:pt x="72" y="199"/>
                    <a:pt x="72" y="199"/>
                  </a:cubicBezTo>
                  <a:cubicBezTo>
                    <a:pt x="71" y="202"/>
                    <a:pt x="71" y="202"/>
                    <a:pt x="71" y="202"/>
                  </a:cubicBezTo>
                  <a:cubicBezTo>
                    <a:pt x="71" y="201"/>
                    <a:pt x="71" y="201"/>
                    <a:pt x="71" y="201"/>
                  </a:cubicBezTo>
                  <a:cubicBezTo>
                    <a:pt x="71" y="202"/>
                    <a:pt x="71" y="202"/>
                    <a:pt x="71" y="202"/>
                  </a:cubicBezTo>
                  <a:cubicBezTo>
                    <a:pt x="71" y="202"/>
                    <a:pt x="71" y="202"/>
                    <a:pt x="71" y="202"/>
                  </a:cubicBezTo>
                  <a:cubicBezTo>
                    <a:pt x="71" y="201"/>
                    <a:pt x="71" y="201"/>
                    <a:pt x="71" y="201"/>
                  </a:cubicBezTo>
                  <a:cubicBezTo>
                    <a:pt x="71" y="202"/>
                    <a:pt x="71" y="202"/>
                    <a:pt x="71" y="202"/>
                  </a:cubicBezTo>
                  <a:cubicBezTo>
                    <a:pt x="71" y="202"/>
                    <a:pt x="71" y="202"/>
                    <a:pt x="72" y="203"/>
                  </a:cubicBezTo>
                  <a:cubicBezTo>
                    <a:pt x="75" y="204"/>
                    <a:pt x="80" y="207"/>
                    <a:pt x="88" y="211"/>
                  </a:cubicBezTo>
                  <a:cubicBezTo>
                    <a:pt x="114" y="226"/>
                    <a:pt x="166" y="256"/>
                    <a:pt x="213" y="283"/>
                  </a:cubicBezTo>
                  <a:cubicBezTo>
                    <a:pt x="236" y="296"/>
                    <a:pt x="258" y="309"/>
                    <a:pt x="275" y="318"/>
                  </a:cubicBezTo>
                  <a:cubicBezTo>
                    <a:pt x="283" y="322"/>
                    <a:pt x="290" y="326"/>
                    <a:pt x="296" y="328"/>
                  </a:cubicBezTo>
                  <a:cubicBezTo>
                    <a:pt x="299" y="330"/>
                    <a:pt x="301" y="331"/>
                    <a:pt x="303" y="331"/>
                  </a:cubicBezTo>
                  <a:cubicBezTo>
                    <a:pt x="304" y="332"/>
                    <a:pt x="305" y="332"/>
                    <a:pt x="306" y="332"/>
                  </a:cubicBezTo>
                  <a:cubicBezTo>
                    <a:pt x="306" y="333"/>
                    <a:pt x="307" y="333"/>
                    <a:pt x="308" y="333"/>
                  </a:cubicBezTo>
                  <a:cubicBezTo>
                    <a:pt x="309" y="333"/>
                    <a:pt x="309" y="333"/>
                    <a:pt x="310" y="332"/>
                  </a:cubicBezTo>
                  <a:cubicBezTo>
                    <a:pt x="310" y="332"/>
                    <a:pt x="311" y="332"/>
                    <a:pt x="312" y="331"/>
                  </a:cubicBezTo>
                  <a:cubicBezTo>
                    <a:pt x="313" y="330"/>
                    <a:pt x="313" y="329"/>
                    <a:pt x="313" y="328"/>
                  </a:cubicBezTo>
                  <a:cubicBezTo>
                    <a:pt x="312" y="327"/>
                    <a:pt x="312" y="326"/>
                    <a:pt x="311" y="325"/>
                  </a:cubicBezTo>
                  <a:cubicBezTo>
                    <a:pt x="236" y="279"/>
                    <a:pt x="236" y="279"/>
                    <a:pt x="236" y="279"/>
                  </a:cubicBezTo>
                  <a:cubicBezTo>
                    <a:pt x="326" y="330"/>
                    <a:pt x="326" y="330"/>
                    <a:pt x="326" y="330"/>
                  </a:cubicBezTo>
                  <a:cubicBezTo>
                    <a:pt x="328" y="331"/>
                    <a:pt x="331" y="330"/>
                    <a:pt x="332" y="328"/>
                  </a:cubicBezTo>
                  <a:cubicBezTo>
                    <a:pt x="333" y="326"/>
                    <a:pt x="332" y="324"/>
                    <a:pt x="331" y="323"/>
                  </a:cubicBezTo>
                  <a:cubicBezTo>
                    <a:pt x="82" y="168"/>
                    <a:pt x="82" y="168"/>
                    <a:pt x="82" y="168"/>
                  </a:cubicBezTo>
                  <a:cubicBezTo>
                    <a:pt x="80" y="171"/>
                    <a:pt x="80" y="171"/>
                    <a:pt x="80" y="171"/>
                  </a:cubicBezTo>
                  <a:cubicBezTo>
                    <a:pt x="84" y="173"/>
                    <a:pt x="84" y="173"/>
                    <a:pt x="84" y="173"/>
                  </a:cubicBezTo>
                  <a:cubicBezTo>
                    <a:pt x="80" y="171"/>
                    <a:pt x="80" y="171"/>
                    <a:pt x="80" y="171"/>
                  </a:cubicBezTo>
                  <a:cubicBezTo>
                    <a:pt x="82" y="175"/>
                    <a:pt x="82" y="175"/>
                    <a:pt x="82" y="175"/>
                  </a:cubicBezTo>
                  <a:cubicBezTo>
                    <a:pt x="82" y="174"/>
                    <a:pt x="83" y="174"/>
                    <a:pt x="84" y="173"/>
                  </a:cubicBezTo>
                  <a:cubicBezTo>
                    <a:pt x="80" y="171"/>
                    <a:pt x="80" y="171"/>
                    <a:pt x="80" y="171"/>
                  </a:cubicBezTo>
                  <a:cubicBezTo>
                    <a:pt x="82" y="175"/>
                    <a:pt x="82" y="175"/>
                    <a:pt x="82" y="175"/>
                  </a:cubicBezTo>
                  <a:cubicBezTo>
                    <a:pt x="81" y="172"/>
                    <a:pt x="81" y="172"/>
                    <a:pt x="81" y="172"/>
                  </a:cubicBezTo>
                  <a:cubicBezTo>
                    <a:pt x="81" y="175"/>
                    <a:pt x="81" y="175"/>
                    <a:pt x="81" y="175"/>
                  </a:cubicBezTo>
                  <a:cubicBezTo>
                    <a:pt x="81" y="175"/>
                    <a:pt x="81" y="175"/>
                    <a:pt x="82" y="175"/>
                  </a:cubicBezTo>
                  <a:cubicBezTo>
                    <a:pt x="81" y="172"/>
                    <a:pt x="81" y="172"/>
                    <a:pt x="81" y="172"/>
                  </a:cubicBezTo>
                  <a:cubicBezTo>
                    <a:pt x="81" y="175"/>
                    <a:pt x="81" y="175"/>
                    <a:pt x="81" y="175"/>
                  </a:cubicBezTo>
                  <a:cubicBezTo>
                    <a:pt x="81" y="174"/>
                    <a:pt x="81" y="174"/>
                    <a:pt x="81" y="174"/>
                  </a:cubicBezTo>
                  <a:cubicBezTo>
                    <a:pt x="81" y="175"/>
                    <a:pt x="81" y="175"/>
                    <a:pt x="81" y="175"/>
                  </a:cubicBezTo>
                  <a:cubicBezTo>
                    <a:pt x="81" y="175"/>
                    <a:pt x="81" y="175"/>
                    <a:pt x="81" y="175"/>
                  </a:cubicBezTo>
                  <a:cubicBezTo>
                    <a:pt x="81" y="174"/>
                    <a:pt x="81" y="174"/>
                    <a:pt x="81" y="174"/>
                  </a:cubicBezTo>
                  <a:cubicBezTo>
                    <a:pt x="81" y="175"/>
                    <a:pt x="81" y="175"/>
                    <a:pt x="81" y="175"/>
                  </a:cubicBezTo>
                  <a:cubicBezTo>
                    <a:pt x="81" y="175"/>
                    <a:pt x="81" y="175"/>
                    <a:pt x="82" y="175"/>
                  </a:cubicBezTo>
                  <a:cubicBezTo>
                    <a:pt x="85" y="176"/>
                    <a:pt x="93" y="180"/>
                    <a:pt x="102" y="185"/>
                  </a:cubicBezTo>
                  <a:cubicBezTo>
                    <a:pt x="135" y="203"/>
                    <a:pt x="197" y="240"/>
                    <a:pt x="253" y="272"/>
                  </a:cubicBezTo>
                  <a:cubicBezTo>
                    <a:pt x="281" y="289"/>
                    <a:pt x="307" y="304"/>
                    <a:pt x="327" y="315"/>
                  </a:cubicBezTo>
                  <a:cubicBezTo>
                    <a:pt x="337" y="320"/>
                    <a:pt x="345" y="325"/>
                    <a:pt x="352" y="328"/>
                  </a:cubicBezTo>
                  <a:cubicBezTo>
                    <a:pt x="355" y="330"/>
                    <a:pt x="358" y="331"/>
                    <a:pt x="360" y="332"/>
                  </a:cubicBezTo>
                  <a:cubicBezTo>
                    <a:pt x="361" y="332"/>
                    <a:pt x="362" y="333"/>
                    <a:pt x="363" y="333"/>
                  </a:cubicBezTo>
                  <a:cubicBezTo>
                    <a:pt x="364" y="333"/>
                    <a:pt x="365" y="333"/>
                    <a:pt x="366" y="333"/>
                  </a:cubicBezTo>
                  <a:cubicBezTo>
                    <a:pt x="366" y="333"/>
                    <a:pt x="367" y="333"/>
                    <a:pt x="368" y="333"/>
                  </a:cubicBezTo>
                  <a:cubicBezTo>
                    <a:pt x="368" y="333"/>
                    <a:pt x="369" y="332"/>
                    <a:pt x="370" y="331"/>
                  </a:cubicBezTo>
                  <a:cubicBezTo>
                    <a:pt x="370" y="330"/>
                    <a:pt x="371" y="329"/>
                    <a:pt x="370" y="328"/>
                  </a:cubicBezTo>
                  <a:cubicBezTo>
                    <a:pt x="370" y="327"/>
                    <a:pt x="369" y="326"/>
                    <a:pt x="369" y="326"/>
                  </a:cubicBezTo>
                  <a:cubicBezTo>
                    <a:pt x="82" y="147"/>
                    <a:pt x="82" y="147"/>
                    <a:pt x="82" y="147"/>
                  </a:cubicBezTo>
                  <a:cubicBezTo>
                    <a:pt x="80" y="150"/>
                    <a:pt x="80" y="150"/>
                    <a:pt x="80" y="150"/>
                  </a:cubicBezTo>
                  <a:cubicBezTo>
                    <a:pt x="84" y="152"/>
                    <a:pt x="84" y="152"/>
                    <a:pt x="84" y="152"/>
                  </a:cubicBezTo>
                  <a:cubicBezTo>
                    <a:pt x="80" y="150"/>
                    <a:pt x="80" y="150"/>
                    <a:pt x="80" y="150"/>
                  </a:cubicBezTo>
                  <a:cubicBezTo>
                    <a:pt x="82" y="154"/>
                    <a:pt x="82" y="154"/>
                    <a:pt x="82" y="154"/>
                  </a:cubicBezTo>
                  <a:cubicBezTo>
                    <a:pt x="82" y="154"/>
                    <a:pt x="83" y="153"/>
                    <a:pt x="84" y="152"/>
                  </a:cubicBezTo>
                  <a:cubicBezTo>
                    <a:pt x="80" y="150"/>
                    <a:pt x="80" y="150"/>
                    <a:pt x="80" y="150"/>
                  </a:cubicBezTo>
                  <a:cubicBezTo>
                    <a:pt x="82" y="154"/>
                    <a:pt x="82" y="154"/>
                    <a:pt x="82" y="154"/>
                  </a:cubicBezTo>
                  <a:cubicBezTo>
                    <a:pt x="80" y="150"/>
                    <a:pt x="80" y="150"/>
                    <a:pt x="80" y="150"/>
                  </a:cubicBezTo>
                  <a:cubicBezTo>
                    <a:pt x="80" y="154"/>
                    <a:pt x="80" y="154"/>
                    <a:pt x="80" y="154"/>
                  </a:cubicBezTo>
                  <a:cubicBezTo>
                    <a:pt x="81" y="154"/>
                    <a:pt x="81" y="154"/>
                    <a:pt x="82" y="154"/>
                  </a:cubicBezTo>
                  <a:cubicBezTo>
                    <a:pt x="80" y="150"/>
                    <a:pt x="80" y="150"/>
                    <a:pt x="80" y="150"/>
                  </a:cubicBezTo>
                  <a:cubicBezTo>
                    <a:pt x="80" y="154"/>
                    <a:pt x="80" y="154"/>
                    <a:pt x="80" y="154"/>
                  </a:cubicBezTo>
                  <a:cubicBezTo>
                    <a:pt x="80" y="151"/>
                    <a:pt x="80" y="151"/>
                    <a:pt x="80" y="151"/>
                  </a:cubicBezTo>
                  <a:cubicBezTo>
                    <a:pt x="79" y="154"/>
                    <a:pt x="79" y="154"/>
                    <a:pt x="79" y="154"/>
                  </a:cubicBezTo>
                  <a:cubicBezTo>
                    <a:pt x="80" y="154"/>
                    <a:pt x="80" y="154"/>
                    <a:pt x="80" y="154"/>
                  </a:cubicBezTo>
                  <a:cubicBezTo>
                    <a:pt x="80" y="151"/>
                    <a:pt x="80" y="151"/>
                    <a:pt x="80" y="151"/>
                  </a:cubicBezTo>
                  <a:cubicBezTo>
                    <a:pt x="79" y="154"/>
                    <a:pt x="79" y="154"/>
                    <a:pt x="79" y="154"/>
                  </a:cubicBezTo>
                  <a:cubicBezTo>
                    <a:pt x="80" y="153"/>
                    <a:pt x="80" y="153"/>
                    <a:pt x="80" y="153"/>
                  </a:cubicBezTo>
                  <a:cubicBezTo>
                    <a:pt x="79" y="154"/>
                    <a:pt x="79" y="154"/>
                    <a:pt x="79" y="154"/>
                  </a:cubicBezTo>
                  <a:cubicBezTo>
                    <a:pt x="79" y="154"/>
                    <a:pt x="79" y="154"/>
                    <a:pt x="79" y="154"/>
                  </a:cubicBezTo>
                  <a:cubicBezTo>
                    <a:pt x="80" y="153"/>
                    <a:pt x="80" y="153"/>
                    <a:pt x="80" y="153"/>
                  </a:cubicBezTo>
                  <a:cubicBezTo>
                    <a:pt x="79" y="154"/>
                    <a:pt x="79" y="154"/>
                    <a:pt x="79" y="154"/>
                  </a:cubicBezTo>
                  <a:cubicBezTo>
                    <a:pt x="79" y="154"/>
                    <a:pt x="79" y="154"/>
                    <a:pt x="79" y="154"/>
                  </a:cubicBezTo>
                  <a:cubicBezTo>
                    <a:pt x="80" y="155"/>
                    <a:pt x="82" y="156"/>
                    <a:pt x="85" y="157"/>
                  </a:cubicBezTo>
                  <a:cubicBezTo>
                    <a:pt x="97" y="163"/>
                    <a:pt x="121" y="178"/>
                    <a:pt x="152" y="196"/>
                  </a:cubicBezTo>
                  <a:cubicBezTo>
                    <a:pt x="199" y="223"/>
                    <a:pt x="259" y="259"/>
                    <a:pt x="310" y="288"/>
                  </a:cubicBezTo>
                  <a:cubicBezTo>
                    <a:pt x="335" y="302"/>
                    <a:pt x="357" y="315"/>
                    <a:pt x="374" y="324"/>
                  </a:cubicBezTo>
                  <a:cubicBezTo>
                    <a:pt x="383" y="328"/>
                    <a:pt x="390" y="332"/>
                    <a:pt x="395" y="335"/>
                  </a:cubicBezTo>
                  <a:cubicBezTo>
                    <a:pt x="398" y="336"/>
                    <a:pt x="400" y="337"/>
                    <a:pt x="402" y="338"/>
                  </a:cubicBezTo>
                  <a:cubicBezTo>
                    <a:pt x="403" y="338"/>
                    <a:pt x="404" y="338"/>
                    <a:pt x="404" y="338"/>
                  </a:cubicBezTo>
                  <a:cubicBezTo>
                    <a:pt x="405" y="339"/>
                    <a:pt x="406" y="339"/>
                    <a:pt x="407" y="339"/>
                  </a:cubicBezTo>
                  <a:cubicBezTo>
                    <a:pt x="407" y="339"/>
                    <a:pt x="408" y="339"/>
                    <a:pt x="409" y="339"/>
                  </a:cubicBezTo>
                  <a:cubicBezTo>
                    <a:pt x="409" y="338"/>
                    <a:pt x="410" y="338"/>
                    <a:pt x="411" y="337"/>
                  </a:cubicBezTo>
                  <a:cubicBezTo>
                    <a:pt x="411" y="337"/>
                    <a:pt x="411" y="337"/>
                    <a:pt x="411" y="337"/>
                  </a:cubicBezTo>
                  <a:cubicBezTo>
                    <a:pt x="411" y="336"/>
                    <a:pt x="412" y="335"/>
                    <a:pt x="412" y="334"/>
                  </a:cubicBezTo>
                  <a:cubicBezTo>
                    <a:pt x="411" y="333"/>
                    <a:pt x="411" y="332"/>
                    <a:pt x="411" y="332"/>
                  </a:cubicBezTo>
                  <a:cubicBezTo>
                    <a:pt x="410" y="330"/>
                    <a:pt x="409" y="330"/>
                    <a:pt x="408" y="328"/>
                  </a:cubicBezTo>
                  <a:cubicBezTo>
                    <a:pt x="406" y="326"/>
                    <a:pt x="404" y="324"/>
                    <a:pt x="400" y="321"/>
                  </a:cubicBezTo>
                  <a:cubicBezTo>
                    <a:pt x="386" y="311"/>
                    <a:pt x="359" y="293"/>
                    <a:pt x="327" y="273"/>
                  </a:cubicBezTo>
                  <a:cubicBezTo>
                    <a:pt x="231" y="214"/>
                    <a:pt x="86" y="129"/>
                    <a:pt x="86" y="129"/>
                  </a:cubicBezTo>
                  <a:cubicBezTo>
                    <a:pt x="85" y="128"/>
                    <a:pt x="84" y="128"/>
                    <a:pt x="83" y="128"/>
                  </a:cubicBezTo>
                  <a:cubicBezTo>
                    <a:pt x="82" y="129"/>
                    <a:pt x="81" y="129"/>
                    <a:pt x="80" y="130"/>
                  </a:cubicBezTo>
                  <a:cubicBezTo>
                    <a:pt x="80" y="131"/>
                    <a:pt x="80" y="132"/>
                    <a:pt x="80" y="133"/>
                  </a:cubicBezTo>
                  <a:cubicBezTo>
                    <a:pt x="80" y="134"/>
                    <a:pt x="81" y="135"/>
                    <a:pt x="82" y="136"/>
                  </a:cubicBezTo>
                  <a:cubicBezTo>
                    <a:pt x="440" y="343"/>
                    <a:pt x="440" y="343"/>
                    <a:pt x="440" y="343"/>
                  </a:cubicBezTo>
                  <a:cubicBezTo>
                    <a:pt x="442" y="344"/>
                    <a:pt x="444" y="343"/>
                    <a:pt x="445" y="341"/>
                  </a:cubicBezTo>
                  <a:cubicBezTo>
                    <a:pt x="446" y="341"/>
                    <a:pt x="446" y="340"/>
                    <a:pt x="446" y="339"/>
                  </a:cubicBezTo>
                  <a:cubicBezTo>
                    <a:pt x="446" y="338"/>
                    <a:pt x="446" y="338"/>
                    <a:pt x="445" y="338"/>
                  </a:cubicBezTo>
                  <a:cubicBezTo>
                    <a:pt x="445" y="337"/>
                    <a:pt x="445" y="337"/>
                    <a:pt x="445" y="336"/>
                  </a:cubicBezTo>
                  <a:cubicBezTo>
                    <a:pt x="444" y="336"/>
                    <a:pt x="444" y="336"/>
                    <a:pt x="443" y="335"/>
                  </a:cubicBezTo>
                  <a:cubicBezTo>
                    <a:pt x="442" y="334"/>
                    <a:pt x="440" y="333"/>
                    <a:pt x="436" y="330"/>
                  </a:cubicBezTo>
                  <a:cubicBezTo>
                    <a:pt x="423" y="322"/>
                    <a:pt x="394" y="305"/>
                    <a:pt x="358" y="283"/>
                  </a:cubicBezTo>
                  <a:cubicBezTo>
                    <a:pt x="305" y="251"/>
                    <a:pt x="236" y="210"/>
                    <a:pt x="180" y="175"/>
                  </a:cubicBezTo>
                  <a:cubicBezTo>
                    <a:pt x="152" y="158"/>
                    <a:pt x="128" y="143"/>
                    <a:pt x="111" y="132"/>
                  </a:cubicBezTo>
                  <a:cubicBezTo>
                    <a:pt x="102" y="126"/>
                    <a:pt x="95" y="121"/>
                    <a:pt x="90" y="118"/>
                  </a:cubicBezTo>
                  <a:cubicBezTo>
                    <a:pt x="88" y="116"/>
                    <a:pt x="86" y="114"/>
                    <a:pt x="85" y="113"/>
                  </a:cubicBezTo>
                  <a:cubicBezTo>
                    <a:pt x="84" y="113"/>
                    <a:pt x="84" y="112"/>
                    <a:pt x="84" y="112"/>
                  </a:cubicBezTo>
                  <a:cubicBezTo>
                    <a:pt x="84" y="112"/>
                    <a:pt x="84" y="112"/>
                    <a:pt x="84" y="112"/>
                  </a:cubicBezTo>
                  <a:cubicBezTo>
                    <a:pt x="82" y="114"/>
                    <a:pt x="82" y="114"/>
                    <a:pt x="82" y="114"/>
                  </a:cubicBezTo>
                  <a:cubicBezTo>
                    <a:pt x="84" y="114"/>
                    <a:pt x="84" y="114"/>
                    <a:pt x="84" y="114"/>
                  </a:cubicBezTo>
                  <a:cubicBezTo>
                    <a:pt x="84" y="113"/>
                    <a:pt x="84" y="112"/>
                    <a:pt x="84" y="112"/>
                  </a:cubicBezTo>
                  <a:cubicBezTo>
                    <a:pt x="82" y="114"/>
                    <a:pt x="82" y="114"/>
                    <a:pt x="82" y="114"/>
                  </a:cubicBezTo>
                  <a:cubicBezTo>
                    <a:pt x="84" y="114"/>
                    <a:pt x="84" y="114"/>
                    <a:pt x="84" y="114"/>
                  </a:cubicBezTo>
                  <a:cubicBezTo>
                    <a:pt x="81" y="114"/>
                    <a:pt x="81" y="114"/>
                    <a:pt x="81" y="114"/>
                  </a:cubicBezTo>
                  <a:cubicBezTo>
                    <a:pt x="84" y="116"/>
                    <a:pt x="84" y="116"/>
                    <a:pt x="84" y="116"/>
                  </a:cubicBezTo>
                  <a:cubicBezTo>
                    <a:pt x="84" y="115"/>
                    <a:pt x="84" y="114"/>
                    <a:pt x="84" y="114"/>
                  </a:cubicBezTo>
                  <a:cubicBezTo>
                    <a:pt x="81" y="114"/>
                    <a:pt x="81" y="114"/>
                    <a:pt x="81" y="114"/>
                  </a:cubicBezTo>
                  <a:cubicBezTo>
                    <a:pt x="84" y="116"/>
                    <a:pt x="84" y="116"/>
                    <a:pt x="84" y="116"/>
                  </a:cubicBezTo>
                  <a:cubicBezTo>
                    <a:pt x="80" y="114"/>
                    <a:pt x="80" y="114"/>
                    <a:pt x="80" y="114"/>
                  </a:cubicBezTo>
                  <a:cubicBezTo>
                    <a:pt x="78" y="117"/>
                    <a:pt x="78" y="117"/>
                    <a:pt x="78" y="117"/>
                  </a:cubicBezTo>
                  <a:cubicBezTo>
                    <a:pt x="477" y="346"/>
                    <a:pt x="477" y="346"/>
                    <a:pt x="477" y="346"/>
                  </a:cubicBezTo>
                  <a:cubicBezTo>
                    <a:pt x="479" y="347"/>
                    <a:pt x="481" y="346"/>
                    <a:pt x="482" y="344"/>
                  </a:cubicBezTo>
                  <a:cubicBezTo>
                    <a:pt x="483" y="344"/>
                    <a:pt x="483" y="343"/>
                    <a:pt x="483" y="342"/>
                  </a:cubicBezTo>
                  <a:cubicBezTo>
                    <a:pt x="483" y="341"/>
                    <a:pt x="482" y="340"/>
                    <a:pt x="482" y="340"/>
                  </a:cubicBezTo>
                  <a:cubicBezTo>
                    <a:pt x="482" y="339"/>
                    <a:pt x="481" y="339"/>
                    <a:pt x="481" y="339"/>
                  </a:cubicBezTo>
                  <a:cubicBezTo>
                    <a:pt x="480" y="338"/>
                    <a:pt x="479" y="337"/>
                    <a:pt x="478" y="336"/>
                  </a:cubicBezTo>
                  <a:cubicBezTo>
                    <a:pt x="473" y="332"/>
                    <a:pt x="463" y="326"/>
                    <a:pt x="450" y="317"/>
                  </a:cubicBezTo>
                  <a:cubicBezTo>
                    <a:pt x="356" y="257"/>
                    <a:pt x="85" y="91"/>
                    <a:pt x="85" y="91"/>
                  </a:cubicBezTo>
                  <a:cubicBezTo>
                    <a:pt x="83" y="95"/>
                    <a:pt x="83" y="95"/>
                    <a:pt x="83" y="95"/>
                  </a:cubicBezTo>
                  <a:cubicBezTo>
                    <a:pt x="83" y="99"/>
                    <a:pt x="83" y="99"/>
                    <a:pt x="83" y="99"/>
                  </a:cubicBezTo>
                  <a:cubicBezTo>
                    <a:pt x="83" y="95"/>
                    <a:pt x="83" y="95"/>
                    <a:pt x="83" y="95"/>
                  </a:cubicBezTo>
                  <a:cubicBezTo>
                    <a:pt x="81" y="99"/>
                    <a:pt x="81" y="99"/>
                    <a:pt x="81" y="99"/>
                  </a:cubicBezTo>
                  <a:cubicBezTo>
                    <a:pt x="82" y="99"/>
                    <a:pt x="82" y="99"/>
                    <a:pt x="83" y="99"/>
                  </a:cubicBezTo>
                  <a:cubicBezTo>
                    <a:pt x="83" y="95"/>
                    <a:pt x="83" y="95"/>
                    <a:pt x="83" y="95"/>
                  </a:cubicBezTo>
                  <a:cubicBezTo>
                    <a:pt x="81" y="99"/>
                    <a:pt x="81" y="99"/>
                    <a:pt x="81" y="99"/>
                  </a:cubicBezTo>
                  <a:cubicBezTo>
                    <a:pt x="82" y="95"/>
                    <a:pt x="82" y="95"/>
                    <a:pt x="82" y="95"/>
                  </a:cubicBezTo>
                  <a:cubicBezTo>
                    <a:pt x="81" y="98"/>
                    <a:pt x="81" y="98"/>
                    <a:pt x="81" y="98"/>
                  </a:cubicBezTo>
                  <a:cubicBezTo>
                    <a:pt x="81" y="99"/>
                    <a:pt x="81" y="99"/>
                    <a:pt x="81" y="99"/>
                  </a:cubicBezTo>
                  <a:cubicBezTo>
                    <a:pt x="82" y="95"/>
                    <a:pt x="82" y="95"/>
                    <a:pt x="82" y="95"/>
                  </a:cubicBezTo>
                  <a:cubicBezTo>
                    <a:pt x="81" y="98"/>
                    <a:pt x="81" y="98"/>
                    <a:pt x="81" y="98"/>
                  </a:cubicBezTo>
                  <a:cubicBezTo>
                    <a:pt x="81" y="97"/>
                    <a:pt x="81" y="97"/>
                    <a:pt x="81" y="97"/>
                  </a:cubicBezTo>
                  <a:cubicBezTo>
                    <a:pt x="81" y="98"/>
                    <a:pt x="81" y="98"/>
                    <a:pt x="81" y="98"/>
                  </a:cubicBezTo>
                  <a:cubicBezTo>
                    <a:pt x="81" y="98"/>
                    <a:pt x="81" y="98"/>
                    <a:pt x="81" y="98"/>
                  </a:cubicBezTo>
                  <a:cubicBezTo>
                    <a:pt x="81" y="97"/>
                    <a:pt x="81" y="97"/>
                    <a:pt x="81" y="97"/>
                  </a:cubicBezTo>
                  <a:cubicBezTo>
                    <a:pt x="81" y="98"/>
                    <a:pt x="81" y="98"/>
                    <a:pt x="81" y="98"/>
                  </a:cubicBezTo>
                  <a:cubicBezTo>
                    <a:pt x="81" y="99"/>
                    <a:pt x="82" y="99"/>
                    <a:pt x="83" y="100"/>
                  </a:cubicBezTo>
                  <a:cubicBezTo>
                    <a:pt x="99" y="109"/>
                    <a:pt x="207" y="172"/>
                    <a:pt x="310" y="232"/>
                  </a:cubicBezTo>
                  <a:cubicBezTo>
                    <a:pt x="361" y="262"/>
                    <a:pt x="412" y="292"/>
                    <a:pt x="449" y="314"/>
                  </a:cubicBezTo>
                  <a:cubicBezTo>
                    <a:pt x="487" y="336"/>
                    <a:pt x="511" y="350"/>
                    <a:pt x="511" y="350"/>
                  </a:cubicBezTo>
                  <a:cubicBezTo>
                    <a:pt x="513" y="351"/>
                    <a:pt x="516" y="351"/>
                    <a:pt x="517" y="349"/>
                  </a:cubicBezTo>
                  <a:cubicBezTo>
                    <a:pt x="517" y="348"/>
                    <a:pt x="518" y="347"/>
                    <a:pt x="518" y="347"/>
                  </a:cubicBezTo>
                  <a:cubicBezTo>
                    <a:pt x="517" y="346"/>
                    <a:pt x="517" y="345"/>
                    <a:pt x="517" y="345"/>
                  </a:cubicBezTo>
                  <a:cubicBezTo>
                    <a:pt x="517" y="344"/>
                    <a:pt x="517" y="344"/>
                    <a:pt x="516" y="344"/>
                  </a:cubicBezTo>
                  <a:cubicBezTo>
                    <a:pt x="516" y="343"/>
                    <a:pt x="516" y="343"/>
                    <a:pt x="515" y="343"/>
                  </a:cubicBezTo>
                  <a:cubicBezTo>
                    <a:pt x="513" y="341"/>
                    <a:pt x="511" y="339"/>
                    <a:pt x="506" y="337"/>
                  </a:cubicBezTo>
                  <a:cubicBezTo>
                    <a:pt x="490" y="326"/>
                    <a:pt x="456" y="306"/>
                    <a:pt x="414" y="280"/>
                  </a:cubicBezTo>
                  <a:cubicBezTo>
                    <a:pt x="350" y="242"/>
                    <a:pt x="268" y="193"/>
                    <a:pt x="202" y="152"/>
                  </a:cubicBezTo>
                  <a:cubicBezTo>
                    <a:pt x="169" y="132"/>
                    <a:pt x="140" y="114"/>
                    <a:pt x="119" y="100"/>
                  </a:cubicBezTo>
                  <a:cubicBezTo>
                    <a:pt x="109" y="93"/>
                    <a:pt x="101" y="88"/>
                    <a:pt x="95" y="83"/>
                  </a:cubicBezTo>
                  <a:cubicBezTo>
                    <a:pt x="92" y="81"/>
                    <a:pt x="90" y="80"/>
                    <a:pt x="89" y="78"/>
                  </a:cubicBezTo>
                  <a:cubicBezTo>
                    <a:pt x="88" y="78"/>
                    <a:pt x="88" y="77"/>
                    <a:pt x="88" y="77"/>
                  </a:cubicBezTo>
                  <a:cubicBezTo>
                    <a:pt x="88" y="77"/>
                    <a:pt x="88" y="77"/>
                    <a:pt x="88" y="77"/>
                  </a:cubicBezTo>
                  <a:cubicBezTo>
                    <a:pt x="86" y="78"/>
                    <a:pt x="86" y="78"/>
                    <a:pt x="86" y="78"/>
                  </a:cubicBezTo>
                  <a:cubicBezTo>
                    <a:pt x="88" y="77"/>
                    <a:pt x="88" y="77"/>
                    <a:pt x="88" y="77"/>
                  </a:cubicBezTo>
                  <a:cubicBezTo>
                    <a:pt x="88" y="77"/>
                    <a:pt x="88" y="77"/>
                    <a:pt x="88" y="77"/>
                  </a:cubicBezTo>
                  <a:cubicBezTo>
                    <a:pt x="86" y="78"/>
                    <a:pt x="86" y="78"/>
                    <a:pt x="86" y="78"/>
                  </a:cubicBezTo>
                  <a:cubicBezTo>
                    <a:pt x="88" y="77"/>
                    <a:pt x="88" y="77"/>
                    <a:pt x="88" y="77"/>
                  </a:cubicBezTo>
                  <a:cubicBezTo>
                    <a:pt x="85" y="79"/>
                    <a:pt x="85" y="79"/>
                    <a:pt x="85" y="79"/>
                  </a:cubicBezTo>
                  <a:cubicBezTo>
                    <a:pt x="88" y="79"/>
                    <a:pt x="88" y="79"/>
                    <a:pt x="88" y="79"/>
                  </a:cubicBezTo>
                  <a:cubicBezTo>
                    <a:pt x="88" y="78"/>
                    <a:pt x="88" y="78"/>
                    <a:pt x="88" y="77"/>
                  </a:cubicBezTo>
                  <a:cubicBezTo>
                    <a:pt x="85" y="79"/>
                    <a:pt x="85" y="79"/>
                    <a:pt x="85" y="79"/>
                  </a:cubicBezTo>
                  <a:cubicBezTo>
                    <a:pt x="88" y="79"/>
                    <a:pt x="88" y="79"/>
                    <a:pt x="88" y="79"/>
                  </a:cubicBezTo>
                  <a:cubicBezTo>
                    <a:pt x="84" y="79"/>
                    <a:pt x="84" y="79"/>
                    <a:pt x="84" y="79"/>
                  </a:cubicBezTo>
                  <a:cubicBezTo>
                    <a:pt x="87" y="80"/>
                    <a:pt x="87" y="80"/>
                    <a:pt x="87" y="80"/>
                  </a:cubicBezTo>
                  <a:cubicBezTo>
                    <a:pt x="88" y="80"/>
                    <a:pt x="88" y="79"/>
                    <a:pt x="88" y="79"/>
                  </a:cubicBezTo>
                  <a:cubicBezTo>
                    <a:pt x="84" y="79"/>
                    <a:pt x="84" y="79"/>
                    <a:pt x="84" y="79"/>
                  </a:cubicBezTo>
                  <a:cubicBezTo>
                    <a:pt x="87" y="80"/>
                    <a:pt x="87" y="80"/>
                    <a:pt x="87" y="80"/>
                  </a:cubicBezTo>
                  <a:cubicBezTo>
                    <a:pt x="87" y="80"/>
                    <a:pt x="87" y="80"/>
                    <a:pt x="87" y="80"/>
                  </a:cubicBezTo>
                  <a:cubicBezTo>
                    <a:pt x="84" y="79"/>
                    <a:pt x="84" y="79"/>
                    <a:pt x="84" y="79"/>
                  </a:cubicBezTo>
                  <a:cubicBezTo>
                    <a:pt x="86" y="82"/>
                    <a:pt x="86" y="82"/>
                    <a:pt x="86" y="82"/>
                  </a:cubicBezTo>
                  <a:cubicBezTo>
                    <a:pt x="86" y="82"/>
                    <a:pt x="87" y="81"/>
                    <a:pt x="87" y="80"/>
                  </a:cubicBezTo>
                  <a:cubicBezTo>
                    <a:pt x="84" y="79"/>
                    <a:pt x="84" y="79"/>
                    <a:pt x="84" y="79"/>
                  </a:cubicBezTo>
                  <a:cubicBezTo>
                    <a:pt x="86" y="82"/>
                    <a:pt x="86" y="82"/>
                    <a:pt x="86" y="82"/>
                  </a:cubicBezTo>
                  <a:cubicBezTo>
                    <a:pt x="85" y="79"/>
                    <a:pt x="85" y="79"/>
                    <a:pt x="85" y="79"/>
                  </a:cubicBezTo>
                  <a:cubicBezTo>
                    <a:pt x="85" y="82"/>
                    <a:pt x="85" y="82"/>
                    <a:pt x="85" y="82"/>
                  </a:cubicBezTo>
                  <a:cubicBezTo>
                    <a:pt x="85" y="82"/>
                    <a:pt x="85" y="82"/>
                    <a:pt x="86" y="82"/>
                  </a:cubicBezTo>
                  <a:cubicBezTo>
                    <a:pt x="85" y="79"/>
                    <a:pt x="85" y="79"/>
                    <a:pt x="85" y="79"/>
                  </a:cubicBezTo>
                  <a:cubicBezTo>
                    <a:pt x="85" y="82"/>
                    <a:pt x="85" y="82"/>
                    <a:pt x="85" y="82"/>
                  </a:cubicBezTo>
                  <a:cubicBezTo>
                    <a:pt x="85" y="81"/>
                    <a:pt x="85" y="81"/>
                    <a:pt x="85" y="81"/>
                  </a:cubicBezTo>
                  <a:cubicBezTo>
                    <a:pt x="85" y="82"/>
                    <a:pt x="85" y="82"/>
                    <a:pt x="85" y="82"/>
                  </a:cubicBezTo>
                  <a:cubicBezTo>
                    <a:pt x="85" y="82"/>
                    <a:pt x="85" y="82"/>
                    <a:pt x="85" y="82"/>
                  </a:cubicBezTo>
                  <a:cubicBezTo>
                    <a:pt x="85" y="81"/>
                    <a:pt x="85" y="81"/>
                    <a:pt x="85" y="81"/>
                  </a:cubicBezTo>
                  <a:cubicBezTo>
                    <a:pt x="85" y="82"/>
                    <a:pt x="85" y="82"/>
                    <a:pt x="85" y="82"/>
                  </a:cubicBezTo>
                  <a:cubicBezTo>
                    <a:pt x="85" y="82"/>
                    <a:pt x="85" y="82"/>
                    <a:pt x="85" y="82"/>
                  </a:cubicBezTo>
                  <a:cubicBezTo>
                    <a:pt x="87" y="83"/>
                    <a:pt x="91" y="84"/>
                    <a:pt x="95" y="87"/>
                  </a:cubicBezTo>
                  <a:cubicBezTo>
                    <a:pt x="113" y="96"/>
                    <a:pt x="149" y="117"/>
                    <a:pt x="192" y="144"/>
                  </a:cubicBezTo>
                  <a:cubicBezTo>
                    <a:pt x="258" y="184"/>
                    <a:pt x="341" y="237"/>
                    <a:pt x="410" y="280"/>
                  </a:cubicBezTo>
                  <a:cubicBezTo>
                    <a:pt x="444" y="301"/>
                    <a:pt x="475" y="320"/>
                    <a:pt x="498" y="333"/>
                  </a:cubicBezTo>
                  <a:cubicBezTo>
                    <a:pt x="510" y="340"/>
                    <a:pt x="520" y="345"/>
                    <a:pt x="528" y="349"/>
                  </a:cubicBezTo>
                  <a:cubicBezTo>
                    <a:pt x="531" y="351"/>
                    <a:pt x="534" y="353"/>
                    <a:pt x="537" y="354"/>
                  </a:cubicBezTo>
                  <a:cubicBezTo>
                    <a:pt x="538" y="354"/>
                    <a:pt x="540" y="354"/>
                    <a:pt x="541" y="355"/>
                  </a:cubicBezTo>
                  <a:cubicBezTo>
                    <a:pt x="542" y="355"/>
                    <a:pt x="543" y="355"/>
                    <a:pt x="544" y="355"/>
                  </a:cubicBezTo>
                  <a:cubicBezTo>
                    <a:pt x="544" y="355"/>
                    <a:pt x="545" y="355"/>
                    <a:pt x="546" y="355"/>
                  </a:cubicBezTo>
                  <a:cubicBezTo>
                    <a:pt x="547" y="355"/>
                    <a:pt x="548" y="354"/>
                    <a:pt x="548" y="353"/>
                  </a:cubicBezTo>
                  <a:cubicBezTo>
                    <a:pt x="548" y="353"/>
                    <a:pt x="548" y="353"/>
                    <a:pt x="548" y="353"/>
                  </a:cubicBezTo>
                  <a:cubicBezTo>
                    <a:pt x="549" y="352"/>
                    <a:pt x="549" y="351"/>
                    <a:pt x="549" y="351"/>
                  </a:cubicBezTo>
                  <a:cubicBezTo>
                    <a:pt x="549" y="350"/>
                    <a:pt x="549" y="350"/>
                    <a:pt x="549" y="349"/>
                  </a:cubicBezTo>
                  <a:cubicBezTo>
                    <a:pt x="548" y="349"/>
                    <a:pt x="548" y="348"/>
                    <a:pt x="548" y="348"/>
                  </a:cubicBezTo>
                  <a:cubicBezTo>
                    <a:pt x="547" y="348"/>
                    <a:pt x="547" y="348"/>
                    <a:pt x="547" y="348"/>
                  </a:cubicBezTo>
                  <a:cubicBezTo>
                    <a:pt x="547" y="347"/>
                    <a:pt x="546" y="346"/>
                    <a:pt x="544" y="346"/>
                  </a:cubicBezTo>
                  <a:cubicBezTo>
                    <a:pt x="540" y="343"/>
                    <a:pt x="529" y="336"/>
                    <a:pt x="514" y="327"/>
                  </a:cubicBezTo>
                  <a:cubicBezTo>
                    <a:pt x="461" y="296"/>
                    <a:pt x="354" y="233"/>
                    <a:pt x="260" y="176"/>
                  </a:cubicBezTo>
                  <a:cubicBezTo>
                    <a:pt x="214" y="148"/>
                    <a:pt x="170" y="121"/>
                    <a:pt x="138" y="100"/>
                  </a:cubicBezTo>
                  <a:cubicBezTo>
                    <a:pt x="122" y="89"/>
                    <a:pt x="109" y="80"/>
                    <a:pt x="100" y="74"/>
                  </a:cubicBezTo>
                  <a:cubicBezTo>
                    <a:pt x="96" y="70"/>
                    <a:pt x="93" y="68"/>
                    <a:pt x="90" y="65"/>
                  </a:cubicBezTo>
                  <a:cubicBezTo>
                    <a:pt x="89" y="64"/>
                    <a:pt x="88" y="64"/>
                    <a:pt x="88" y="63"/>
                  </a:cubicBezTo>
                  <a:cubicBezTo>
                    <a:pt x="88" y="63"/>
                    <a:pt x="88" y="63"/>
                    <a:pt x="88" y="63"/>
                  </a:cubicBezTo>
                  <a:cubicBezTo>
                    <a:pt x="86" y="63"/>
                    <a:pt x="86" y="63"/>
                    <a:pt x="86" y="63"/>
                  </a:cubicBezTo>
                  <a:cubicBezTo>
                    <a:pt x="88" y="63"/>
                    <a:pt x="88" y="63"/>
                    <a:pt x="88" y="63"/>
                  </a:cubicBezTo>
                  <a:cubicBezTo>
                    <a:pt x="88" y="63"/>
                    <a:pt x="88" y="63"/>
                    <a:pt x="88" y="63"/>
                  </a:cubicBezTo>
                  <a:cubicBezTo>
                    <a:pt x="86" y="63"/>
                    <a:pt x="86" y="63"/>
                    <a:pt x="86" y="63"/>
                  </a:cubicBezTo>
                  <a:cubicBezTo>
                    <a:pt x="88" y="63"/>
                    <a:pt x="88" y="63"/>
                    <a:pt x="88" y="63"/>
                  </a:cubicBezTo>
                  <a:cubicBezTo>
                    <a:pt x="85" y="63"/>
                    <a:pt x="85" y="63"/>
                    <a:pt x="85" y="63"/>
                  </a:cubicBezTo>
                  <a:cubicBezTo>
                    <a:pt x="87" y="65"/>
                    <a:pt x="87" y="65"/>
                    <a:pt x="87" y="65"/>
                  </a:cubicBezTo>
                  <a:cubicBezTo>
                    <a:pt x="88" y="65"/>
                    <a:pt x="88" y="64"/>
                    <a:pt x="88" y="63"/>
                  </a:cubicBezTo>
                  <a:cubicBezTo>
                    <a:pt x="85" y="63"/>
                    <a:pt x="85" y="63"/>
                    <a:pt x="85" y="63"/>
                  </a:cubicBezTo>
                  <a:cubicBezTo>
                    <a:pt x="87" y="65"/>
                    <a:pt x="87" y="65"/>
                    <a:pt x="87" y="65"/>
                  </a:cubicBezTo>
                  <a:cubicBezTo>
                    <a:pt x="84" y="63"/>
                    <a:pt x="84" y="63"/>
                    <a:pt x="84" y="63"/>
                  </a:cubicBezTo>
                  <a:cubicBezTo>
                    <a:pt x="82" y="66"/>
                    <a:pt x="82" y="66"/>
                    <a:pt x="82" y="66"/>
                  </a:cubicBezTo>
                  <a:cubicBezTo>
                    <a:pt x="564" y="355"/>
                    <a:pt x="564" y="355"/>
                    <a:pt x="564" y="355"/>
                  </a:cubicBezTo>
                  <a:cubicBezTo>
                    <a:pt x="566" y="356"/>
                    <a:pt x="569" y="356"/>
                    <a:pt x="570" y="354"/>
                  </a:cubicBezTo>
                  <a:cubicBezTo>
                    <a:pt x="571" y="352"/>
                    <a:pt x="570" y="349"/>
                    <a:pt x="568" y="348"/>
                  </a:cubicBezTo>
                  <a:cubicBezTo>
                    <a:pt x="380" y="230"/>
                    <a:pt x="380" y="230"/>
                    <a:pt x="380" y="230"/>
                  </a:cubicBezTo>
                  <a:cubicBezTo>
                    <a:pt x="598" y="360"/>
                    <a:pt x="598" y="360"/>
                    <a:pt x="598" y="360"/>
                  </a:cubicBezTo>
                  <a:cubicBezTo>
                    <a:pt x="599" y="361"/>
                    <a:pt x="602" y="360"/>
                    <a:pt x="603" y="358"/>
                  </a:cubicBezTo>
                  <a:cubicBezTo>
                    <a:pt x="604" y="357"/>
                    <a:pt x="604" y="357"/>
                    <a:pt x="604" y="356"/>
                  </a:cubicBezTo>
                  <a:cubicBezTo>
                    <a:pt x="604" y="354"/>
                    <a:pt x="603" y="353"/>
                    <a:pt x="603" y="353"/>
                  </a:cubicBezTo>
                  <a:cubicBezTo>
                    <a:pt x="602" y="351"/>
                    <a:pt x="601" y="350"/>
                    <a:pt x="599" y="349"/>
                  </a:cubicBezTo>
                  <a:cubicBezTo>
                    <a:pt x="596" y="346"/>
                    <a:pt x="592" y="343"/>
                    <a:pt x="586" y="338"/>
                  </a:cubicBezTo>
                  <a:cubicBezTo>
                    <a:pt x="564" y="322"/>
                    <a:pt x="522" y="295"/>
                    <a:pt x="470" y="263"/>
                  </a:cubicBezTo>
                  <a:cubicBezTo>
                    <a:pt x="317" y="168"/>
                    <a:pt x="85" y="30"/>
                    <a:pt x="85" y="30"/>
                  </a:cubicBezTo>
                  <a:cubicBezTo>
                    <a:pt x="82" y="33"/>
                    <a:pt x="82" y="33"/>
                    <a:pt x="82" y="33"/>
                  </a:cubicBezTo>
                  <a:cubicBezTo>
                    <a:pt x="86" y="35"/>
                    <a:pt x="86" y="35"/>
                    <a:pt x="86" y="35"/>
                  </a:cubicBezTo>
                  <a:cubicBezTo>
                    <a:pt x="83" y="33"/>
                    <a:pt x="83" y="33"/>
                    <a:pt x="83" y="33"/>
                  </a:cubicBezTo>
                  <a:cubicBezTo>
                    <a:pt x="84" y="37"/>
                    <a:pt x="84" y="37"/>
                    <a:pt x="84" y="37"/>
                  </a:cubicBezTo>
                  <a:cubicBezTo>
                    <a:pt x="85" y="36"/>
                    <a:pt x="85" y="36"/>
                    <a:pt x="86" y="35"/>
                  </a:cubicBezTo>
                  <a:cubicBezTo>
                    <a:pt x="83" y="33"/>
                    <a:pt x="83" y="33"/>
                    <a:pt x="83" y="33"/>
                  </a:cubicBezTo>
                  <a:cubicBezTo>
                    <a:pt x="84" y="37"/>
                    <a:pt x="84" y="37"/>
                    <a:pt x="84" y="37"/>
                  </a:cubicBezTo>
                  <a:cubicBezTo>
                    <a:pt x="83" y="34"/>
                    <a:pt x="83" y="34"/>
                    <a:pt x="83" y="34"/>
                  </a:cubicBezTo>
                  <a:cubicBezTo>
                    <a:pt x="83" y="37"/>
                    <a:pt x="83" y="37"/>
                    <a:pt x="83" y="37"/>
                  </a:cubicBezTo>
                  <a:cubicBezTo>
                    <a:pt x="83" y="37"/>
                    <a:pt x="84" y="37"/>
                    <a:pt x="84" y="37"/>
                  </a:cubicBezTo>
                  <a:cubicBezTo>
                    <a:pt x="83" y="34"/>
                    <a:pt x="83" y="34"/>
                    <a:pt x="83" y="34"/>
                  </a:cubicBezTo>
                  <a:cubicBezTo>
                    <a:pt x="83" y="37"/>
                    <a:pt x="83" y="37"/>
                    <a:pt x="83" y="37"/>
                  </a:cubicBezTo>
                  <a:cubicBezTo>
                    <a:pt x="83" y="35"/>
                    <a:pt x="83" y="35"/>
                    <a:pt x="83" y="35"/>
                  </a:cubicBezTo>
                  <a:cubicBezTo>
                    <a:pt x="83" y="37"/>
                    <a:pt x="83" y="37"/>
                    <a:pt x="83" y="37"/>
                  </a:cubicBezTo>
                  <a:cubicBezTo>
                    <a:pt x="83" y="37"/>
                    <a:pt x="83" y="37"/>
                    <a:pt x="83" y="37"/>
                  </a:cubicBezTo>
                  <a:cubicBezTo>
                    <a:pt x="83" y="35"/>
                    <a:pt x="83" y="35"/>
                    <a:pt x="83" y="35"/>
                  </a:cubicBezTo>
                  <a:cubicBezTo>
                    <a:pt x="83" y="37"/>
                    <a:pt x="83" y="37"/>
                    <a:pt x="83" y="37"/>
                  </a:cubicBezTo>
                  <a:cubicBezTo>
                    <a:pt x="83" y="37"/>
                    <a:pt x="83" y="37"/>
                    <a:pt x="83" y="37"/>
                  </a:cubicBezTo>
                  <a:cubicBezTo>
                    <a:pt x="83" y="37"/>
                    <a:pt x="84" y="37"/>
                    <a:pt x="86" y="38"/>
                  </a:cubicBezTo>
                  <a:cubicBezTo>
                    <a:pt x="92" y="41"/>
                    <a:pt x="106" y="48"/>
                    <a:pt x="124" y="58"/>
                  </a:cubicBezTo>
                  <a:cubicBezTo>
                    <a:pt x="187" y="95"/>
                    <a:pt x="308" y="172"/>
                    <a:pt x="417" y="239"/>
                  </a:cubicBezTo>
                  <a:cubicBezTo>
                    <a:pt x="471" y="273"/>
                    <a:pt x="521" y="305"/>
                    <a:pt x="560" y="328"/>
                  </a:cubicBezTo>
                  <a:cubicBezTo>
                    <a:pt x="579" y="339"/>
                    <a:pt x="595" y="348"/>
                    <a:pt x="607" y="355"/>
                  </a:cubicBezTo>
                  <a:cubicBezTo>
                    <a:pt x="612" y="358"/>
                    <a:pt x="617" y="361"/>
                    <a:pt x="621" y="363"/>
                  </a:cubicBezTo>
                  <a:cubicBezTo>
                    <a:pt x="623" y="364"/>
                    <a:pt x="625" y="364"/>
                    <a:pt x="626" y="365"/>
                  </a:cubicBezTo>
                  <a:cubicBezTo>
                    <a:pt x="627" y="365"/>
                    <a:pt x="627" y="365"/>
                    <a:pt x="628" y="365"/>
                  </a:cubicBezTo>
                  <a:cubicBezTo>
                    <a:pt x="629" y="366"/>
                    <a:pt x="629" y="366"/>
                    <a:pt x="630" y="366"/>
                  </a:cubicBezTo>
                  <a:cubicBezTo>
                    <a:pt x="630" y="366"/>
                    <a:pt x="631" y="366"/>
                    <a:pt x="632" y="365"/>
                  </a:cubicBezTo>
                  <a:cubicBezTo>
                    <a:pt x="632" y="365"/>
                    <a:pt x="633" y="365"/>
                    <a:pt x="634" y="364"/>
                  </a:cubicBezTo>
                  <a:cubicBezTo>
                    <a:pt x="634" y="364"/>
                    <a:pt x="634" y="364"/>
                    <a:pt x="634" y="364"/>
                  </a:cubicBezTo>
                  <a:cubicBezTo>
                    <a:pt x="634" y="363"/>
                    <a:pt x="635" y="362"/>
                    <a:pt x="635" y="361"/>
                  </a:cubicBezTo>
                  <a:cubicBezTo>
                    <a:pt x="635" y="360"/>
                    <a:pt x="634" y="360"/>
                    <a:pt x="634" y="359"/>
                  </a:cubicBezTo>
                  <a:cubicBezTo>
                    <a:pt x="634" y="358"/>
                    <a:pt x="633" y="358"/>
                    <a:pt x="633" y="357"/>
                  </a:cubicBezTo>
                  <a:cubicBezTo>
                    <a:pt x="632" y="356"/>
                    <a:pt x="630" y="355"/>
                    <a:pt x="628" y="354"/>
                  </a:cubicBezTo>
                  <a:cubicBezTo>
                    <a:pt x="622" y="348"/>
                    <a:pt x="608" y="339"/>
                    <a:pt x="590" y="327"/>
                  </a:cubicBezTo>
                  <a:cubicBezTo>
                    <a:pt x="460" y="242"/>
                    <a:pt x="83" y="15"/>
                    <a:pt x="83" y="15"/>
                  </a:cubicBezTo>
                  <a:cubicBezTo>
                    <a:pt x="81" y="18"/>
                    <a:pt x="81" y="18"/>
                    <a:pt x="81" y="18"/>
                  </a:cubicBezTo>
                  <a:cubicBezTo>
                    <a:pt x="84" y="20"/>
                    <a:pt x="84" y="20"/>
                    <a:pt x="84" y="20"/>
                  </a:cubicBezTo>
                  <a:cubicBezTo>
                    <a:pt x="81" y="18"/>
                    <a:pt x="81" y="18"/>
                    <a:pt x="81" y="18"/>
                  </a:cubicBezTo>
                  <a:cubicBezTo>
                    <a:pt x="83" y="22"/>
                    <a:pt x="83" y="22"/>
                    <a:pt x="83" y="22"/>
                  </a:cubicBezTo>
                  <a:cubicBezTo>
                    <a:pt x="83" y="21"/>
                    <a:pt x="84" y="21"/>
                    <a:pt x="84" y="20"/>
                  </a:cubicBezTo>
                  <a:cubicBezTo>
                    <a:pt x="81" y="18"/>
                    <a:pt x="81" y="18"/>
                    <a:pt x="81" y="18"/>
                  </a:cubicBezTo>
                  <a:cubicBezTo>
                    <a:pt x="83" y="22"/>
                    <a:pt x="83" y="22"/>
                    <a:pt x="83" y="22"/>
                  </a:cubicBezTo>
                  <a:cubicBezTo>
                    <a:pt x="82" y="19"/>
                    <a:pt x="82" y="19"/>
                    <a:pt x="82" y="19"/>
                  </a:cubicBezTo>
                  <a:cubicBezTo>
                    <a:pt x="82" y="22"/>
                    <a:pt x="82" y="22"/>
                    <a:pt x="82" y="22"/>
                  </a:cubicBezTo>
                  <a:cubicBezTo>
                    <a:pt x="82" y="22"/>
                    <a:pt x="82" y="22"/>
                    <a:pt x="83" y="22"/>
                  </a:cubicBezTo>
                  <a:cubicBezTo>
                    <a:pt x="82" y="19"/>
                    <a:pt x="82" y="19"/>
                    <a:pt x="82" y="19"/>
                  </a:cubicBezTo>
                  <a:cubicBezTo>
                    <a:pt x="82" y="22"/>
                    <a:pt x="82" y="22"/>
                    <a:pt x="82" y="22"/>
                  </a:cubicBezTo>
                  <a:cubicBezTo>
                    <a:pt x="82" y="21"/>
                    <a:pt x="82" y="21"/>
                    <a:pt x="82" y="21"/>
                  </a:cubicBezTo>
                  <a:cubicBezTo>
                    <a:pt x="82" y="22"/>
                    <a:pt x="82" y="22"/>
                    <a:pt x="82" y="22"/>
                  </a:cubicBezTo>
                  <a:cubicBezTo>
                    <a:pt x="82" y="22"/>
                    <a:pt x="82" y="22"/>
                    <a:pt x="82" y="22"/>
                  </a:cubicBezTo>
                  <a:cubicBezTo>
                    <a:pt x="82" y="21"/>
                    <a:pt x="82" y="21"/>
                    <a:pt x="82" y="21"/>
                  </a:cubicBezTo>
                  <a:cubicBezTo>
                    <a:pt x="82" y="22"/>
                    <a:pt x="82" y="22"/>
                    <a:pt x="82" y="22"/>
                  </a:cubicBezTo>
                  <a:cubicBezTo>
                    <a:pt x="82" y="22"/>
                    <a:pt x="83" y="22"/>
                    <a:pt x="85" y="23"/>
                  </a:cubicBezTo>
                  <a:cubicBezTo>
                    <a:pt x="88" y="24"/>
                    <a:pt x="93" y="26"/>
                    <a:pt x="100" y="30"/>
                  </a:cubicBezTo>
                  <a:cubicBezTo>
                    <a:pt x="124" y="43"/>
                    <a:pt x="170" y="71"/>
                    <a:pt x="224" y="105"/>
                  </a:cubicBezTo>
                  <a:cubicBezTo>
                    <a:pt x="305" y="156"/>
                    <a:pt x="407" y="221"/>
                    <a:pt x="491" y="273"/>
                  </a:cubicBezTo>
                  <a:cubicBezTo>
                    <a:pt x="533" y="300"/>
                    <a:pt x="570" y="323"/>
                    <a:pt x="599" y="339"/>
                  </a:cubicBezTo>
                  <a:cubicBezTo>
                    <a:pt x="613" y="347"/>
                    <a:pt x="625" y="354"/>
                    <a:pt x="634" y="359"/>
                  </a:cubicBezTo>
                  <a:cubicBezTo>
                    <a:pt x="638" y="361"/>
                    <a:pt x="642" y="363"/>
                    <a:pt x="645" y="364"/>
                  </a:cubicBezTo>
                  <a:cubicBezTo>
                    <a:pt x="647" y="365"/>
                    <a:pt x="648" y="365"/>
                    <a:pt x="650" y="365"/>
                  </a:cubicBezTo>
                  <a:cubicBezTo>
                    <a:pt x="651" y="366"/>
                    <a:pt x="652" y="366"/>
                    <a:pt x="653" y="366"/>
                  </a:cubicBezTo>
                  <a:cubicBezTo>
                    <a:pt x="654" y="366"/>
                    <a:pt x="655" y="366"/>
                    <a:pt x="656" y="366"/>
                  </a:cubicBezTo>
                  <a:cubicBezTo>
                    <a:pt x="656" y="365"/>
                    <a:pt x="657" y="365"/>
                    <a:pt x="658" y="364"/>
                  </a:cubicBezTo>
                  <a:cubicBezTo>
                    <a:pt x="659" y="363"/>
                    <a:pt x="659" y="362"/>
                    <a:pt x="659" y="361"/>
                  </a:cubicBezTo>
                  <a:cubicBezTo>
                    <a:pt x="658" y="360"/>
                    <a:pt x="658" y="359"/>
                    <a:pt x="657" y="358"/>
                  </a:cubicBezTo>
                  <a:cubicBezTo>
                    <a:pt x="85" y="1"/>
                    <a:pt x="85" y="1"/>
                    <a:pt x="85" y="1"/>
                  </a:cubicBezTo>
                  <a:cubicBezTo>
                    <a:pt x="83" y="4"/>
                    <a:pt x="83" y="4"/>
                    <a:pt x="83" y="4"/>
                  </a:cubicBezTo>
                  <a:cubicBezTo>
                    <a:pt x="86" y="6"/>
                    <a:pt x="86" y="6"/>
                    <a:pt x="86" y="6"/>
                  </a:cubicBezTo>
                  <a:cubicBezTo>
                    <a:pt x="84" y="5"/>
                    <a:pt x="84" y="5"/>
                    <a:pt x="84" y="5"/>
                  </a:cubicBezTo>
                  <a:cubicBezTo>
                    <a:pt x="85" y="8"/>
                    <a:pt x="85" y="8"/>
                    <a:pt x="85" y="8"/>
                  </a:cubicBezTo>
                  <a:cubicBezTo>
                    <a:pt x="85" y="7"/>
                    <a:pt x="86" y="7"/>
                    <a:pt x="86" y="6"/>
                  </a:cubicBezTo>
                  <a:cubicBezTo>
                    <a:pt x="84" y="5"/>
                    <a:pt x="84" y="5"/>
                    <a:pt x="84" y="5"/>
                  </a:cubicBezTo>
                  <a:cubicBezTo>
                    <a:pt x="85" y="8"/>
                    <a:pt x="85" y="8"/>
                    <a:pt x="85" y="8"/>
                  </a:cubicBezTo>
                  <a:cubicBezTo>
                    <a:pt x="84" y="6"/>
                    <a:pt x="84" y="6"/>
                    <a:pt x="84" y="6"/>
                  </a:cubicBezTo>
                  <a:cubicBezTo>
                    <a:pt x="85" y="8"/>
                    <a:pt x="85" y="8"/>
                    <a:pt x="85" y="8"/>
                  </a:cubicBezTo>
                  <a:cubicBezTo>
                    <a:pt x="85" y="8"/>
                    <a:pt x="85" y="8"/>
                    <a:pt x="85" y="8"/>
                  </a:cubicBezTo>
                  <a:cubicBezTo>
                    <a:pt x="84" y="6"/>
                    <a:pt x="84" y="6"/>
                    <a:pt x="84" y="6"/>
                  </a:cubicBezTo>
                  <a:cubicBezTo>
                    <a:pt x="85" y="8"/>
                    <a:pt x="85" y="8"/>
                    <a:pt x="85" y="8"/>
                  </a:cubicBezTo>
                  <a:cubicBezTo>
                    <a:pt x="85" y="8"/>
                    <a:pt x="85" y="8"/>
                    <a:pt x="85" y="8"/>
                  </a:cubicBezTo>
                  <a:cubicBezTo>
                    <a:pt x="85" y="8"/>
                    <a:pt x="86" y="8"/>
                    <a:pt x="88" y="8"/>
                  </a:cubicBezTo>
                  <a:cubicBezTo>
                    <a:pt x="92" y="10"/>
                    <a:pt x="97" y="12"/>
                    <a:pt x="105" y="16"/>
                  </a:cubicBezTo>
                  <a:cubicBezTo>
                    <a:pt x="131" y="29"/>
                    <a:pt x="180" y="58"/>
                    <a:pt x="237" y="94"/>
                  </a:cubicBezTo>
                  <a:cubicBezTo>
                    <a:pt x="324" y="148"/>
                    <a:pt x="431" y="216"/>
                    <a:pt x="520" y="272"/>
                  </a:cubicBezTo>
                  <a:cubicBezTo>
                    <a:pt x="564" y="300"/>
                    <a:pt x="604" y="324"/>
                    <a:pt x="634" y="341"/>
                  </a:cubicBezTo>
                  <a:cubicBezTo>
                    <a:pt x="649" y="350"/>
                    <a:pt x="661" y="357"/>
                    <a:pt x="671" y="362"/>
                  </a:cubicBezTo>
                  <a:cubicBezTo>
                    <a:pt x="676" y="364"/>
                    <a:pt x="680" y="366"/>
                    <a:pt x="683" y="368"/>
                  </a:cubicBezTo>
                  <a:cubicBezTo>
                    <a:pt x="685" y="368"/>
                    <a:pt x="686" y="369"/>
                    <a:pt x="687" y="369"/>
                  </a:cubicBezTo>
                  <a:cubicBezTo>
                    <a:pt x="689" y="370"/>
                    <a:pt x="690" y="370"/>
                    <a:pt x="691" y="370"/>
                  </a:cubicBezTo>
                  <a:cubicBezTo>
                    <a:pt x="692" y="370"/>
                    <a:pt x="693" y="370"/>
                    <a:pt x="694" y="369"/>
                  </a:cubicBezTo>
                  <a:cubicBezTo>
                    <a:pt x="694" y="369"/>
                    <a:pt x="695" y="369"/>
                    <a:pt x="696" y="367"/>
                  </a:cubicBezTo>
                  <a:cubicBezTo>
                    <a:pt x="697" y="367"/>
                    <a:pt x="697" y="365"/>
                    <a:pt x="696" y="364"/>
                  </a:cubicBezTo>
                  <a:cubicBezTo>
                    <a:pt x="696" y="363"/>
                    <a:pt x="696" y="362"/>
                    <a:pt x="695" y="362"/>
                  </a:cubicBezTo>
                  <a:cubicBezTo>
                    <a:pt x="695" y="362"/>
                    <a:pt x="692" y="361"/>
                    <a:pt x="688" y="358"/>
                  </a:cubicBezTo>
                  <a:cubicBezTo>
                    <a:pt x="658" y="341"/>
                    <a:pt x="522" y="260"/>
                    <a:pt x="393" y="182"/>
                  </a:cubicBezTo>
                  <a:cubicBezTo>
                    <a:pt x="328" y="143"/>
                    <a:pt x="265" y="104"/>
                    <a:pt x="219" y="74"/>
                  </a:cubicBezTo>
                  <a:cubicBezTo>
                    <a:pt x="196" y="59"/>
                    <a:pt x="177" y="46"/>
                    <a:pt x="163" y="37"/>
                  </a:cubicBezTo>
                  <a:cubicBezTo>
                    <a:pt x="157" y="32"/>
                    <a:pt x="152" y="28"/>
                    <a:pt x="148" y="25"/>
                  </a:cubicBezTo>
                  <a:cubicBezTo>
                    <a:pt x="147" y="23"/>
                    <a:pt x="145" y="22"/>
                    <a:pt x="145" y="21"/>
                  </a:cubicBezTo>
                  <a:cubicBezTo>
                    <a:pt x="144" y="20"/>
                    <a:pt x="144" y="20"/>
                    <a:pt x="144" y="20"/>
                  </a:cubicBezTo>
                  <a:cubicBezTo>
                    <a:pt x="144" y="20"/>
                    <a:pt x="144" y="20"/>
                    <a:pt x="144" y="20"/>
                  </a:cubicBezTo>
                  <a:cubicBezTo>
                    <a:pt x="142" y="21"/>
                    <a:pt x="142" y="21"/>
                    <a:pt x="142" y="21"/>
                  </a:cubicBezTo>
                  <a:cubicBezTo>
                    <a:pt x="144" y="21"/>
                    <a:pt x="144" y="21"/>
                    <a:pt x="144" y="21"/>
                  </a:cubicBezTo>
                  <a:cubicBezTo>
                    <a:pt x="144" y="20"/>
                    <a:pt x="144" y="20"/>
                    <a:pt x="144" y="20"/>
                  </a:cubicBezTo>
                  <a:cubicBezTo>
                    <a:pt x="142" y="21"/>
                    <a:pt x="142" y="21"/>
                    <a:pt x="142" y="21"/>
                  </a:cubicBezTo>
                  <a:cubicBezTo>
                    <a:pt x="144" y="21"/>
                    <a:pt x="144" y="21"/>
                    <a:pt x="144" y="21"/>
                  </a:cubicBezTo>
                  <a:cubicBezTo>
                    <a:pt x="141" y="21"/>
                    <a:pt x="141" y="21"/>
                    <a:pt x="141" y="21"/>
                  </a:cubicBezTo>
                  <a:cubicBezTo>
                    <a:pt x="144" y="22"/>
                    <a:pt x="144" y="22"/>
                    <a:pt x="144" y="22"/>
                  </a:cubicBezTo>
                  <a:cubicBezTo>
                    <a:pt x="144" y="22"/>
                    <a:pt x="144" y="21"/>
                    <a:pt x="144" y="21"/>
                  </a:cubicBezTo>
                  <a:cubicBezTo>
                    <a:pt x="141" y="21"/>
                    <a:pt x="141" y="21"/>
                    <a:pt x="141" y="21"/>
                  </a:cubicBezTo>
                  <a:cubicBezTo>
                    <a:pt x="144" y="22"/>
                    <a:pt x="144" y="22"/>
                    <a:pt x="144" y="22"/>
                  </a:cubicBezTo>
                  <a:cubicBezTo>
                    <a:pt x="140" y="20"/>
                    <a:pt x="140" y="20"/>
                    <a:pt x="140" y="20"/>
                  </a:cubicBezTo>
                  <a:cubicBezTo>
                    <a:pt x="138" y="24"/>
                    <a:pt x="138" y="24"/>
                    <a:pt x="138" y="24"/>
                  </a:cubicBezTo>
                  <a:cubicBezTo>
                    <a:pt x="725" y="370"/>
                    <a:pt x="725" y="370"/>
                    <a:pt x="725" y="370"/>
                  </a:cubicBezTo>
                  <a:cubicBezTo>
                    <a:pt x="727" y="371"/>
                    <a:pt x="730" y="371"/>
                    <a:pt x="731" y="369"/>
                  </a:cubicBezTo>
                  <a:cubicBezTo>
                    <a:pt x="732" y="367"/>
                    <a:pt x="731" y="364"/>
                    <a:pt x="729" y="363"/>
                  </a:cubicBezTo>
                  <a:cubicBezTo>
                    <a:pt x="729" y="363"/>
                    <a:pt x="728" y="362"/>
                    <a:pt x="724" y="360"/>
                  </a:cubicBezTo>
                  <a:cubicBezTo>
                    <a:pt x="696" y="343"/>
                    <a:pt x="571" y="267"/>
                    <a:pt x="453" y="194"/>
                  </a:cubicBezTo>
                  <a:cubicBezTo>
                    <a:pt x="394" y="157"/>
                    <a:pt x="336" y="122"/>
                    <a:pt x="294" y="95"/>
                  </a:cubicBezTo>
                  <a:cubicBezTo>
                    <a:pt x="272" y="81"/>
                    <a:pt x="255" y="70"/>
                    <a:pt x="243" y="62"/>
                  </a:cubicBezTo>
                  <a:cubicBezTo>
                    <a:pt x="237" y="57"/>
                    <a:pt x="232" y="54"/>
                    <a:pt x="229" y="52"/>
                  </a:cubicBezTo>
                  <a:cubicBezTo>
                    <a:pt x="227" y="51"/>
                    <a:pt x="226" y="50"/>
                    <a:pt x="225" y="49"/>
                  </a:cubicBezTo>
                  <a:cubicBezTo>
                    <a:pt x="225" y="48"/>
                    <a:pt x="225" y="48"/>
                    <a:pt x="225" y="48"/>
                  </a:cubicBezTo>
                  <a:cubicBezTo>
                    <a:pt x="223" y="50"/>
                    <a:pt x="223" y="50"/>
                    <a:pt x="223" y="50"/>
                  </a:cubicBezTo>
                  <a:cubicBezTo>
                    <a:pt x="225" y="49"/>
                    <a:pt x="225" y="49"/>
                    <a:pt x="225" y="49"/>
                  </a:cubicBezTo>
                  <a:cubicBezTo>
                    <a:pt x="225" y="48"/>
                    <a:pt x="225" y="48"/>
                    <a:pt x="225" y="48"/>
                  </a:cubicBezTo>
                  <a:cubicBezTo>
                    <a:pt x="223" y="50"/>
                    <a:pt x="223" y="50"/>
                    <a:pt x="223" y="50"/>
                  </a:cubicBezTo>
                  <a:cubicBezTo>
                    <a:pt x="225" y="49"/>
                    <a:pt x="225" y="49"/>
                    <a:pt x="225" y="49"/>
                  </a:cubicBezTo>
                  <a:cubicBezTo>
                    <a:pt x="222" y="50"/>
                    <a:pt x="222" y="50"/>
                    <a:pt x="222" y="50"/>
                  </a:cubicBezTo>
                  <a:cubicBezTo>
                    <a:pt x="225" y="50"/>
                    <a:pt x="225" y="50"/>
                    <a:pt x="225" y="50"/>
                  </a:cubicBezTo>
                  <a:cubicBezTo>
                    <a:pt x="225" y="49"/>
                    <a:pt x="225" y="49"/>
                    <a:pt x="225" y="49"/>
                  </a:cubicBezTo>
                  <a:cubicBezTo>
                    <a:pt x="222" y="50"/>
                    <a:pt x="222" y="50"/>
                    <a:pt x="222" y="50"/>
                  </a:cubicBezTo>
                  <a:cubicBezTo>
                    <a:pt x="225" y="50"/>
                    <a:pt x="225" y="50"/>
                    <a:pt x="225" y="50"/>
                  </a:cubicBezTo>
                  <a:cubicBezTo>
                    <a:pt x="221" y="50"/>
                    <a:pt x="221" y="50"/>
                    <a:pt x="221" y="50"/>
                  </a:cubicBezTo>
                  <a:cubicBezTo>
                    <a:pt x="225" y="53"/>
                    <a:pt x="225" y="53"/>
                    <a:pt x="225" y="53"/>
                  </a:cubicBezTo>
                  <a:cubicBezTo>
                    <a:pt x="225" y="52"/>
                    <a:pt x="225" y="51"/>
                    <a:pt x="225" y="50"/>
                  </a:cubicBezTo>
                  <a:cubicBezTo>
                    <a:pt x="221" y="50"/>
                    <a:pt x="221" y="50"/>
                    <a:pt x="221" y="50"/>
                  </a:cubicBezTo>
                  <a:cubicBezTo>
                    <a:pt x="225" y="53"/>
                    <a:pt x="225" y="53"/>
                    <a:pt x="225" y="53"/>
                  </a:cubicBezTo>
                  <a:cubicBezTo>
                    <a:pt x="221" y="50"/>
                    <a:pt x="221" y="50"/>
                    <a:pt x="221" y="50"/>
                  </a:cubicBezTo>
                  <a:cubicBezTo>
                    <a:pt x="219" y="54"/>
                    <a:pt x="219" y="54"/>
                    <a:pt x="219" y="54"/>
                  </a:cubicBezTo>
                  <a:cubicBezTo>
                    <a:pt x="746" y="368"/>
                    <a:pt x="746" y="368"/>
                    <a:pt x="746" y="368"/>
                  </a:cubicBezTo>
                  <a:cubicBezTo>
                    <a:pt x="748" y="370"/>
                    <a:pt x="750" y="369"/>
                    <a:pt x="751" y="367"/>
                  </a:cubicBezTo>
                  <a:cubicBezTo>
                    <a:pt x="752" y="366"/>
                    <a:pt x="752" y="365"/>
                    <a:pt x="752" y="365"/>
                  </a:cubicBezTo>
                  <a:cubicBezTo>
                    <a:pt x="752" y="363"/>
                    <a:pt x="752" y="362"/>
                    <a:pt x="751" y="362"/>
                  </a:cubicBezTo>
                  <a:cubicBezTo>
                    <a:pt x="750" y="360"/>
                    <a:pt x="749" y="359"/>
                    <a:pt x="748" y="358"/>
                  </a:cubicBezTo>
                  <a:cubicBezTo>
                    <a:pt x="745" y="355"/>
                    <a:pt x="741" y="352"/>
                    <a:pt x="736" y="349"/>
                  </a:cubicBezTo>
                  <a:cubicBezTo>
                    <a:pt x="716" y="335"/>
                    <a:pt x="677" y="311"/>
                    <a:pt x="631" y="284"/>
                  </a:cubicBezTo>
                  <a:cubicBezTo>
                    <a:pt x="562" y="243"/>
                    <a:pt x="474" y="192"/>
                    <a:pt x="404" y="151"/>
                  </a:cubicBezTo>
                  <a:cubicBezTo>
                    <a:pt x="369" y="130"/>
                    <a:pt x="339" y="111"/>
                    <a:pt x="317" y="97"/>
                  </a:cubicBezTo>
                  <a:cubicBezTo>
                    <a:pt x="306" y="90"/>
                    <a:pt x="297" y="84"/>
                    <a:pt x="291" y="79"/>
                  </a:cubicBezTo>
                  <a:cubicBezTo>
                    <a:pt x="289" y="77"/>
                    <a:pt x="286" y="75"/>
                    <a:pt x="285" y="74"/>
                  </a:cubicBezTo>
                  <a:cubicBezTo>
                    <a:pt x="284" y="73"/>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4" y="72"/>
                    <a:pt x="284" y="72"/>
                    <a:pt x="284" y="72"/>
                  </a:cubicBezTo>
                  <a:cubicBezTo>
                    <a:pt x="282" y="73"/>
                    <a:pt x="282" y="73"/>
                    <a:pt x="282" y="73"/>
                  </a:cubicBezTo>
                  <a:cubicBezTo>
                    <a:pt x="284" y="73"/>
                    <a:pt x="284" y="73"/>
                    <a:pt x="284" y="73"/>
                  </a:cubicBezTo>
                  <a:cubicBezTo>
                    <a:pt x="284" y="72"/>
                    <a:pt x="284" y="72"/>
                    <a:pt x="284" y="72"/>
                  </a:cubicBezTo>
                  <a:cubicBezTo>
                    <a:pt x="282" y="73"/>
                    <a:pt x="282" y="73"/>
                    <a:pt x="282" y="73"/>
                  </a:cubicBezTo>
                  <a:cubicBezTo>
                    <a:pt x="284" y="73"/>
                    <a:pt x="284" y="73"/>
                    <a:pt x="284" y="73"/>
                  </a:cubicBezTo>
                  <a:cubicBezTo>
                    <a:pt x="281" y="73"/>
                    <a:pt x="281" y="73"/>
                    <a:pt x="281" y="73"/>
                  </a:cubicBezTo>
                  <a:cubicBezTo>
                    <a:pt x="283" y="75"/>
                    <a:pt x="283" y="75"/>
                    <a:pt x="283" y="75"/>
                  </a:cubicBezTo>
                  <a:cubicBezTo>
                    <a:pt x="284" y="74"/>
                    <a:pt x="284" y="73"/>
                    <a:pt x="284" y="73"/>
                  </a:cubicBezTo>
                  <a:cubicBezTo>
                    <a:pt x="281" y="73"/>
                    <a:pt x="281" y="73"/>
                    <a:pt x="281" y="73"/>
                  </a:cubicBezTo>
                  <a:cubicBezTo>
                    <a:pt x="283" y="75"/>
                    <a:pt x="283" y="75"/>
                    <a:pt x="283" y="75"/>
                  </a:cubicBezTo>
                  <a:cubicBezTo>
                    <a:pt x="283" y="75"/>
                    <a:pt x="283" y="75"/>
                    <a:pt x="283" y="75"/>
                  </a:cubicBezTo>
                  <a:cubicBezTo>
                    <a:pt x="281" y="73"/>
                    <a:pt x="281" y="73"/>
                    <a:pt x="281" y="73"/>
                  </a:cubicBezTo>
                  <a:cubicBezTo>
                    <a:pt x="282" y="76"/>
                    <a:pt x="282" y="76"/>
                    <a:pt x="282" y="76"/>
                  </a:cubicBezTo>
                  <a:cubicBezTo>
                    <a:pt x="282" y="76"/>
                    <a:pt x="283" y="75"/>
                    <a:pt x="283" y="75"/>
                  </a:cubicBezTo>
                  <a:cubicBezTo>
                    <a:pt x="281" y="73"/>
                    <a:pt x="281" y="73"/>
                    <a:pt x="281" y="73"/>
                  </a:cubicBezTo>
                  <a:cubicBezTo>
                    <a:pt x="282" y="76"/>
                    <a:pt x="282" y="76"/>
                    <a:pt x="282" y="76"/>
                  </a:cubicBezTo>
                  <a:cubicBezTo>
                    <a:pt x="281" y="74"/>
                    <a:pt x="281" y="74"/>
                    <a:pt x="281" y="74"/>
                  </a:cubicBezTo>
                  <a:cubicBezTo>
                    <a:pt x="282" y="76"/>
                    <a:pt x="282" y="76"/>
                    <a:pt x="282" y="76"/>
                  </a:cubicBezTo>
                  <a:cubicBezTo>
                    <a:pt x="282" y="76"/>
                    <a:pt x="282" y="76"/>
                    <a:pt x="282" y="76"/>
                  </a:cubicBezTo>
                  <a:cubicBezTo>
                    <a:pt x="281" y="74"/>
                    <a:pt x="281" y="74"/>
                    <a:pt x="281" y="74"/>
                  </a:cubicBezTo>
                  <a:cubicBezTo>
                    <a:pt x="282" y="76"/>
                    <a:pt x="282" y="76"/>
                    <a:pt x="282" y="76"/>
                  </a:cubicBezTo>
                  <a:cubicBezTo>
                    <a:pt x="281" y="75"/>
                    <a:pt x="281" y="75"/>
                    <a:pt x="281" y="75"/>
                  </a:cubicBezTo>
                  <a:cubicBezTo>
                    <a:pt x="282" y="76"/>
                    <a:pt x="282" y="76"/>
                    <a:pt x="282" y="76"/>
                  </a:cubicBezTo>
                  <a:cubicBezTo>
                    <a:pt x="282" y="76"/>
                    <a:pt x="282" y="76"/>
                    <a:pt x="282" y="76"/>
                  </a:cubicBezTo>
                  <a:cubicBezTo>
                    <a:pt x="281" y="75"/>
                    <a:pt x="281" y="75"/>
                    <a:pt x="281" y="75"/>
                  </a:cubicBezTo>
                  <a:cubicBezTo>
                    <a:pt x="282" y="76"/>
                    <a:pt x="282" y="76"/>
                    <a:pt x="282" y="76"/>
                  </a:cubicBezTo>
                  <a:cubicBezTo>
                    <a:pt x="282" y="76"/>
                    <a:pt x="282" y="76"/>
                    <a:pt x="282" y="76"/>
                  </a:cubicBezTo>
                  <a:cubicBezTo>
                    <a:pt x="282" y="76"/>
                    <a:pt x="283" y="76"/>
                    <a:pt x="285" y="76"/>
                  </a:cubicBezTo>
                  <a:cubicBezTo>
                    <a:pt x="288" y="77"/>
                    <a:pt x="293" y="80"/>
                    <a:pt x="299" y="82"/>
                  </a:cubicBezTo>
                  <a:cubicBezTo>
                    <a:pt x="321" y="93"/>
                    <a:pt x="362" y="117"/>
                    <a:pt x="409" y="146"/>
                  </a:cubicBezTo>
                  <a:cubicBezTo>
                    <a:pt x="480" y="190"/>
                    <a:pt x="568" y="246"/>
                    <a:pt x="640" y="291"/>
                  </a:cubicBezTo>
                  <a:cubicBezTo>
                    <a:pt x="675" y="314"/>
                    <a:pt x="707" y="334"/>
                    <a:pt x="730" y="348"/>
                  </a:cubicBezTo>
                  <a:cubicBezTo>
                    <a:pt x="741" y="355"/>
                    <a:pt x="751" y="361"/>
                    <a:pt x="758" y="365"/>
                  </a:cubicBezTo>
                  <a:cubicBezTo>
                    <a:pt x="761" y="367"/>
                    <a:pt x="764" y="369"/>
                    <a:pt x="766" y="370"/>
                  </a:cubicBezTo>
                  <a:cubicBezTo>
                    <a:pt x="767" y="370"/>
                    <a:pt x="768" y="371"/>
                    <a:pt x="769" y="371"/>
                  </a:cubicBezTo>
                  <a:cubicBezTo>
                    <a:pt x="769" y="371"/>
                    <a:pt x="770" y="371"/>
                    <a:pt x="770" y="371"/>
                  </a:cubicBezTo>
                  <a:cubicBezTo>
                    <a:pt x="771" y="372"/>
                    <a:pt x="771" y="372"/>
                    <a:pt x="772" y="372"/>
                  </a:cubicBezTo>
                  <a:cubicBezTo>
                    <a:pt x="772" y="372"/>
                    <a:pt x="773" y="372"/>
                    <a:pt x="773" y="371"/>
                  </a:cubicBezTo>
                  <a:cubicBezTo>
                    <a:pt x="774" y="371"/>
                    <a:pt x="775" y="371"/>
                    <a:pt x="775" y="370"/>
                  </a:cubicBezTo>
                  <a:cubicBezTo>
                    <a:pt x="775" y="370"/>
                    <a:pt x="775" y="370"/>
                    <a:pt x="775" y="370"/>
                  </a:cubicBezTo>
                  <a:cubicBezTo>
                    <a:pt x="776" y="369"/>
                    <a:pt x="776" y="368"/>
                    <a:pt x="776" y="367"/>
                  </a:cubicBezTo>
                  <a:cubicBezTo>
                    <a:pt x="776" y="366"/>
                    <a:pt x="776" y="365"/>
                    <a:pt x="775" y="364"/>
                  </a:cubicBezTo>
                  <a:cubicBezTo>
                    <a:pt x="775" y="363"/>
                    <a:pt x="773" y="362"/>
                    <a:pt x="772" y="360"/>
                  </a:cubicBezTo>
                  <a:cubicBezTo>
                    <a:pt x="770" y="358"/>
                    <a:pt x="766" y="355"/>
                    <a:pt x="760" y="351"/>
                  </a:cubicBezTo>
                  <a:cubicBezTo>
                    <a:pt x="741" y="336"/>
                    <a:pt x="705" y="313"/>
                    <a:pt x="660" y="285"/>
                  </a:cubicBezTo>
                  <a:cubicBezTo>
                    <a:pt x="527" y="202"/>
                    <a:pt x="326" y="84"/>
                    <a:pt x="326" y="84"/>
                  </a:cubicBezTo>
                  <a:cubicBezTo>
                    <a:pt x="324" y="83"/>
                    <a:pt x="321" y="83"/>
                    <a:pt x="320" y="85"/>
                  </a:cubicBezTo>
                  <a:cubicBezTo>
                    <a:pt x="319" y="87"/>
                    <a:pt x="320" y="90"/>
                    <a:pt x="321" y="91"/>
                  </a:cubicBezTo>
                  <a:cubicBezTo>
                    <a:pt x="321" y="91"/>
                    <a:pt x="432" y="160"/>
                    <a:pt x="547" y="230"/>
                  </a:cubicBezTo>
                  <a:cubicBezTo>
                    <a:pt x="605" y="265"/>
                    <a:pt x="663" y="300"/>
                    <a:pt x="710" y="326"/>
                  </a:cubicBezTo>
                  <a:cubicBezTo>
                    <a:pt x="733" y="339"/>
                    <a:pt x="753" y="350"/>
                    <a:pt x="768" y="357"/>
                  </a:cubicBezTo>
                  <a:cubicBezTo>
                    <a:pt x="776" y="361"/>
                    <a:pt x="782" y="364"/>
                    <a:pt x="787" y="366"/>
                  </a:cubicBezTo>
                  <a:cubicBezTo>
                    <a:pt x="790" y="367"/>
                    <a:pt x="792" y="368"/>
                    <a:pt x="794" y="369"/>
                  </a:cubicBezTo>
                  <a:cubicBezTo>
                    <a:pt x="796" y="369"/>
                    <a:pt x="798" y="370"/>
                    <a:pt x="800" y="370"/>
                  </a:cubicBezTo>
                  <a:cubicBezTo>
                    <a:pt x="800" y="370"/>
                    <a:pt x="801" y="370"/>
                    <a:pt x="802" y="369"/>
                  </a:cubicBezTo>
                  <a:cubicBezTo>
                    <a:pt x="803" y="369"/>
                    <a:pt x="804" y="368"/>
                    <a:pt x="805" y="367"/>
                  </a:cubicBezTo>
                  <a:cubicBezTo>
                    <a:pt x="805" y="367"/>
                    <a:pt x="805" y="367"/>
                    <a:pt x="805" y="367"/>
                  </a:cubicBezTo>
                  <a:cubicBezTo>
                    <a:pt x="805" y="366"/>
                    <a:pt x="805" y="366"/>
                    <a:pt x="805" y="365"/>
                  </a:cubicBezTo>
                  <a:cubicBezTo>
                    <a:pt x="805" y="364"/>
                    <a:pt x="805" y="364"/>
                    <a:pt x="805" y="364"/>
                  </a:cubicBezTo>
                  <a:cubicBezTo>
                    <a:pt x="805" y="363"/>
                    <a:pt x="805" y="363"/>
                    <a:pt x="804" y="363"/>
                  </a:cubicBezTo>
                  <a:cubicBezTo>
                    <a:pt x="804" y="362"/>
                    <a:pt x="804" y="362"/>
                    <a:pt x="804" y="362"/>
                  </a:cubicBezTo>
                  <a:cubicBezTo>
                    <a:pt x="803" y="361"/>
                    <a:pt x="802" y="361"/>
                    <a:pt x="801" y="360"/>
                  </a:cubicBezTo>
                  <a:cubicBezTo>
                    <a:pt x="797" y="357"/>
                    <a:pt x="788" y="352"/>
                    <a:pt x="775" y="343"/>
                  </a:cubicBezTo>
                  <a:cubicBezTo>
                    <a:pt x="685" y="286"/>
                    <a:pt x="411" y="117"/>
                    <a:pt x="411" y="117"/>
                  </a:cubicBezTo>
                  <a:cubicBezTo>
                    <a:pt x="409" y="120"/>
                    <a:pt x="409" y="120"/>
                    <a:pt x="409" y="120"/>
                  </a:cubicBezTo>
                  <a:cubicBezTo>
                    <a:pt x="413" y="122"/>
                    <a:pt x="413" y="122"/>
                    <a:pt x="413" y="122"/>
                  </a:cubicBezTo>
                  <a:cubicBezTo>
                    <a:pt x="409" y="120"/>
                    <a:pt x="409" y="120"/>
                    <a:pt x="409" y="120"/>
                  </a:cubicBezTo>
                  <a:cubicBezTo>
                    <a:pt x="410" y="124"/>
                    <a:pt x="410" y="124"/>
                    <a:pt x="410" y="124"/>
                  </a:cubicBezTo>
                  <a:cubicBezTo>
                    <a:pt x="411" y="124"/>
                    <a:pt x="412" y="123"/>
                    <a:pt x="413" y="122"/>
                  </a:cubicBezTo>
                  <a:cubicBezTo>
                    <a:pt x="409" y="120"/>
                    <a:pt x="409" y="120"/>
                    <a:pt x="409" y="120"/>
                  </a:cubicBezTo>
                  <a:cubicBezTo>
                    <a:pt x="410" y="124"/>
                    <a:pt x="410" y="124"/>
                    <a:pt x="410" y="124"/>
                  </a:cubicBezTo>
                  <a:cubicBezTo>
                    <a:pt x="409" y="120"/>
                    <a:pt x="409" y="120"/>
                    <a:pt x="409" y="120"/>
                  </a:cubicBezTo>
                  <a:cubicBezTo>
                    <a:pt x="409" y="124"/>
                    <a:pt x="409" y="124"/>
                    <a:pt x="409" y="124"/>
                  </a:cubicBezTo>
                  <a:cubicBezTo>
                    <a:pt x="409" y="124"/>
                    <a:pt x="410" y="124"/>
                    <a:pt x="410" y="124"/>
                  </a:cubicBezTo>
                  <a:cubicBezTo>
                    <a:pt x="409" y="120"/>
                    <a:pt x="409" y="120"/>
                    <a:pt x="409" y="120"/>
                  </a:cubicBezTo>
                  <a:cubicBezTo>
                    <a:pt x="409" y="124"/>
                    <a:pt x="409" y="124"/>
                    <a:pt x="409" y="124"/>
                  </a:cubicBezTo>
                  <a:cubicBezTo>
                    <a:pt x="409" y="120"/>
                    <a:pt x="409" y="120"/>
                    <a:pt x="409" y="120"/>
                  </a:cubicBezTo>
                  <a:cubicBezTo>
                    <a:pt x="408" y="124"/>
                    <a:pt x="408" y="124"/>
                    <a:pt x="408" y="124"/>
                  </a:cubicBezTo>
                  <a:cubicBezTo>
                    <a:pt x="408" y="124"/>
                    <a:pt x="408" y="124"/>
                    <a:pt x="409" y="124"/>
                  </a:cubicBezTo>
                  <a:cubicBezTo>
                    <a:pt x="409" y="120"/>
                    <a:pt x="409" y="120"/>
                    <a:pt x="409" y="120"/>
                  </a:cubicBezTo>
                  <a:cubicBezTo>
                    <a:pt x="408" y="124"/>
                    <a:pt x="408" y="124"/>
                    <a:pt x="408" y="124"/>
                  </a:cubicBezTo>
                  <a:cubicBezTo>
                    <a:pt x="409" y="122"/>
                    <a:pt x="409" y="122"/>
                    <a:pt x="409" y="122"/>
                  </a:cubicBezTo>
                  <a:cubicBezTo>
                    <a:pt x="408" y="124"/>
                    <a:pt x="408" y="124"/>
                    <a:pt x="408" y="124"/>
                  </a:cubicBezTo>
                  <a:cubicBezTo>
                    <a:pt x="408" y="124"/>
                    <a:pt x="408" y="124"/>
                    <a:pt x="408" y="124"/>
                  </a:cubicBezTo>
                  <a:cubicBezTo>
                    <a:pt x="409" y="122"/>
                    <a:pt x="409" y="122"/>
                    <a:pt x="409" y="122"/>
                  </a:cubicBezTo>
                  <a:cubicBezTo>
                    <a:pt x="408" y="124"/>
                    <a:pt x="408" y="124"/>
                    <a:pt x="408" y="124"/>
                  </a:cubicBezTo>
                  <a:cubicBezTo>
                    <a:pt x="408" y="124"/>
                    <a:pt x="409" y="124"/>
                    <a:pt x="410" y="125"/>
                  </a:cubicBezTo>
                  <a:cubicBezTo>
                    <a:pt x="419" y="130"/>
                    <a:pt x="450" y="147"/>
                    <a:pt x="491" y="171"/>
                  </a:cubicBezTo>
                  <a:cubicBezTo>
                    <a:pt x="553" y="207"/>
                    <a:pt x="638" y="256"/>
                    <a:pt x="708" y="297"/>
                  </a:cubicBezTo>
                  <a:cubicBezTo>
                    <a:pt x="743" y="317"/>
                    <a:pt x="774" y="335"/>
                    <a:pt x="796" y="348"/>
                  </a:cubicBezTo>
                  <a:cubicBezTo>
                    <a:pt x="807" y="354"/>
                    <a:pt x="816" y="360"/>
                    <a:pt x="822" y="363"/>
                  </a:cubicBezTo>
                  <a:cubicBezTo>
                    <a:pt x="828" y="367"/>
                    <a:pt x="832" y="369"/>
                    <a:pt x="832" y="369"/>
                  </a:cubicBezTo>
                  <a:cubicBezTo>
                    <a:pt x="834" y="370"/>
                    <a:pt x="836" y="369"/>
                    <a:pt x="837" y="367"/>
                  </a:cubicBezTo>
                  <a:cubicBezTo>
                    <a:pt x="838" y="365"/>
                    <a:pt x="838" y="363"/>
                    <a:pt x="836" y="362"/>
                  </a:cubicBezTo>
                  <a:cubicBezTo>
                    <a:pt x="836" y="362"/>
                    <a:pt x="830" y="359"/>
                    <a:pt x="821" y="353"/>
                  </a:cubicBezTo>
                  <a:cubicBezTo>
                    <a:pt x="787" y="333"/>
                    <a:pt x="703" y="282"/>
                    <a:pt x="628" y="236"/>
                  </a:cubicBezTo>
                  <a:cubicBezTo>
                    <a:pt x="590" y="212"/>
                    <a:pt x="554" y="190"/>
                    <a:pt x="528" y="173"/>
                  </a:cubicBezTo>
                  <a:cubicBezTo>
                    <a:pt x="515" y="165"/>
                    <a:pt x="504" y="158"/>
                    <a:pt x="497" y="153"/>
                  </a:cubicBezTo>
                  <a:cubicBezTo>
                    <a:pt x="493" y="150"/>
                    <a:pt x="490" y="148"/>
                    <a:pt x="489" y="146"/>
                  </a:cubicBezTo>
                  <a:cubicBezTo>
                    <a:pt x="488" y="146"/>
                    <a:pt x="487" y="145"/>
                    <a:pt x="487" y="145"/>
                  </a:cubicBezTo>
                  <a:cubicBezTo>
                    <a:pt x="486" y="144"/>
                    <a:pt x="486" y="144"/>
                    <a:pt x="486" y="144"/>
                  </a:cubicBezTo>
                  <a:cubicBezTo>
                    <a:pt x="486" y="144"/>
                    <a:pt x="486" y="144"/>
                    <a:pt x="486" y="144"/>
                  </a:cubicBezTo>
                  <a:cubicBezTo>
                    <a:pt x="485" y="146"/>
                    <a:pt x="485" y="146"/>
                    <a:pt x="485" y="146"/>
                  </a:cubicBezTo>
                  <a:cubicBezTo>
                    <a:pt x="487" y="145"/>
                    <a:pt x="487" y="145"/>
                    <a:pt x="487" y="145"/>
                  </a:cubicBezTo>
                  <a:cubicBezTo>
                    <a:pt x="486" y="144"/>
                    <a:pt x="486" y="144"/>
                    <a:pt x="486" y="144"/>
                  </a:cubicBezTo>
                  <a:cubicBezTo>
                    <a:pt x="485" y="146"/>
                    <a:pt x="485" y="146"/>
                    <a:pt x="485" y="146"/>
                  </a:cubicBezTo>
                  <a:cubicBezTo>
                    <a:pt x="487" y="145"/>
                    <a:pt x="487" y="145"/>
                    <a:pt x="487" y="145"/>
                  </a:cubicBezTo>
                  <a:cubicBezTo>
                    <a:pt x="484" y="146"/>
                    <a:pt x="484" y="146"/>
                    <a:pt x="484" y="146"/>
                  </a:cubicBezTo>
                  <a:cubicBezTo>
                    <a:pt x="487" y="146"/>
                    <a:pt x="487" y="146"/>
                    <a:pt x="487" y="146"/>
                  </a:cubicBezTo>
                  <a:cubicBezTo>
                    <a:pt x="487" y="145"/>
                    <a:pt x="487" y="145"/>
                    <a:pt x="487" y="145"/>
                  </a:cubicBezTo>
                  <a:cubicBezTo>
                    <a:pt x="484" y="146"/>
                    <a:pt x="484" y="146"/>
                    <a:pt x="484" y="146"/>
                  </a:cubicBezTo>
                  <a:cubicBezTo>
                    <a:pt x="487" y="146"/>
                    <a:pt x="487" y="146"/>
                    <a:pt x="487" y="146"/>
                  </a:cubicBezTo>
                  <a:cubicBezTo>
                    <a:pt x="483" y="146"/>
                    <a:pt x="483" y="146"/>
                    <a:pt x="483" y="146"/>
                  </a:cubicBezTo>
                  <a:cubicBezTo>
                    <a:pt x="486" y="148"/>
                    <a:pt x="486" y="148"/>
                    <a:pt x="486" y="148"/>
                  </a:cubicBezTo>
                  <a:cubicBezTo>
                    <a:pt x="487" y="148"/>
                    <a:pt x="487" y="147"/>
                    <a:pt x="487" y="146"/>
                  </a:cubicBezTo>
                  <a:cubicBezTo>
                    <a:pt x="483" y="146"/>
                    <a:pt x="483" y="146"/>
                    <a:pt x="483" y="146"/>
                  </a:cubicBezTo>
                  <a:cubicBezTo>
                    <a:pt x="486" y="148"/>
                    <a:pt x="486" y="148"/>
                    <a:pt x="486" y="148"/>
                  </a:cubicBezTo>
                  <a:cubicBezTo>
                    <a:pt x="486" y="148"/>
                    <a:pt x="486" y="148"/>
                    <a:pt x="486" y="148"/>
                  </a:cubicBezTo>
                  <a:cubicBezTo>
                    <a:pt x="483" y="146"/>
                    <a:pt x="483" y="146"/>
                    <a:pt x="483" y="146"/>
                  </a:cubicBezTo>
                  <a:cubicBezTo>
                    <a:pt x="484" y="150"/>
                    <a:pt x="484" y="150"/>
                    <a:pt x="484" y="150"/>
                  </a:cubicBezTo>
                  <a:cubicBezTo>
                    <a:pt x="485" y="150"/>
                    <a:pt x="486" y="149"/>
                    <a:pt x="486" y="148"/>
                  </a:cubicBezTo>
                  <a:cubicBezTo>
                    <a:pt x="483" y="146"/>
                    <a:pt x="483" y="146"/>
                    <a:pt x="483" y="146"/>
                  </a:cubicBezTo>
                  <a:cubicBezTo>
                    <a:pt x="484" y="150"/>
                    <a:pt x="484" y="150"/>
                    <a:pt x="484" y="150"/>
                  </a:cubicBezTo>
                  <a:cubicBezTo>
                    <a:pt x="483" y="146"/>
                    <a:pt x="483" y="146"/>
                    <a:pt x="483" y="146"/>
                  </a:cubicBezTo>
                  <a:cubicBezTo>
                    <a:pt x="483" y="150"/>
                    <a:pt x="483" y="150"/>
                    <a:pt x="483" y="150"/>
                  </a:cubicBezTo>
                  <a:cubicBezTo>
                    <a:pt x="483" y="150"/>
                    <a:pt x="484" y="150"/>
                    <a:pt x="484" y="150"/>
                  </a:cubicBezTo>
                  <a:cubicBezTo>
                    <a:pt x="483" y="146"/>
                    <a:pt x="483" y="146"/>
                    <a:pt x="483" y="146"/>
                  </a:cubicBezTo>
                  <a:cubicBezTo>
                    <a:pt x="483" y="150"/>
                    <a:pt x="483" y="150"/>
                    <a:pt x="483" y="150"/>
                  </a:cubicBezTo>
                  <a:cubicBezTo>
                    <a:pt x="483" y="148"/>
                    <a:pt x="483" y="148"/>
                    <a:pt x="483" y="148"/>
                  </a:cubicBezTo>
                  <a:cubicBezTo>
                    <a:pt x="483" y="150"/>
                    <a:pt x="483" y="150"/>
                    <a:pt x="483" y="150"/>
                  </a:cubicBezTo>
                  <a:cubicBezTo>
                    <a:pt x="483" y="150"/>
                    <a:pt x="483" y="150"/>
                    <a:pt x="483" y="150"/>
                  </a:cubicBezTo>
                  <a:cubicBezTo>
                    <a:pt x="483" y="148"/>
                    <a:pt x="483" y="148"/>
                    <a:pt x="483" y="148"/>
                  </a:cubicBezTo>
                  <a:cubicBezTo>
                    <a:pt x="483" y="150"/>
                    <a:pt x="483" y="150"/>
                    <a:pt x="483" y="150"/>
                  </a:cubicBezTo>
                  <a:cubicBezTo>
                    <a:pt x="483" y="150"/>
                    <a:pt x="483" y="150"/>
                    <a:pt x="483" y="150"/>
                  </a:cubicBezTo>
                  <a:cubicBezTo>
                    <a:pt x="483" y="150"/>
                    <a:pt x="484" y="150"/>
                    <a:pt x="485" y="151"/>
                  </a:cubicBezTo>
                  <a:cubicBezTo>
                    <a:pt x="490" y="153"/>
                    <a:pt x="499" y="158"/>
                    <a:pt x="512" y="165"/>
                  </a:cubicBezTo>
                  <a:cubicBezTo>
                    <a:pt x="558" y="190"/>
                    <a:pt x="647" y="242"/>
                    <a:pt x="724" y="287"/>
                  </a:cubicBezTo>
                  <a:cubicBezTo>
                    <a:pt x="763" y="310"/>
                    <a:pt x="798" y="331"/>
                    <a:pt x="825" y="346"/>
                  </a:cubicBezTo>
                  <a:cubicBezTo>
                    <a:pt x="838" y="354"/>
                    <a:pt x="848" y="360"/>
                    <a:pt x="856" y="364"/>
                  </a:cubicBezTo>
                  <a:cubicBezTo>
                    <a:pt x="863" y="369"/>
                    <a:pt x="867" y="371"/>
                    <a:pt x="867" y="371"/>
                  </a:cubicBezTo>
                  <a:cubicBezTo>
                    <a:pt x="869" y="372"/>
                    <a:pt x="871" y="372"/>
                    <a:pt x="872" y="370"/>
                  </a:cubicBezTo>
                  <a:cubicBezTo>
                    <a:pt x="874" y="368"/>
                    <a:pt x="873" y="365"/>
                    <a:pt x="871" y="364"/>
                  </a:cubicBezTo>
                  <a:cubicBezTo>
                    <a:pt x="566" y="173"/>
                    <a:pt x="566" y="173"/>
                    <a:pt x="566" y="173"/>
                  </a:cubicBezTo>
                  <a:cubicBezTo>
                    <a:pt x="563" y="177"/>
                    <a:pt x="563" y="177"/>
                    <a:pt x="563" y="177"/>
                  </a:cubicBezTo>
                  <a:cubicBezTo>
                    <a:pt x="567" y="179"/>
                    <a:pt x="567" y="179"/>
                    <a:pt x="567" y="179"/>
                  </a:cubicBezTo>
                  <a:cubicBezTo>
                    <a:pt x="564" y="177"/>
                    <a:pt x="564" y="177"/>
                    <a:pt x="564" y="177"/>
                  </a:cubicBezTo>
                  <a:cubicBezTo>
                    <a:pt x="565" y="180"/>
                    <a:pt x="565" y="180"/>
                    <a:pt x="565" y="180"/>
                  </a:cubicBezTo>
                  <a:cubicBezTo>
                    <a:pt x="565" y="180"/>
                    <a:pt x="566" y="180"/>
                    <a:pt x="567" y="179"/>
                  </a:cubicBezTo>
                  <a:cubicBezTo>
                    <a:pt x="564" y="177"/>
                    <a:pt x="564" y="177"/>
                    <a:pt x="564" y="177"/>
                  </a:cubicBezTo>
                  <a:cubicBezTo>
                    <a:pt x="565" y="180"/>
                    <a:pt x="565" y="180"/>
                    <a:pt x="565" y="180"/>
                  </a:cubicBezTo>
                  <a:cubicBezTo>
                    <a:pt x="564" y="177"/>
                    <a:pt x="564" y="177"/>
                    <a:pt x="564" y="177"/>
                  </a:cubicBezTo>
                  <a:cubicBezTo>
                    <a:pt x="564" y="181"/>
                    <a:pt x="564" y="181"/>
                    <a:pt x="564" y="181"/>
                  </a:cubicBezTo>
                  <a:cubicBezTo>
                    <a:pt x="564" y="181"/>
                    <a:pt x="564" y="181"/>
                    <a:pt x="565" y="180"/>
                  </a:cubicBezTo>
                  <a:cubicBezTo>
                    <a:pt x="564" y="177"/>
                    <a:pt x="564" y="177"/>
                    <a:pt x="564" y="177"/>
                  </a:cubicBezTo>
                  <a:cubicBezTo>
                    <a:pt x="564" y="181"/>
                    <a:pt x="564" y="181"/>
                    <a:pt x="564" y="181"/>
                  </a:cubicBezTo>
                  <a:cubicBezTo>
                    <a:pt x="564" y="178"/>
                    <a:pt x="564" y="178"/>
                    <a:pt x="564" y="178"/>
                  </a:cubicBezTo>
                  <a:cubicBezTo>
                    <a:pt x="563" y="181"/>
                    <a:pt x="563" y="181"/>
                    <a:pt x="563" y="181"/>
                  </a:cubicBezTo>
                  <a:cubicBezTo>
                    <a:pt x="564" y="181"/>
                    <a:pt x="564" y="181"/>
                    <a:pt x="564" y="181"/>
                  </a:cubicBezTo>
                  <a:cubicBezTo>
                    <a:pt x="564" y="178"/>
                    <a:pt x="564" y="178"/>
                    <a:pt x="564" y="178"/>
                  </a:cubicBezTo>
                  <a:cubicBezTo>
                    <a:pt x="563" y="181"/>
                    <a:pt x="563" y="181"/>
                    <a:pt x="563" y="181"/>
                  </a:cubicBezTo>
                  <a:cubicBezTo>
                    <a:pt x="563" y="180"/>
                    <a:pt x="563" y="180"/>
                    <a:pt x="563" y="180"/>
                  </a:cubicBezTo>
                  <a:cubicBezTo>
                    <a:pt x="563" y="181"/>
                    <a:pt x="563" y="181"/>
                    <a:pt x="563" y="181"/>
                  </a:cubicBezTo>
                  <a:cubicBezTo>
                    <a:pt x="563" y="181"/>
                    <a:pt x="563" y="181"/>
                    <a:pt x="563" y="181"/>
                  </a:cubicBezTo>
                  <a:cubicBezTo>
                    <a:pt x="563" y="180"/>
                    <a:pt x="563" y="180"/>
                    <a:pt x="563" y="180"/>
                  </a:cubicBezTo>
                  <a:cubicBezTo>
                    <a:pt x="563" y="181"/>
                    <a:pt x="563" y="181"/>
                    <a:pt x="563" y="181"/>
                  </a:cubicBezTo>
                  <a:cubicBezTo>
                    <a:pt x="563" y="181"/>
                    <a:pt x="564" y="181"/>
                    <a:pt x="565" y="181"/>
                  </a:cubicBezTo>
                  <a:cubicBezTo>
                    <a:pt x="568" y="183"/>
                    <a:pt x="576" y="187"/>
                    <a:pt x="587" y="193"/>
                  </a:cubicBezTo>
                  <a:cubicBezTo>
                    <a:pt x="623" y="214"/>
                    <a:pt x="693" y="257"/>
                    <a:pt x="756" y="295"/>
                  </a:cubicBezTo>
                  <a:cubicBezTo>
                    <a:pt x="788" y="314"/>
                    <a:pt x="817" y="331"/>
                    <a:pt x="840" y="344"/>
                  </a:cubicBezTo>
                  <a:cubicBezTo>
                    <a:pt x="852" y="350"/>
                    <a:pt x="862" y="356"/>
                    <a:pt x="869" y="359"/>
                  </a:cubicBezTo>
                  <a:cubicBezTo>
                    <a:pt x="873" y="361"/>
                    <a:pt x="876" y="363"/>
                    <a:pt x="879" y="364"/>
                  </a:cubicBezTo>
                  <a:cubicBezTo>
                    <a:pt x="880" y="364"/>
                    <a:pt x="881" y="365"/>
                    <a:pt x="882" y="365"/>
                  </a:cubicBezTo>
                  <a:cubicBezTo>
                    <a:pt x="883" y="365"/>
                    <a:pt x="884" y="365"/>
                    <a:pt x="885" y="365"/>
                  </a:cubicBezTo>
                  <a:cubicBezTo>
                    <a:pt x="886" y="365"/>
                    <a:pt x="886" y="365"/>
                    <a:pt x="887" y="365"/>
                  </a:cubicBezTo>
                  <a:cubicBezTo>
                    <a:pt x="888" y="365"/>
                    <a:pt x="889" y="364"/>
                    <a:pt x="890" y="363"/>
                  </a:cubicBezTo>
                  <a:cubicBezTo>
                    <a:pt x="890" y="363"/>
                    <a:pt x="890" y="362"/>
                    <a:pt x="890" y="361"/>
                  </a:cubicBezTo>
                  <a:cubicBezTo>
                    <a:pt x="890" y="360"/>
                    <a:pt x="890" y="360"/>
                    <a:pt x="890" y="359"/>
                  </a:cubicBezTo>
                  <a:cubicBezTo>
                    <a:pt x="889" y="359"/>
                    <a:pt x="889" y="359"/>
                    <a:pt x="889" y="358"/>
                  </a:cubicBezTo>
                  <a:cubicBezTo>
                    <a:pt x="889" y="358"/>
                    <a:pt x="889" y="358"/>
                    <a:pt x="889" y="358"/>
                  </a:cubicBezTo>
                  <a:cubicBezTo>
                    <a:pt x="888" y="358"/>
                    <a:pt x="888" y="357"/>
                    <a:pt x="887" y="357"/>
                  </a:cubicBezTo>
                  <a:cubicBezTo>
                    <a:pt x="885" y="356"/>
                    <a:pt x="881" y="353"/>
                    <a:pt x="875" y="349"/>
                  </a:cubicBezTo>
                  <a:cubicBezTo>
                    <a:pt x="853" y="336"/>
                    <a:pt x="810" y="310"/>
                    <a:pt x="771" y="287"/>
                  </a:cubicBezTo>
                  <a:cubicBezTo>
                    <a:pt x="752" y="275"/>
                    <a:pt x="735" y="264"/>
                    <a:pt x="722" y="256"/>
                  </a:cubicBezTo>
                  <a:cubicBezTo>
                    <a:pt x="715" y="251"/>
                    <a:pt x="710" y="248"/>
                    <a:pt x="706" y="245"/>
                  </a:cubicBezTo>
                  <a:cubicBezTo>
                    <a:pt x="704" y="244"/>
                    <a:pt x="703" y="243"/>
                    <a:pt x="702" y="242"/>
                  </a:cubicBezTo>
                  <a:cubicBezTo>
                    <a:pt x="702" y="242"/>
                    <a:pt x="702" y="242"/>
                    <a:pt x="702" y="242"/>
                  </a:cubicBezTo>
                  <a:cubicBezTo>
                    <a:pt x="701" y="242"/>
                    <a:pt x="701" y="242"/>
                    <a:pt x="701" y="242"/>
                  </a:cubicBezTo>
                  <a:cubicBezTo>
                    <a:pt x="702" y="242"/>
                    <a:pt x="702" y="242"/>
                    <a:pt x="702" y="242"/>
                  </a:cubicBezTo>
                  <a:cubicBezTo>
                    <a:pt x="702" y="242"/>
                    <a:pt x="702" y="242"/>
                    <a:pt x="702" y="242"/>
                  </a:cubicBezTo>
                  <a:cubicBezTo>
                    <a:pt x="701" y="242"/>
                    <a:pt x="701" y="242"/>
                    <a:pt x="701" y="242"/>
                  </a:cubicBezTo>
                  <a:cubicBezTo>
                    <a:pt x="702" y="242"/>
                    <a:pt x="702" y="242"/>
                    <a:pt x="702" y="242"/>
                  </a:cubicBezTo>
                  <a:cubicBezTo>
                    <a:pt x="700" y="243"/>
                    <a:pt x="700" y="243"/>
                    <a:pt x="700" y="243"/>
                  </a:cubicBezTo>
                  <a:cubicBezTo>
                    <a:pt x="702" y="242"/>
                    <a:pt x="702" y="242"/>
                    <a:pt x="702" y="242"/>
                  </a:cubicBezTo>
                  <a:cubicBezTo>
                    <a:pt x="702" y="242"/>
                    <a:pt x="702" y="242"/>
                    <a:pt x="702" y="242"/>
                  </a:cubicBezTo>
                  <a:cubicBezTo>
                    <a:pt x="700" y="243"/>
                    <a:pt x="700" y="243"/>
                    <a:pt x="700" y="243"/>
                  </a:cubicBezTo>
                  <a:cubicBezTo>
                    <a:pt x="702" y="242"/>
                    <a:pt x="702" y="242"/>
                    <a:pt x="702" y="242"/>
                  </a:cubicBezTo>
                  <a:cubicBezTo>
                    <a:pt x="699" y="244"/>
                    <a:pt x="699" y="244"/>
                    <a:pt x="699" y="244"/>
                  </a:cubicBezTo>
                  <a:cubicBezTo>
                    <a:pt x="702" y="244"/>
                    <a:pt x="702" y="244"/>
                    <a:pt x="702" y="244"/>
                  </a:cubicBezTo>
                  <a:cubicBezTo>
                    <a:pt x="702" y="243"/>
                    <a:pt x="702" y="242"/>
                    <a:pt x="702" y="242"/>
                  </a:cubicBezTo>
                  <a:cubicBezTo>
                    <a:pt x="699" y="244"/>
                    <a:pt x="699" y="244"/>
                    <a:pt x="699" y="244"/>
                  </a:cubicBezTo>
                  <a:cubicBezTo>
                    <a:pt x="702" y="244"/>
                    <a:pt x="702" y="244"/>
                    <a:pt x="702" y="244"/>
                  </a:cubicBezTo>
                  <a:cubicBezTo>
                    <a:pt x="698" y="244"/>
                    <a:pt x="698" y="244"/>
                    <a:pt x="698" y="244"/>
                  </a:cubicBezTo>
                  <a:cubicBezTo>
                    <a:pt x="702" y="246"/>
                    <a:pt x="702" y="246"/>
                    <a:pt x="702" y="246"/>
                  </a:cubicBezTo>
                  <a:cubicBezTo>
                    <a:pt x="702" y="245"/>
                    <a:pt x="702" y="244"/>
                    <a:pt x="702" y="244"/>
                  </a:cubicBezTo>
                  <a:cubicBezTo>
                    <a:pt x="698" y="244"/>
                    <a:pt x="698" y="244"/>
                    <a:pt x="698" y="244"/>
                  </a:cubicBezTo>
                  <a:cubicBezTo>
                    <a:pt x="702" y="246"/>
                    <a:pt x="702" y="246"/>
                    <a:pt x="702" y="246"/>
                  </a:cubicBezTo>
                  <a:cubicBezTo>
                    <a:pt x="698" y="244"/>
                    <a:pt x="698" y="244"/>
                    <a:pt x="698" y="244"/>
                  </a:cubicBezTo>
                  <a:cubicBezTo>
                    <a:pt x="696" y="247"/>
                    <a:pt x="696" y="247"/>
                    <a:pt x="696" y="247"/>
                  </a:cubicBezTo>
                  <a:cubicBezTo>
                    <a:pt x="895" y="359"/>
                    <a:pt x="895" y="359"/>
                    <a:pt x="895" y="359"/>
                  </a:cubicBezTo>
                  <a:cubicBezTo>
                    <a:pt x="896" y="359"/>
                    <a:pt x="898" y="359"/>
                    <a:pt x="899" y="359"/>
                  </a:cubicBezTo>
                  <a:cubicBezTo>
                    <a:pt x="900" y="358"/>
                    <a:pt x="901" y="357"/>
                    <a:pt x="901" y="355"/>
                  </a:cubicBezTo>
                  <a:cubicBezTo>
                    <a:pt x="901" y="354"/>
                    <a:pt x="900" y="354"/>
                    <a:pt x="900" y="353"/>
                  </a:cubicBezTo>
                  <a:cubicBezTo>
                    <a:pt x="900" y="353"/>
                    <a:pt x="900" y="352"/>
                    <a:pt x="900" y="352"/>
                  </a:cubicBezTo>
                  <a:cubicBezTo>
                    <a:pt x="899" y="352"/>
                    <a:pt x="899" y="352"/>
                    <a:pt x="899" y="352"/>
                  </a:cubicBezTo>
                  <a:cubicBezTo>
                    <a:pt x="898" y="351"/>
                    <a:pt x="897" y="351"/>
                    <a:pt x="896" y="350"/>
                  </a:cubicBezTo>
                  <a:cubicBezTo>
                    <a:pt x="884" y="342"/>
                    <a:pt x="847" y="319"/>
                    <a:pt x="812" y="297"/>
                  </a:cubicBezTo>
                  <a:cubicBezTo>
                    <a:pt x="778" y="276"/>
                    <a:pt x="746" y="256"/>
                    <a:pt x="746" y="256"/>
                  </a:cubicBezTo>
                  <a:cubicBezTo>
                    <a:pt x="744" y="260"/>
                    <a:pt x="744" y="260"/>
                    <a:pt x="744" y="260"/>
                  </a:cubicBezTo>
                  <a:cubicBezTo>
                    <a:pt x="744" y="264"/>
                    <a:pt x="744" y="264"/>
                    <a:pt x="744" y="264"/>
                  </a:cubicBezTo>
                  <a:cubicBezTo>
                    <a:pt x="744" y="260"/>
                    <a:pt x="744" y="260"/>
                    <a:pt x="744" y="260"/>
                  </a:cubicBezTo>
                  <a:cubicBezTo>
                    <a:pt x="743" y="263"/>
                    <a:pt x="743" y="263"/>
                    <a:pt x="743" y="263"/>
                  </a:cubicBezTo>
                  <a:cubicBezTo>
                    <a:pt x="743" y="264"/>
                    <a:pt x="743" y="264"/>
                    <a:pt x="744" y="264"/>
                  </a:cubicBezTo>
                  <a:cubicBezTo>
                    <a:pt x="744" y="260"/>
                    <a:pt x="744" y="260"/>
                    <a:pt x="744" y="260"/>
                  </a:cubicBezTo>
                  <a:cubicBezTo>
                    <a:pt x="743" y="263"/>
                    <a:pt x="743" y="263"/>
                    <a:pt x="743" y="263"/>
                  </a:cubicBezTo>
                  <a:cubicBezTo>
                    <a:pt x="744" y="260"/>
                    <a:pt x="744" y="260"/>
                    <a:pt x="744" y="260"/>
                  </a:cubicBezTo>
                  <a:cubicBezTo>
                    <a:pt x="742" y="263"/>
                    <a:pt x="742" y="263"/>
                    <a:pt x="742" y="263"/>
                  </a:cubicBezTo>
                  <a:cubicBezTo>
                    <a:pt x="743" y="263"/>
                    <a:pt x="743" y="263"/>
                    <a:pt x="743" y="263"/>
                  </a:cubicBezTo>
                  <a:cubicBezTo>
                    <a:pt x="744" y="260"/>
                    <a:pt x="744" y="260"/>
                    <a:pt x="744" y="260"/>
                  </a:cubicBezTo>
                  <a:cubicBezTo>
                    <a:pt x="742" y="263"/>
                    <a:pt x="742" y="263"/>
                    <a:pt x="742" y="263"/>
                  </a:cubicBezTo>
                  <a:cubicBezTo>
                    <a:pt x="743" y="261"/>
                    <a:pt x="743" y="261"/>
                    <a:pt x="743" y="261"/>
                  </a:cubicBezTo>
                  <a:cubicBezTo>
                    <a:pt x="742" y="263"/>
                    <a:pt x="742" y="263"/>
                    <a:pt x="742" y="263"/>
                  </a:cubicBezTo>
                  <a:cubicBezTo>
                    <a:pt x="742" y="263"/>
                    <a:pt x="742" y="263"/>
                    <a:pt x="742" y="263"/>
                  </a:cubicBezTo>
                  <a:cubicBezTo>
                    <a:pt x="743" y="261"/>
                    <a:pt x="743" y="261"/>
                    <a:pt x="743" y="261"/>
                  </a:cubicBezTo>
                  <a:cubicBezTo>
                    <a:pt x="742" y="263"/>
                    <a:pt x="742" y="263"/>
                    <a:pt x="742" y="263"/>
                  </a:cubicBezTo>
                  <a:cubicBezTo>
                    <a:pt x="742" y="263"/>
                    <a:pt x="743" y="264"/>
                    <a:pt x="744" y="264"/>
                  </a:cubicBezTo>
                  <a:cubicBezTo>
                    <a:pt x="754" y="270"/>
                    <a:pt x="791" y="290"/>
                    <a:pt x="826" y="308"/>
                  </a:cubicBezTo>
                  <a:cubicBezTo>
                    <a:pt x="843" y="317"/>
                    <a:pt x="861" y="326"/>
                    <a:pt x="874" y="333"/>
                  </a:cubicBezTo>
                  <a:cubicBezTo>
                    <a:pt x="881" y="336"/>
                    <a:pt x="887" y="339"/>
                    <a:pt x="892" y="341"/>
                  </a:cubicBezTo>
                  <a:cubicBezTo>
                    <a:pt x="894" y="342"/>
                    <a:pt x="896" y="343"/>
                    <a:pt x="897" y="344"/>
                  </a:cubicBezTo>
                  <a:cubicBezTo>
                    <a:pt x="898" y="344"/>
                    <a:pt x="899" y="344"/>
                    <a:pt x="900" y="344"/>
                  </a:cubicBezTo>
                  <a:cubicBezTo>
                    <a:pt x="900" y="344"/>
                    <a:pt x="901" y="344"/>
                    <a:pt x="902" y="344"/>
                  </a:cubicBezTo>
                  <a:cubicBezTo>
                    <a:pt x="902" y="344"/>
                    <a:pt x="903" y="344"/>
                    <a:pt x="904" y="344"/>
                  </a:cubicBezTo>
                  <a:cubicBezTo>
                    <a:pt x="904" y="344"/>
                    <a:pt x="905" y="343"/>
                    <a:pt x="906" y="342"/>
                  </a:cubicBezTo>
                  <a:cubicBezTo>
                    <a:pt x="906" y="342"/>
                    <a:pt x="907" y="340"/>
                    <a:pt x="906" y="339"/>
                  </a:cubicBezTo>
                  <a:cubicBezTo>
                    <a:pt x="906" y="338"/>
                    <a:pt x="906" y="337"/>
                    <a:pt x="905" y="337"/>
                  </a:cubicBezTo>
                  <a:cubicBezTo>
                    <a:pt x="809" y="277"/>
                    <a:pt x="809" y="277"/>
                    <a:pt x="809" y="277"/>
                  </a:cubicBezTo>
                  <a:cubicBezTo>
                    <a:pt x="807" y="281"/>
                    <a:pt x="807" y="281"/>
                    <a:pt x="807" y="281"/>
                  </a:cubicBezTo>
                  <a:cubicBezTo>
                    <a:pt x="805" y="284"/>
                    <a:pt x="805" y="284"/>
                    <a:pt x="805" y="284"/>
                  </a:cubicBezTo>
                  <a:cubicBezTo>
                    <a:pt x="805" y="284"/>
                    <a:pt x="828" y="296"/>
                    <a:pt x="852" y="308"/>
                  </a:cubicBezTo>
                  <a:cubicBezTo>
                    <a:pt x="865" y="314"/>
                    <a:pt x="877" y="320"/>
                    <a:pt x="886" y="325"/>
                  </a:cubicBezTo>
                  <a:cubicBezTo>
                    <a:pt x="891" y="327"/>
                    <a:pt x="895" y="329"/>
                    <a:pt x="899" y="330"/>
                  </a:cubicBezTo>
                  <a:cubicBezTo>
                    <a:pt x="900" y="331"/>
                    <a:pt x="902" y="332"/>
                    <a:pt x="903" y="332"/>
                  </a:cubicBezTo>
                  <a:cubicBezTo>
                    <a:pt x="903" y="332"/>
                    <a:pt x="904" y="332"/>
                    <a:pt x="904" y="333"/>
                  </a:cubicBezTo>
                  <a:cubicBezTo>
                    <a:pt x="905" y="333"/>
                    <a:pt x="905" y="333"/>
                    <a:pt x="906" y="333"/>
                  </a:cubicBezTo>
                  <a:cubicBezTo>
                    <a:pt x="907" y="333"/>
                    <a:pt x="907" y="333"/>
                    <a:pt x="908" y="333"/>
                  </a:cubicBezTo>
                  <a:cubicBezTo>
                    <a:pt x="908" y="332"/>
                    <a:pt x="909" y="332"/>
                    <a:pt x="910" y="331"/>
                  </a:cubicBezTo>
                  <a:cubicBezTo>
                    <a:pt x="910" y="330"/>
                    <a:pt x="911" y="329"/>
                    <a:pt x="910" y="328"/>
                  </a:cubicBezTo>
                  <a:cubicBezTo>
                    <a:pt x="910" y="327"/>
                    <a:pt x="909" y="326"/>
                    <a:pt x="909" y="325"/>
                  </a:cubicBezTo>
                  <a:cubicBezTo>
                    <a:pt x="909" y="325"/>
                    <a:pt x="905" y="323"/>
                    <a:pt x="901" y="321"/>
                  </a:cubicBezTo>
                  <a:cubicBezTo>
                    <a:pt x="894" y="316"/>
                    <a:pt x="883" y="310"/>
                    <a:pt x="874" y="305"/>
                  </a:cubicBezTo>
                  <a:cubicBezTo>
                    <a:pt x="870" y="302"/>
                    <a:pt x="866" y="299"/>
                    <a:pt x="863" y="298"/>
                  </a:cubicBezTo>
                  <a:cubicBezTo>
                    <a:pt x="862" y="297"/>
                    <a:pt x="861" y="296"/>
                    <a:pt x="860" y="295"/>
                  </a:cubicBezTo>
                  <a:cubicBezTo>
                    <a:pt x="859" y="295"/>
                    <a:pt x="859" y="295"/>
                    <a:pt x="859" y="295"/>
                  </a:cubicBezTo>
                  <a:cubicBezTo>
                    <a:pt x="858" y="296"/>
                    <a:pt x="858" y="296"/>
                    <a:pt x="858" y="296"/>
                  </a:cubicBezTo>
                  <a:cubicBezTo>
                    <a:pt x="860" y="295"/>
                    <a:pt x="860" y="295"/>
                    <a:pt x="860" y="295"/>
                  </a:cubicBezTo>
                  <a:cubicBezTo>
                    <a:pt x="859" y="295"/>
                    <a:pt x="859" y="295"/>
                    <a:pt x="859" y="295"/>
                  </a:cubicBezTo>
                  <a:cubicBezTo>
                    <a:pt x="858" y="296"/>
                    <a:pt x="858" y="296"/>
                    <a:pt x="858" y="296"/>
                  </a:cubicBezTo>
                  <a:cubicBezTo>
                    <a:pt x="860" y="295"/>
                    <a:pt x="860" y="295"/>
                    <a:pt x="860" y="295"/>
                  </a:cubicBezTo>
                  <a:cubicBezTo>
                    <a:pt x="857" y="297"/>
                    <a:pt x="857" y="297"/>
                    <a:pt x="857" y="297"/>
                  </a:cubicBezTo>
                  <a:cubicBezTo>
                    <a:pt x="860" y="296"/>
                    <a:pt x="860" y="296"/>
                    <a:pt x="860" y="296"/>
                  </a:cubicBezTo>
                  <a:cubicBezTo>
                    <a:pt x="860" y="295"/>
                    <a:pt x="860" y="295"/>
                    <a:pt x="860" y="295"/>
                  </a:cubicBezTo>
                  <a:cubicBezTo>
                    <a:pt x="857" y="297"/>
                    <a:pt x="857" y="297"/>
                    <a:pt x="857" y="297"/>
                  </a:cubicBezTo>
                  <a:cubicBezTo>
                    <a:pt x="860" y="296"/>
                    <a:pt x="860" y="296"/>
                    <a:pt x="860" y="296"/>
                  </a:cubicBezTo>
                  <a:cubicBezTo>
                    <a:pt x="856" y="297"/>
                    <a:pt x="856" y="297"/>
                    <a:pt x="856" y="297"/>
                  </a:cubicBezTo>
                  <a:cubicBezTo>
                    <a:pt x="860" y="297"/>
                    <a:pt x="860" y="297"/>
                    <a:pt x="860" y="297"/>
                  </a:cubicBezTo>
                  <a:cubicBezTo>
                    <a:pt x="860" y="297"/>
                    <a:pt x="860" y="296"/>
                    <a:pt x="860" y="296"/>
                  </a:cubicBezTo>
                  <a:cubicBezTo>
                    <a:pt x="856" y="297"/>
                    <a:pt x="856" y="297"/>
                    <a:pt x="856" y="297"/>
                  </a:cubicBezTo>
                  <a:cubicBezTo>
                    <a:pt x="860" y="297"/>
                    <a:pt x="860" y="297"/>
                    <a:pt x="860" y="297"/>
                  </a:cubicBezTo>
                  <a:cubicBezTo>
                    <a:pt x="856" y="297"/>
                    <a:pt x="856" y="297"/>
                    <a:pt x="856" y="297"/>
                  </a:cubicBezTo>
                  <a:cubicBezTo>
                    <a:pt x="859" y="300"/>
                    <a:pt x="859" y="300"/>
                    <a:pt x="859" y="300"/>
                  </a:cubicBezTo>
                  <a:cubicBezTo>
                    <a:pt x="860" y="299"/>
                    <a:pt x="860" y="298"/>
                    <a:pt x="860" y="297"/>
                  </a:cubicBezTo>
                  <a:cubicBezTo>
                    <a:pt x="856" y="297"/>
                    <a:pt x="856" y="297"/>
                    <a:pt x="856" y="297"/>
                  </a:cubicBezTo>
                  <a:cubicBezTo>
                    <a:pt x="859" y="300"/>
                    <a:pt x="859" y="300"/>
                    <a:pt x="859" y="300"/>
                  </a:cubicBezTo>
                  <a:cubicBezTo>
                    <a:pt x="861" y="298"/>
                    <a:pt x="860" y="295"/>
                    <a:pt x="859" y="294"/>
                  </a:cubicBezTo>
                  <a:cubicBezTo>
                    <a:pt x="857" y="293"/>
                    <a:pt x="854" y="293"/>
                    <a:pt x="853" y="295"/>
                  </a:cubicBezTo>
                  <a:cubicBezTo>
                    <a:pt x="852" y="296"/>
                    <a:pt x="852" y="297"/>
                    <a:pt x="852" y="297"/>
                  </a:cubicBezTo>
                  <a:cubicBezTo>
                    <a:pt x="852" y="298"/>
                    <a:pt x="852" y="299"/>
                    <a:pt x="853" y="299"/>
                  </a:cubicBezTo>
                  <a:cubicBezTo>
                    <a:pt x="853" y="300"/>
                    <a:pt x="853" y="300"/>
                    <a:pt x="854" y="301"/>
                  </a:cubicBezTo>
                  <a:cubicBezTo>
                    <a:pt x="854" y="301"/>
                    <a:pt x="855" y="301"/>
                    <a:pt x="855" y="302"/>
                  </a:cubicBezTo>
                  <a:cubicBezTo>
                    <a:pt x="858" y="304"/>
                    <a:pt x="862" y="306"/>
                    <a:pt x="867" y="310"/>
                  </a:cubicBezTo>
                  <a:cubicBezTo>
                    <a:pt x="882" y="319"/>
                    <a:pt x="904" y="332"/>
                    <a:pt x="904" y="332"/>
                  </a:cubicBezTo>
                  <a:cubicBezTo>
                    <a:pt x="907" y="329"/>
                    <a:pt x="907" y="329"/>
                    <a:pt x="907" y="329"/>
                  </a:cubicBezTo>
                  <a:cubicBezTo>
                    <a:pt x="903" y="327"/>
                    <a:pt x="903" y="327"/>
                    <a:pt x="903" y="327"/>
                  </a:cubicBezTo>
                  <a:cubicBezTo>
                    <a:pt x="906" y="329"/>
                    <a:pt x="906" y="329"/>
                    <a:pt x="906" y="329"/>
                  </a:cubicBezTo>
                  <a:cubicBezTo>
                    <a:pt x="905" y="325"/>
                    <a:pt x="905" y="325"/>
                    <a:pt x="905" y="325"/>
                  </a:cubicBezTo>
                  <a:cubicBezTo>
                    <a:pt x="905" y="325"/>
                    <a:pt x="904" y="326"/>
                    <a:pt x="903" y="327"/>
                  </a:cubicBezTo>
                  <a:cubicBezTo>
                    <a:pt x="906" y="329"/>
                    <a:pt x="906" y="329"/>
                    <a:pt x="906" y="329"/>
                  </a:cubicBezTo>
                  <a:cubicBezTo>
                    <a:pt x="905" y="325"/>
                    <a:pt x="905" y="325"/>
                    <a:pt x="905" y="325"/>
                  </a:cubicBezTo>
                  <a:cubicBezTo>
                    <a:pt x="906" y="328"/>
                    <a:pt x="906" y="328"/>
                    <a:pt x="906" y="328"/>
                  </a:cubicBezTo>
                  <a:cubicBezTo>
                    <a:pt x="906" y="325"/>
                    <a:pt x="906" y="325"/>
                    <a:pt x="906" y="325"/>
                  </a:cubicBezTo>
                  <a:cubicBezTo>
                    <a:pt x="906" y="325"/>
                    <a:pt x="906" y="325"/>
                    <a:pt x="905" y="325"/>
                  </a:cubicBezTo>
                  <a:cubicBezTo>
                    <a:pt x="906" y="328"/>
                    <a:pt x="906" y="328"/>
                    <a:pt x="906" y="328"/>
                  </a:cubicBezTo>
                  <a:cubicBezTo>
                    <a:pt x="906" y="325"/>
                    <a:pt x="906" y="325"/>
                    <a:pt x="906" y="325"/>
                  </a:cubicBezTo>
                  <a:cubicBezTo>
                    <a:pt x="906" y="327"/>
                    <a:pt x="906" y="327"/>
                    <a:pt x="906" y="327"/>
                  </a:cubicBezTo>
                  <a:cubicBezTo>
                    <a:pt x="907" y="325"/>
                    <a:pt x="907" y="325"/>
                    <a:pt x="907" y="325"/>
                  </a:cubicBezTo>
                  <a:cubicBezTo>
                    <a:pt x="906" y="325"/>
                    <a:pt x="906" y="325"/>
                    <a:pt x="906" y="325"/>
                  </a:cubicBezTo>
                  <a:cubicBezTo>
                    <a:pt x="906" y="327"/>
                    <a:pt x="906" y="327"/>
                    <a:pt x="906" y="327"/>
                  </a:cubicBezTo>
                  <a:cubicBezTo>
                    <a:pt x="907" y="325"/>
                    <a:pt x="907" y="325"/>
                    <a:pt x="907" y="325"/>
                  </a:cubicBezTo>
                  <a:cubicBezTo>
                    <a:pt x="906" y="325"/>
                    <a:pt x="906" y="325"/>
                    <a:pt x="905" y="324"/>
                  </a:cubicBezTo>
                  <a:cubicBezTo>
                    <a:pt x="901" y="323"/>
                    <a:pt x="893" y="319"/>
                    <a:pt x="883" y="314"/>
                  </a:cubicBezTo>
                  <a:cubicBezTo>
                    <a:pt x="868" y="307"/>
                    <a:pt x="850" y="298"/>
                    <a:pt x="835" y="290"/>
                  </a:cubicBezTo>
                  <a:cubicBezTo>
                    <a:pt x="827" y="287"/>
                    <a:pt x="821" y="283"/>
                    <a:pt x="816" y="281"/>
                  </a:cubicBezTo>
                  <a:cubicBezTo>
                    <a:pt x="812" y="279"/>
                    <a:pt x="809" y="277"/>
                    <a:pt x="809" y="277"/>
                  </a:cubicBezTo>
                  <a:cubicBezTo>
                    <a:pt x="807" y="276"/>
                    <a:pt x="805" y="277"/>
                    <a:pt x="804" y="279"/>
                  </a:cubicBezTo>
                  <a:cubicBezTo>
                    <a:pt x="803" y="281"/>
                    <a:pt x="803" y="283"/>
                    <a:pt x="805" y="284"/>
                  </a:cubicBezTo>
                  <a:cubicBezTo>
                    <a:pt x="900" y="344"/>
                    <a:pt x="900" y="344"/>
                    <a:pt x="900" y="344"/>
                  </a:cubicBezTo>
                  <a:cubicBezTo>
                    <a:pt x="903" y="340"/>
                    <a:pt x="903" y="340"/>
                    <a:pt x="903" y="340"/>
                  </a:cubicBezTo>
                  <a:cubicBezTo>
                    <a:pt x="899" y="338"/>
                    <a:pt x="899" y="338"/>
                    <a:pt x="899" y="338"/>
                  </a:cubicBezTo>
                  <a:cubicBezTo>
                    <a:pt x="902" y="340"/>
                    <a:pt x="902" y="340"/>
                    <a:pt x="902" y="340"/>
                  </a:cubicBezTo>
                  <a:cubicBezTo>
                    <a:pt x="901" y="337"/>
                    <a:pt x="901" y="337"/>
                    <a:pt x="901" y="337"/>
                  </a:cubicBezTo>
                  <a:cubicBezTo>
                    <a:pt x="901" y="337"/>
                    <a:pt x="900" y="337"/>
                    <a:pt x="899" y="338"/>
                  </a:cubicBezTo>
                  <a:cubicBezTo>
                    <a:pt x="902" y="340"/>
                    <a:pt x="902" y="340"/>
                    <a:pt x="902" y="340"/>
                  </a:cubicBezTo>
                  <a:cubicBezTo>
                    <a:pt x="901" y="337"/>
                    <a:pt x="901" y="337"/>
                    <a:pt x="901" y="337"/>
                  </a:cubicBezTo>
                  <a:cubicBezTo>
                    <a:pt x="902" y="339"/>
                    <a:pt x="902" y="339"/>
                    <a:pt x="902" y="339"/>
                  </a:cubicBezTo>
                  <a:cubicBezTo>
                    <a:pt x="902" y="336"/>
                    <a:pt x="902" y="336"/>
                    <a:pt x="902" y="336"/>
                  </a:cubicBezTo>
                  <a:cubicBezTo>
                    <a:pt x="902" y="337"/>
                    <a:pt x="902" y="336"/>
                    <a:pt x="901" y="337"/>
                  </a:cubicBezTo>
                  <a:cubicBezTo>
                    <a:pt x="902" y="339"/>
                    <a:pt x="902" y="339"/>
                    <a:pt x="902" y="339"/>
                  </a:cubicBezTo>
                  <a:cubicBezTo>
                    <a:pt x="902" y="336"/>
                    <a:pt x="902" y="336"/>
                    <a:pt x="902" y="336"/>
                  </a:cubicBezTo>
                  <a:cubicBezTo>
                    <a:pt x="902" y="338"/>
                    <a:pt x="902" y="338"/>
                    <a:pt x="902" y="338"/>
                  </a:cubicBezTo>
                  <a:cubicBezTo>
                    <a:pt x="902" y="337"/>
                    <a:pt x="902" y="337"/>
                    <a:pt x="902" y="337"/>
                  </a:cubicBezTo>
                  <a:cubicBezTo>
                    <a:pt x="902" y="336"/>
                    <a:pt x="902" y="336"/>
                    <a:pt x="902" y="336"/>
                  </a:cubicBezTo>
                  <a:cubicBezTo>
                    <a:pt x="902" y="338"/>
                    <a:pt x="902" y="338"/>
                    <a:pt x="902" y="338"/>
                  </a:cubicBezTo>
                  <a:cubicBezTo>
                    <a:pt x="902" y="337"/>
                    <a:pt x="902" y="337"/>
                    <a:pt x="902" y="337"/>
                  </a:cubicBezTo>
                  <a:cubicBezTo>
                    <a:pt x="902" y="337"/>
                    <a:pt x="901" y="336"/>
                    <a:pt x="899" y="336"/>
                  </a:cubicBezTo>
                  <a:cubicBezTo>
                    <a:pt x="893" y="333"/>
                    <a:pt x="880" y="327"/>
                    <a:pt x="864" y="319"/>
                  </a:cubicBezTo>
                  <a:cubicBezTo>
                    <a:pt x="841" y="307"/>
                    <a:pt x="811" y="292"/>
                    <a:pt x="788" y="279"/>
                  </a:cubicBezTo>
                  <a:cubicBezTo>
                    <a:pt x="776" y="272"/>
                    <a:pt x="765" y="267"/>
                    <a:pt x="758" y="263"/>
                  </a:cubicBezTo>
                  <a:cubicBezTo>
                    <a:pt x="754" y="261"/>
                    <a:pt x="751" y="259"/>
                    <a:pt x="749" y="258"/>
                  </a:cubicBezTo>
                  <a:cubicBezTo>
                    <a:pt x="748" y="257"/>
                    <a:pt x="747" y="257"/>
                    <a:pt x="747" y="257"/>
                  </a:cubicBezTo>
                  <a:cubicBezTo>
                    <a:pt x="746" y="256"/>
                    <a:pt x="746" y="256"/>
                    <a:pt x="746" y="256"/>
                  </a:cubicBezTo>
                  <a:cubicBezTo>
                    <a:pt x="746" y="256"/>
                    <a:pt x="746" y="256"/>
                    <a:pt x="746" y="256"/>
                  </a:cubicBezTo>
                  <a:cubicBezTo>
                    <a:pt x="745" y="256"/>
                    <a:pt x="745" y="256"/>
                    <a:pt x="745" y="256"/>
                  </a:cubicBezTo>
                  <a:cubicBezTo>
                    <a:pt x="745" y="256"/>
                    <a:pt x="745" y="256"/>
                    <a:pt x="745" y="256"/>
                  </a:cubicBezTo>
                  <a:cubicBezTo>
                    <a:pt x="745" y="256"/>
                    <a:pt x="745" y="256"/>
                    <a:pt x="745" y="256"/>
                  </a:cubicBezTo>
                  <a:cubicBezTo>
                    <a:pt x="745" y="256"/>
                    <a:pt x="744" y="256"/>
                    <a:pt x="744" y="256"/>
                  </a:cubicBezTo>
                  <a:cubicBezTo>
                    <a:pt x="742" y="256"/>
                    <a:pt x="741" y="257"/>
                    <a:pt x="740" y="259"/>
                  </a:cubicBezTo>
                  <a:cubicBezTo>
                    <a:pt x="740" y="260"/>
                    <a:pt x="740" y="262"/>
                    <a:pt x="742" y="263"/>
                  </a:cubicBezTo>
                  <a:cubicBezTo>
                    <a:pt x="742" y="263"/>
                    <a:pt x="744" y="265"/>
                    <a:pt x="748" y="267"/>
                  </a:cubicBezTo>
                  <a:cubicBezTo>
                    <a:pt x="763" y="276"/>
                    <a:pt x="800" y="299"/>
                    <a:pt x="833" y="319"/>
                  </a:cubicBezTo>
                  <a:cubicBezTo>
                    <a:pt x="849" y="329"/>
                    <a:pt x="865" y="339"/>
                    <a:pt x="876" y="346"/>
                  </a:cubicBezTo>
                  <a:cubicBezTo>
                    <a:pt x="882" y="350"/>
                    <a:pt x="886" y="353"/>
                    <a:pt x="890" y="355"/>
                  </a:cubicBezTo>
                  <a:cubicBezTo>
                    <a:pt x="891" y="356"/>
                    <a:pt x="892" y="357"/>
                    <a:pt x="893" y="357"/>
                  </a:cubicBezTo>
                  <a:cubicBezTo>
                    <a:pt x="894" y="358"/>
                    <a:pt x="894" y="358"/>
                    <a:pt x="894" y="358"/>
                  </a:cubicBezTo>
                  <a:cubicBezTo>
                    <a:pt x="894" y="358"/>
                    <a:pt x="894" y="358"/>
                    <a:pt x="894" y="358"/>
                  </a:cubicBezTo>
                  <a:cubicBezTo>
                    <a:pt x="896" y="356"/>
                    <a:pt x="896" y="356"/>
                    <a:pt x="896" y="356"/>
                  </a:cubicBezTo>
                  <a:cubicBezTo>
                    <a:pt x="894" y="358"/>
                    <a:pt x="894" y="358"/>
                    <a:pt x="894" y="358"/>
                  </a:cubicBezTo>
                  <a:cubicBezTo>
                    <a:pt x="894" y="358"/>
                    <a:pt x="894" y="358"/>
                    <a:pt x="894" y="358"/>
                  </a:cubicBezTo>
                  <a:cubicBezTo>
                    <a:pt x="896" y="356"/>
                    <a:pt x="896" y="356"/>
                    <a:pt x="896" y="356"/>
                  </a:cubicBezTo>
                  <a:cubicBezTo>
                    <a:pt x="894" y="358"/>
                    <a:pt x="894" y="358"/>
                    <a:pt x="894" y="358"/>
                  </a:cubicBezTo>
                  <a:cubicBezTo>
                    <a:pt x="897" y="355"/>
                    <a:pt x="897" y="355"/>
                    <a:pt x="897" y="355"/>
                  </a:cubicBezTo>
                  <a:cubicBezTo>
                    <a:pt x="894" y="357"/>
                    <a:pt x="894" y="357"/>
                    <a:pt x="894" y="357"/>
                  </a:cubicBezTo>
                  <a:cubicBezTo>
                    <a:pt x="894" y="358"/>
                    <a:pt x="894" y="358"/>
                    <a:pt x="894" y="358"/>
                  </a:cubicBezTo>
                  <a:cubicBezTo>
                    <a:pt x="897" y="355"/>
                    <a:pt x="897" y="355"/>
                    <a:pt x="897" y="355"/>
                  </a:cubicBezTo>
                  <a:cubicBezTo>
                    <a:pt x="894" y="357"/>
                    <a:pt x="894" y="357"/>
                    <a:pt x="894" y="357"/>
                  </a:cubicBezTo>
                  <a:cubicBezTo>
                    <a:pt x="897" y="355"/>
                    <a:pt x="897" y="355"/>
                    <a:pt x="897" y="355"/>
                  </a:cubicBezTo>
                  <a:cubicBezTo>
                    <a:pt x="893" y="357"/>
                    <a:pt x="893" y="357"/>
                    <a:pt x="893" y="357"/>
                  </a:cubicBezTo>
                  <a:cubicBezTo>
                    <a:pt x="894" y="357"/>
                    <a:pt x="894" y="357"/>
                    <a:pt x="894" y="357"/>
                  </a:cubicBezTo>
                  <a:cubicBezTo>
                    <a:pt x="897" y="355"/>
                    <a:pt x="897" y="355"/>
                    <a:pt x="897" y="355"/>
                  </a:cubicBezTo>
                  <a:cubicBezTo>
                    <a:pt x="893" y="357"/>
                    <a:pt x="893" y="357"/>
                    <a:pt x="893" y="357"/>
                  </a:cubicBezTo>
                  <a:cubicBezTo>
                    <a:pt x="897" y="355"/>
                    <a:pt x="897" y="355"/>
                    <a:pt x="897" y="355"/>
                  </a:cubicBezTo>
                  <a:cubicBezTo>
                    <a:pt x="893" y="355"/>
                    <a:pt x="893" y="355"/>
                    <a:pt x="893" y="355"/>
                  </a:cubicBezTo>
                  <a:cubicBezTo>
                    <a:pt x="893" y="356"/>
                    <a:pt x="893" y="356"/>
                    <a:pt x="893" y="357"/>
                  </a:cubicBezTo>
                  <a:cubicBezTo>
                    <a:pt x="897" y="355"/>
                    <a:pt x="897" y="355"/>
                    <a:pt x="897" y="355"/>
                  </a:cubicBezTo>
                  <a:cubicBezTo>
                    <a:pt x="893" y="355"/>
                    <a:pt x="893" y="355"/>
                    <a:pt x="893" y="355"/>
                  </a:cubicBezTo>
                  <a:cubicBezTo>
                    <a:pt x="897" y="355"/>
                    <a:pt x="897" y="355"/>
                    <a:pt x="897" y="355"/>
                  </a:cubicBezTo>
                  <a:cubicBezTo>
                    <a:pt x="899" y="352"/>
                    <a:pt x="899" y="352"/>
                    <a:pt x="899" y="352"/>
                  </a:cubicBezTo>
                  <a:cubicBezTo>
                    <a:pt x="700" y="240"/>
                    <a:pt x="700" y="240"/>
                    <a:pt x="700" y="240"/>
                  </a:cubicBezTo>
                  <a:cubicBezTo>
                    <a:pt x="698" y="239"/>
                    <a:pt x="696" y="240"/>
                    <a:pt x="695" y="241"/>
                  </a:cubicBezTo>
                  <a:cubicBezTo>
                    <a:pt x="694" y="242"/>
                    <a:pt x="694" y="243"/>
                    <a:pt x="694" y="244"/>
                  </a:cubicBezTo>
                  <a:cubicBezTo>
                    <a:pt x="694" y="245"/>
                    <a:pt x="694" y="245"/>
                    <a:pt x="695" y="245"/>
                  </a:cubicBezTo>
                  <a:cubicBezTo>
                    <a:pt x="695" y="246"/>
                    <a:pt x="695" y="247"/>
                    <a:pt x="695" y="247"/>
                  </a:cubicBezTo>
                  <a:cubicBezTo>
                    <a:pt x="696" y="248"/>
                    <a:pt x="697" y="248"/>
                    <a:pt x="697" y="249"/>
                  </a:cubicBezTo>
                  <a:cubicBezTo>
                    <a:pt x="700" y="251"/>
                    <a:pt x="704" y="254"/>
                    <a:pt x="711" y="258"/>
                  </a:cubicBezTo>
                  <a:cubicBezTo>
                    <a:pt x="733" y="273"/>
                    <a:pt x="776" y="299"/>
                    <a:pt x="814" y="322"/>
                  </a:cubicBezTo>
                  <a:cubicBezTo>
                    <a:pt x="833" y="333"/>
                    <a:pt x="851" y="344"/>
                    <a:pt x="863" y="352"/>
                  </a:cubicBezTo>
                  <a:cubicBezTo>
                    <a:pt x="870" y="355"/>
                    <a:pt x="875" y="359"/>
                    <a:pt x="878" y="361"/>
                  </a:cubicBezTo>
                  <a:cubicBezTo>
                    <a:pt x="880" y="362"/>
                    <a:pt x="882" y="363"/>
                    <a:pt x="883" y="363"/>
                  </a:cubicBezTo>
                  <a:cubicBezTo>
                    <a:pt x="883" y="364"/>
                    <a:pt x="883" y="364"/>
                    <a:pt x="883" y="364"/>
                  </a:cubicBezTo>
                  <a:cubicBezTo>
                    <a:pt x="884" y="364"/>
                    <a:pt x="884" y="364"/>
                    <a:pt x="884" y="364"/>
                  </a:cubicBezTo>
                  <a:cubicBezTo>
                    <a:pt x="885" y="363"/>
                    <a:pt x="885" y="363"/>
                    <a:pt x="885" y="363"/>
                  </a:cubicBezTo>
                  <a:cubicBezTo>
                    <a:pt x="883" y="364"/>
                    <a:pt x="883" y="364"/>
                    <a:pt x="883" y="364"/>
                  </a:cubicBezTo>
                  <a:cubicBezTo>
                    <a:pt x="884" y="364"/>
                    <a:pt x="884" y="364"/>
                    <a:pt x="884" y="364"/>
                  </a:cubicBezTo>
                  <a:cubicBezTo>
                    <a:pt x="885" y="363"/>
                    <a:pt x="885" y="363"/>
                    <a:pt x="885" y="363"/>
                  </a:cubicBezTo>
                  <a:cubicBezTo>
                    <a:pt x="883" y="364"/>
                    <a:pt x="883" y="364"/>
                    <a:pt x="883" y="364"/>
                  </a:cubicBezTo>
                  <a:cubicBezTo>
                    <a:pt x="886" y="361"/>
                    <a:pt x="886" y="361"/>
                    <a:pt x="886" y="361"/>
                  </a:cubicBezTo>
                  <a:cubicBezTo>
                    <a:pt x="883" y="364"/>
                    <a:pt x="883" y="364"/>
                    <a:pt x="883" y="364"/>
                  </a:cubicBezTo>
                  <a:cubicBezTo>
                    <a:pt x="883" y="364"/>
                    <a:pt x="883" y="364"/>
                    <a:pt x="883" y="364"/>
                  </a:cubicBezTo>
                  <a:cubicBezTo>
                    <a:pt x="886" y="361"/>
                    <a:pt x="886" y="361"/>
                    <a:pt x="886" y="361"/>
                  </a:cubicBezTo>
                  <a:cubicBezTo>
                    <a:pt x="883" y="364"/>
                    <a:pt x="883" y="364"/>
                    <a:pt x="883" y="364"/>
                  </a:cubicBezTo>
                  <a:cubicBezTo>
                    <a:pt x="886" y="361"/>
                    <a:pt x="886" y="361"/>
                    <a:pt x="886" y="361"/>
                  </a:cubicBezTo>
                  <a:cubicBezTo>
                    <a:pt x="883" y="363"/>
                    <a:pt x="883" y="363"/>
                    <a:pt x="883" y="363"/>
                  </a:cubicBezTo>
                  <a:cubicBezTo>
                    <a:pt x="883" y="364"/>
                    <a:pt x="883" y="364"/>
                    <a:pt x="883" y="364"/>
                  </a:cubicBezTo>
                  <a:cubicBezTo>
                    <a:pt x="886" y="361"/>
                    <a:pt x="886" y="361"/>
                    <a:pt x="886" y="361"/>
                  </a:cubicBezTo>
                  <a:cubicBezTo>
                    <a:pt x="883" y="363"/>
                    <a:pt x="883" y="363"/>
                    <a:pt x="883" y="363"/>
                  </a:cubicBezTo>
                  <a:cubicBezTo>
                    <a:pt x="886" y="361"/>
                    <a:pt x="886" y="361"/>
                    <a:pt x="886" y="361"/>
                  </a:cubicBezTo>
                  <a:cubicBezTo>
                    <a:pt x="882" y="361"/>
                    <a:pt x="882" y="361"/>
                    <a:pt x="882" y="361"/>
                  </a:cubicBezTo>
                  <a:cubicBezTo>
                    <a:pt x="882" y="362"/>
                    <a:pt x="882" y="363"/>
                    <a:pt x="883" y="363"/>
                  </a:cubicBezTo>
                  <a:cubicBezTo>
                    <a:pt x="886" y="361"/>
                    <a:pt x="886" y="361"/>
                    <a:pt x="886" y="361"/>
                  </a:cubicBezTo>
                  <a:cubicBezTo>
                    <a:pt x="882" y="361"/>
                    <a:pt x="882" y="361"/>
                    <a:pt x="882" y="361"/>
                  </a:cubicBezTo>
                  <a:cubicBezTo>
                    <a:pt x="886" y="361"/>
                    <a:pt x="886" y="361"/>
                    <a:pt x="886" y="361"/>
                  </a:cubicBezTo>
                  <a:cubicBezTo>
                    <a:pt x="883" y="359"/>
                    <a:pt x="883" y="359"/>
                    <a:pt x="883" y="359"/>
                  </a:cubicBezTo>
                  <a:cubicBezTo>
                    <a:pt x="886" y="361"/>
                    <a:pt x="886" y="361"/>
                    <a:pt x="886" y="361"/>
                  </a:cubicBezTo>
                  <a:cubicBezTo>
                    <a:pt x="884" y="358"/>
                    <a:pt x="884" y="358"/>
                    <a:pt x="884" y="358"/>
                  </a:cubicBezTo>
                  <a:cubicBezTo>
                    <a:pt x="884" y="358"/>
                    <a:pt x="883" y="358"/>
                    <a:pt x="883" y="359"/>
                  </a:cubicBezTo>
                  <a:cubicBezTo>
                    <a:pt x="886" y="361"/>
                    <a:pt x="886" y="361"/>
                    <a:pt x="886" y="361"/>
                  </a:cubicBezTo>
                  <a:cubicBezTo>
                    <a:pt x="884" y="358"/>
                    <a:pt x="884" y="358"/>
                    <a:pt x="884" y="358"/>
                  </a:cubicBezTo>
                  <a:cubicBezTo>
                    <a:pt x="885" y="360"/>
                    <a:pt x="885" y="360"/>
                    <a:pt x="885" y="360"/>
                  </a:cubicBezTo>
                  <a:cubicBezTo>
                    <a:pt x="885" y="357"/>
                    <a:pt x="885" y="357"/>
                    <a:pt x="885" y="357"/>
                  </a:cubicBezTo>
                  <a:cubicBezTo>
                    <a:pt x="885" y="357"/>
                    <a:pt x="885" y="357"/>
                    <a:pt x="884" y="358"/>
                  </a:cubicBezTo>
                  <a:cubicBezTo>
                    <a:pt x="885" y="360"/>
                    <a:pt x="885" y="360"/>
                    <a:pt x="885" y="360"/>
                  </a:cubicBezTo>
                  <a:cubicBezTo>
                    <a:pt x="885" y="357"/>
                    <a:pt x="885" y="357"/>
                    <a:pt x="885" y="357"/>
                  </a:cubicBezTo>
                  <a:cubicBezTo>
                    <a:pt x="885" y="358"/>
                    <a:pt x="885" y="358"/>
                    <a:pt x="885" y="358"/>
                  </a:cubicBezTo>
                  <a:cubicBezTo>
                    <a:pt x="885" y="357"/>
                    <a:pt x="885" y="357"/>
                    <a:pt x="885" y="357"/>
                  </a:cubicBezTo>
                  <a:cubicBezTo>
                    <a:pt x="885" y="357"/>
                    <a:pt x="885" y="357"/>
                    <a:pt x="885" y="357"/>
                  </a:cubicBezTo>
                  <a:cubicBezTo>
                    <a:pt x="885" y="358"/>
                    <a:pt x="885" y="358"/>
                    <a:pt x="885" y="358"/>
                  </a:cubicBezTo>
                  <a:cubicBezTo>
                    <a:pt x="885" y="357"/>
                    <a:pt x="885" y="357"/>
                    <a:pt x="885" y="357"/>
                  </a:cubicBezTo>
                  <a:cubicBezTo>
                    <a:pt x="885" y="357"/>
                    <a:pt x="884" y="357"/>
                    <a:pt x="884" y="357"/>
                  </a:cubicBezTo>
                  <a:cubicBezTo>
                    <a:pt x="880" y="356"/>
                    <a:pt x="871" y="352"/>
                    <a:pt x="860" y="346"/>
                  </a:cubicBezTo>
                  <a:cubicBezTo>
                    <a:pt x="822" y="325"/>
                    <a:pt x="751" y="282"/>
                    <a:pt x="688" y="244"/>
                  </a:cubicBezTo>
                  <a:cubicBezTo>
                    <a:pt x="656" y="225"/>
                    <a:pt x="627" y="207"/>
                    <a:pt x="605" y="194"/>
                  </a:cubicBezTo>
                  <a:cubicBezTo>
                    <a:pt x="594" y="188"/>
                    <a:pt x="584" y="183"/>
                    <a:pt x="578" y="179"/>
                  </a:cubicBezTo>
                  <a:cubicBezTo>
                    <a:pt x="574" y="177"/>
                    <a:pt x="571" y="175"/>
                    <a:pt x="569" y="174"/>
                  </a:cubicBezTo>
                  <a:cubicBezTo>
                    <a:pt x="568" y="174"/>
                    <a:pt x="567" y="174"/>
                    <a:pt x="566" y="173"/>
                  </a:cubicBezTo>
                  <a:cubicBezTo>
                    <a:pt x="566" y="173"/>
                    <a:pt x="566" y="173"/>
                    <a:pt x="565" y="173"/>
                  </a:cubicBezTo>
                  <a:cubicBezTo>
                    <a:pt x="565" y="173"/>
                    <a:pt x="564" y="173"/>
                    <a:pt x="564" y="173"/>
                  </a:cubicBezTo>
                  <a:cubicBezTo>
                    <a:pt x="563" y="173"/>
                    <a:pt x="563" y="173"/>
                    <a:pt x="562" y="173"/>
                  </a:cubicBezTo>
                  <a:cubicBezTo>
                    <a:pt x="562" y="173"/>
                    <a:pt x="561" y="174"/>
                    <a:pt x="560" y="175"/>
                  </a:cubicBezTo>
                  <a:cubicBezTo>
                    <a:pt x="559" y="176"/>
                    <a:pt x="559" y="179"/>
                    <a:pt x="561" y="180"/>
                  </a:cubicBezTo>
                  <a:cubicBezTo>
                    <a:pt x="867" y="371"/>
                    <a:pt x="867" y="371"/>
                    <a:pt x="867" y="371"/>
                  </a:cubicBezTo>
                  <a:cubicBezTo>
                    <a:pt x="869" y="368"/>
                    <a:pt x="869" y="368"/>
                    <a:pt x="869" y="368"/>
                  </a:cubicBezTo>
                  <a:cubicBezTo>
                    <a:pt x="871" y="364"/>
                    <a:pt x="871" y="364"/>
                    <a:pt x="871" y="364"/>
                  </a:cubicBezTo>
                  <a:cubicBezTo>
                    <a:pt x="871" y="364"/>
                    <a:pt x="777" y="309"/>
                    <a:pt x="682" y="253"/>
                  </a:cubicBezTo>
                  <a:cubicBezTo>
                    <a:pt x="635" y="226"/>
                    <a:pt x="587" y="198"/>
                    <a:pt x="550" y="177"/>
                  </a:cubicBezTo>
                  <a:cubicBezTo>
                    <a:pt x="532" y="167"/>
                    <a:pt x="516" y="158"/>
                    <a:pt x="505" y="152"/>
                  </a:cubicBezTo>
                  <a:cubicBezTo>
                    <a:pt x="499" y="149"/>
                    <a:pt x="495" y="147"/>
                    <a:pt x="491" y="145"/>
                  </a:cubicBezTo>
                  <a:cubicBezTo>
                    <a:pt x="489" y="144"/>
                    <a:pt x="488" y="143"/>
                    <a:pt x="487" y="143"/>
                  </a:cubicBezTo>
                  <a:cubicBezTo>
                    <a:pt x="486" y="143"/>
                    <a:pt x="486" y="142"/>
                    <a:pt x="485" y="142"/>
                  </a:cubicBezTo>
                  <a:cubicBezTo>
                    <a:pt x="485" y="142"/>
                    <a:pt x="484" y="142"/>
                    <a:pt x="483" y="142"/>
                  </a:cubicBezTo>
                  <a:cubicBezTo>
                    <a:pt x="483" y="142"/>
                    <a:pt x="482" y="142"/>
                    <a:pt x="482" y="142"/>
                  </a:cubicBezTo>
                  <a:cubicBezTo>
                    <a:pt x="481" y="142"/>
                    <a:pt x="480" y="143"/>
                    <a:pt x="480" y="144"/>
                  </a:cubicBezTo>
                  <a:cubicBezTo>
                    <a:pt x="483" y="146"/>
                    <a:pt x="483" y="146"/>
                    <a:pt x="483" y="146"/>
                  </a:cubicBezTo>
                  <a:cubicBezTo>
                    <a:pt x="480" y="144"/>
                    <a:pt x="480" y="144"/>
                    <a:pt x="480" y="144"/>
                  </a:cubicBezTo>
                  <a:cubicBezTo>
                    <a:pt x="479" y="145"/>
                    <a:pt x="479" y="146"/>
                    <a:pt x="479" y="146"/>
                  </a:cubicBezTo>
                  <a:cubicBezTo>
                    <a:pt x="479" y="147"/>
                    <a:pt x="479" y="148"/>
                    <a:pt x="479" y="148"/>
                  </a:cubicBezTo>
                  <a:cubicBezTo>
                    <a:pt x="480" y="149"/>
                    <a:pt x="480" y="149"/>
                    <a:pt x="481" y="150"/>
                  </a:cubicBezTo>
                  <a:cubicBezTo>
                    <a:pt x="481" y="151"/>
                    <a:pt x="482" y="151"/>
                    <a:pt x="483" y="152"/>
                  </a:cubicBezTo>
                  <a:cubicBezTo>
                    <a:pt x="488" y="156"/>
                    <a:pt x="496" y="162"/>
                    <a:pt x="508" y="170"/>
                  </a:cubicBezTo>
                  <a:cubicBezTo>
                    <a:pt x="550" y="197"/>
                    <a:pt x="631" y="247"/>
                    <a:pt x="701" y="290"/>
                  </a:cubicBezTo>
                  <a:cubicBezTo>
                    <a:pt x="772" y="333"/>
                    <a:pt x="832" y="369"/>
                    <a:pt x="832" y="369"/>
                  </a:cubicBezTo>
                  <a:cubicBezTo>
                    <a:pt x="834" y="365"/>
                    <a:pt x="834" y="365"/>
                    <a:pt x="834" y="365"/>
                  </a:cubicBezTo>
                  <a:cubicBezTo>
                    <a:pt x="836" y="362"/>
                    <a:pt x="836" y="362"/>
                    <a:pt x="836" y="362"/>
                  </a:cubicBezTo>
                  <a:cubicBezTo>
                    <a:pt x="836" y="362"/>
                    <a:pt x="731" y="301"/>
                    <a:pt x="625" y="239"/>
                  </a:cubicBezTo>
                  <a:cubicBezTo>
                    <a:pt x="572" y="209"/>
                    <a:pt x="519" y="178"/>
                    <a:pt x="479" y="155"/>
                  </a:cubicBezTo>
                  <a:cubicBezTo>
                    <a:pt x="459" y="143"/>
                    <a:pt x="442" y="134"/>
                    <a:pt x="430" y="127"/>
                  </a:cubicBezTo>
                  <a:cubicBezTo>
                    <a:pt x="424" y="124"/>
                    <a:pt x="420" y="121"/>
                    <a:pt x="416" y="119"/>
                  </a:cubicBezTo>
                  <a:cubicBezTo>
                    <a:pt x="415" y="118"/>
                    <a:pt x="413" y="118"/>
                    <a:pt x="412" y="117"/>
                  </a:cubicBezTo>
                  <a:cubicBezTo>
                    <a:pt x="412" y="117"/>
                    <a:pt x="412" y="117"/>
                    <a:pt x="411" y="117"/>
                  </a:cubicBezTo>
                  <a:cubicBezTo>
                    <a:pt x="411" y="116"/>
                    <a:pt x="411" y="116"/>
                    <a:pt x="411" y="116"/>
                  </a:cubicBezTo>
                  <a:cubicBezTo>
                    <a:pt x="410" y="116"/>
                    <a:pt x="410" y="116"/>
                    <a:pt x="410" y="116"/>
                  </a:cubicBezTo>
                  <a:cubicBezTo>
                    <a:pt x="410" y="116"/>
                    <a:pt x="410" y="116"/>
                    <a:pt x="409" y="116"/>
                  </a:cubicBezTo>
                  <a:cubicBezTo>
                    <a:pt x="409" y="116"/>
                    <a:pt x="408" y="116"/>
                    <a:pt x="408" y="116"/>
                  </a:cubicBezTo>
                  <a:cubicBezTo>
                    <a:pt x="407" y="117"/>
                    <a:pt x="406" y="117"/>
                    <a:pt x="406" y="118"/>
                  </a:cubicBezTo>
                  <a:cubicBezTo>
                    <a:pt x="405" y="120"/>
                    <a:pt x="405" y="122"/>
                    <a:pt x="407" y="123"/>
                  </a:cubicBezTo>
                  <a:cubicBezTo>
                    <a:pt x="407" y="123"/>
                    <a:pt x="413" y="127"/>
                    <a:pt x="424" y="134"/>
                  </a:cubicBezTo>
                  <a:cubicBezTo>
                    <a:pt x="461" y="157"/>
                    <a:pt x="555" y="215"/>
                    <a:pt x="640" y="268"/>
                  </a:cubicBezTo>
                  <a:cubicBezTo>
                    <a:pt x="682" y="294"/>
                    <a:pt x="722" y="319"/>
                    <a:pt x="751" y="338"/>
                  </a:cubicBezTo>
                  <a:cubicBezTo>
                    <a:pt x="766" y="347"/>
                    <a:pt x="778" y="354"/>
                    <a:pt x="786" y="360"/>
                  </a:cubicBezTo>
                  <a:cubicBezTo>
                    <a:pt x="790" y="362"/>
                    <a:pt x="794" y="365"/>
                    <a:pt x="796" y="366"/>
                  </a:cubicBezTo>
                  <a:cubicBezTo>
                    <a:pt x="797" y="367"/>
                    <a:pt x="798" y="367"/>
                    <a:pt x="798" y="368"/>
                  </a:cubicBezTo>
                  <a:cubicBezTo>
                    <a:pt x="799" y="368"/>
                    <a:pt x="799" y="368"/>
                    <a:pt x="799" y="368"/>
                  </a:cubicBezTo>
                  <a:cubicBezTo>
                    <a:pt x="800" y="366"/>
                    <a:pt x="800" y="366"/>
                    <a:pt x="800" y="366"/>
                  </a:cubicBezTo>
                  <a:cubicBezTo>
                    <a:pt x="798" y="368"/>
                    <a:pt x="798" y="368"/>
                    <a:pt x="798" y="368"/>
                  </a:cubicBezTo>
                  <a:cubicBezTo>
                    <a:pt x="799" y="368"/>
                    <a:pt x="799" y="368"/>
                    <a:pt x="799" y="368"/>
                  </a:cubicBezTo>
                  <a:cubicBezTo>
                    <a:pt x="800" y="366"/>
                    <a:pt x="800" y="366"/>
                    <a:pt x="800" y="366"/>
                  </a:cubicBezTo>
                  <a:cubicBezTo>
                    <a:pt x="798" y="368"/>
                    <a:pt x="798" y="368"/>
                    <a:pt x="798" y="368"/>
                  </a:cubicBezTo>
                  <a:cubicBezTo>
                    <a:pt x="801" y="365"/>
                    <a:pt x="801" y="365"/>
                    <a:pt x="801" y="365"/>
                  </a:cubicBezTo>
                  <a:cubicBezTo>
                    <a:pt x="798" y="367"/>
                    <a:pt x="798" y="367"/>
                    <a:pt x="798" y="367"/>
                  </a:cubicBezTo>
                  <a:cubicBezTo>
                    <a:pt x="798" y="368"/>
                    <a:pt x="798" y="368"/>
                    <a:pt x="798" y="368"/>
                  </a:cubicBezTo>
                  <a:cubicBezTo>
                    <a:pt x="801" y="365"/>
                    <a:pt x="801" y="365"/>
                    <a:pt x="801" y="365"/>
                  </a:cubicBezTo>
                  <a:cubicBezTo>
                    <a:pt x="798" y="367"/>
                    <a:pt x="798" y="367"/>
                    <a:pt x="798" y="367"/>
                  </a:cubicBezTo>
                  <a:cubicBezTo>
                    <a:pt x="801" y="365"/>
                    <a:pt x="801" y="365"/>
                    <a:pt x="801" y="365"/>
                  </a:cubicBezTo>
                  <a:cubicBezTo>
                    <a:pt x="797" y="365"/>
                    <a:pt x="797" y="365"/>
                    <a:pt x="797" y="365"/>
                  </a:cubicBezTo>
                  <a:cubicBezTo>
                    <a:pt x="797" y="367"/>
                    <a:pt x="798" y="367"/>
                    <a:pt x="798" y="367"/>
                  </a:cubicBezTo>
                  <a:cubicBezTo>
                    <a:pt x="801" y="365"/>
                    <a:pt x="801" y="365"/>
                    <a:pt x="801" y="365"/>
                  </a:cubicBezTo>
                  <a:cubicBezTo>
                    <a:pt x="797" y="365"/>
                    <a:pt x="797" y="365"/>
                    <a:pt x="797" y="365"/>
                  </a:cubicBezTo>
                  <a:cubicBezTo>
                    <a:pt x="801" y="365"/>
                    <a:pt x="801" y="365"/>
                    <a:pt x="801" y="365"/>
                  </a:cubicBezTo>
                  <a:cubicBezTo>
                    <a:pt x="798" y="363"/>
                    <a:pt x="798" y="363"/>
                    <a:pt x="798" y="363"/>
                  </a:cubicBezTo>
                  <a:cubicBezTo>
                    <a:pt x="797" y="364"/>
                    <a:pt x="797" y="365"/>
                    <a:pt x="797" y="365"/>
                  </a:cubicBezTo>
                  <a:cubicBezTo>
                    <a:pt x="801" y="365"/>
                    <a:pt x="801" y="365"/>
                    <a:pt x="801" y="365"/>
                  </a:cubicBezTo>
                  <a:cubicBezTo>
                    <a:pt x="798" y="363"/>
                    <a:pt x="798" y="363"/>
                    <a:pt x="798" y="363"/>
                  </a:cubicBezTo>
                  <a:cubicBezTo>
                    <a:pt x="801" y="365"/>
                    <a:pt x="801" y="365"/>
                    <a:pt x="801" y="365"/>
                  </a:cubicBezTo>
                  <a:cubicBezTo>
                    <a:pt x="798" y="363"/>
                    <a:pt x="798" y="363"/>
                    <a:pt x="798" y="363"/>
                  </a:cubicBezTo>
                  <a:cubicBezTo>
                    <a:pt x="800" y="365"/>
                    <a:pt x="800" y="365"/>
                    <a:pt x="800" y="365"/>
                  </a:cubicBezTo>
                  <a:cubicBezTo>
                    <a:pt x="799" y="362"/>
                    <a:pt x="799" y="362"/>
                    <a:pt x="799" y="362"/>
                  </a:cubicBezTo>
                  <a:cubicBezTo>
                    <a:pt x="799" y="362"/>
                    <a:pt x="798" y="362"/>
                    <a:pt x="798" y="363"/>
                  </a:cubicBezTo>
                  <a:cubicBezTo>
                    <a:pt x="800" y="365"/>
                    <a:pt x="800" y="365"/>
                    <a:pt x="800" y="365"/>
                  </a:cubicBezTo>
                  <a:cubicBezTo>
                    <a:pt x="799" y="362"/>
                    <a:pt x="799" y="362"/>
                    <a:pt x="799" y="362"/>
                  </a:cubicBezTo>
                  <a:cubicBezTo>
                    <a:pt x="800" y="363"/>
                    <a:pt x="800" y="363"/>
                    <a:pt x="800" y="363"/>
                  </a:cubicBezTo>
                  <a:cubicBezTo>
                    <a:pt x="800" y="362"/>
                    <a:pt x="800" y="362"/>
                    <a:pt x="800" y="362"/>
                  </a:cubicBezTo>
                  <a:cubicBezTo>
                    <a:pt x="799" y="362"/>
                    <a:pt x="799" y="362"/>
                    <a:pt x="799" y="362"/>
                  </a:cubicBezTo>
                  <a:cubicBezTo>
                    <a:pt x="800" y="363"/>
                    <a:pt x="800" y="363"/>
                    <a:pt x="800" y="363"/>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800" y="362"/>
                    <a:pt x="800" y="362"/>
                    <a:pt x="800" y="362"/>
                  </a:cubicBezTo>
                  <a:cubicBezTo>
                    <a:pt x="799" y="362"/>
                    <a:pt x="798" y="362"/>
                    <a:pt x="797" y="361"/>
                  </a:cubicBezTo>
                  <a:cubicBezTo>
                    <a:pt x="793" y="360"/>
                    <a:pt x="789" y="358"/>
                    <a:pt x="783" y="356"/>
                  </a:cubicBezTo>
                  <a:cubicBezTo>
                    <a:pt x="760" y="345"/>
                    <a:pt x="720" y="323"/>
                    <a:pt x="673" y="296"/>
                  </a:cubicBezTo>
                  <a:cubicBezTo>
                    <a:pt x="602" y="254"/>
                    <a:pt x="515" y="201"/>
                    <a:pt x="446" y="159"/>
                  </a:cubicBezTo>
                  <a:cubicBezTo>
                    <a:pt x="412" y="138"/>
                    <a:pt x="382" y="119"/>
                    <a:pt x="360" y="105"/>
                  </a:cubicBezTo>
                  <a:cubicBezTo>
                    <a:pt x="349" y="99"/>
                    <a:pt x="341" y="93"/>
                    <a:pt x="335" y="90"/>
                  </a:cubicBezTo>
                  <a:cubicBezTo>
                    <a:pt x="329" y="86"/>
                    <a:pt x="326" y="84"/>
                    <a:pt x="326" y="84"/>
                  </a:cubicBezTo>
                  <a:cubicBezTo>
                    <a:pt x="324" y="87"/>
                    <a:pt x="324" y="87"/>
                    <a:pt x="324" y="87"/>
                  </a:cubicBezTo>
                  <a:cubicBezTo>
                    <a:pt x="322" y="91"/>
                    <a:pt x="322" y="91"/>
                    <a:pt x="322" y="91"/>
                  </a:cubicBezTo>
                  <a:cubicBezTo>
                    <a:pt x="322" y="91"/>
                    <a:pt x="323" y="92"/>
                    <a:pt x="327" y="94"/>
                  </a:cubicBezTo>
                  <a:cubicBezTo>
                    <a:pt x="351" y="108"/>
                    <a:pt x="462" y="173"/>
                    <a:pt x="567" y="237"/>
                  </a:cubicBezTo>
                  <a:cubicBezTo>
                    <a:pt x="619" y="269"/>
                    <a:pt x="670" y="300"/>
                    <a:pt x="708" y="324"/>
                  </a:cubicBezTo>
                  <a:cubicBezTo>
                    <a:pt x="726" y="337"/>
                    <a:pt x="742" y="347"/>
                    <a:pt x="753" y="355"/>
                  </a:cubicBezTo>
                  <a:cubicBezTo>
                    <a:pt x="758" y="359"/>
                    <a:pt x="762" y="362"/>
                    <a:pt x="765" y="365"/>
                  </a:cubicBezTo>
                  <a:cubicBezTo>
                    <a:pt x="766" y="366"/>
                    <a:pt x="767" y="367"/>
                    <a:pt x="768" y="368"/>
                  </a:cubicBezTo>
                  <a:cubicBezTo>
                    <a:pt x="768" y="368"/>
                    <a:pt x="768" y="368"/>
                    <a:pt x="768" y="368"/>
                  </a:cubicBezTo>
                  <a:cubicBezTo>
                    <a:pt x="769" y="368"/>
                    <a:pt x="769" y="368"/>
                    <a:pt x="769" y="368"/>
                  </a:cubicBezTo>
                  <a:cubicBezTo>
                    <a:pt x="768" y="368"/>
                    <a:pt x="768" y="368"/>
                    <a:pt x="768" y="368"/>
                  </a:cubicBezTo>
                  <a:cubicBezTo>
                    <a:pt x="768" y="368"/>
                    <a:pt x="768" y="368"/>
                    <a:pt x="768" y="368"/>
                  </a:cubicBezTo>
                  <a:cubicBezTo>
                    <a:pt x="769" y="368"/>
                    <a:pt x="769" y="368"/>
                    <a:pt x="769" y="368"/>
                  </a:cubicBezTo>
                  <a:cubicBezTo>
                    <a:pt x="768" y="368"/>
                    <a:pt x="768" y="368"/>
                    <a:pt x="768" y="368"/>
                  </a:cubicBezTo>
                  <a:cubicBezTo>
                    <a:pt x="771" y="367"/>
                    <a:pt x="771" y="367"/>
                    <a:pt x="771" y="367"/>
                  </a:cubicBezTo>
                  <a:cubicBezTo>
                    <a:pt x="768" y="367"/>
                    <a:pt x="768" y="367"/>
                    <a:pt x="768" y="367"/>
                  </a:cubicBezTo>
                  <a:cubicBezTo>
                    <a:pt x="768" y="368"/>
                    <a:pt x="768" y="368"/>
                    <a:pt x="768" y="368"/>
                  </a:cubicBezTo>
                  <a:cubicBezTo>
                    <a:pt x="771" y="367"/>
                    <a:pt x="771" y="367"/>
                    <a:pt x="771" y="367"/>
                  </a:cubicBezTo>
                  <a:cubicBezTo>
                    <a:pt x="768" y="367"/>
                    <a:pt x="768" y="367"/>
                    <a:pt x="768" y="367"/>
                  </a:cubicBezTo>
                  <a:cubicBezTo>
                    <a:pt x="771" y="367"/>
                    <a:pt x="771" y="367"/>
                    <a:pt x="771" y="367"/>
                  </a:cubicBezTo>
                  <a:cubicBezTo>
                    <a:pt x="769" y="365"/>
                    <a:pt x="769" y="365"/>
                    <a:pt x="769" y="365"/>
                  </a:cubicBezTo>
                  <a:cubicBezTo>
                    <a:pt x="768" y="366"/>
                    <a:pt x="768" y="367"/>
                    <a:pt x="768" y="367"/>
                  </a:cubicBezTo>
                  <a:cubicBezTo>
                    <a:pt x="771" y="367"/>
                    <a:pt x="771" y="367"/>
                    <a:pt x="771" y="367"/>
                  </a:cubicBezTo>
                  <a:cubicBezTo>
                    <a:pt x="769" y="365"/>
                    <a:pt x="769" y="365"/>
                    <a:pt x="769" y="365"/>
                  </a:cubicBezTo>
                  <a:cubicBezTo>
                    <a:pt x="769" y="365"/>
                    <a:pt x="769" y="365"/>
                    <a:pt x="769" y="365"/>
                  </a:cubicBezTo>
                  <a:cubicBezTo>
                    <a:pt x="772" y="367"/>
                    <a:pt x="772" y="367"/>
                    <a:pt x="772" y="367"/>
                  </a:cubicBezTo>
                  <a:cubicBezTo>
                    <a:pt x="771" y="364"/>
                    <a:pt x="771" y="364"/>
                    <a:pt x="771" y="364"/>
                  </a:cubicBezTo>
                  <a:cubicBezTo>
                    <a:pt x="770" y="364"/>
                    <a:pt x="769" y="365"/>
                    <a:pt x="769" y="365"/>
                  </a:cubicBezTo>
                  <a:cubicBezTo>
                    <a:pt x="772" y="367"/>
                    <a:pt x="772" y="367"/>
                    <a:pt x="772" y="367"/>
                  </a:cubicBezTo>
                  <a:cubicBezTo>
                    <a:pt x="771" y="364"/>
                    <a:pt x="771" y="364"/>
                    <a:pt x="771" y="364"/>
                  </a:cubicBezTo>
                  <a:cubicBezTo>
                    <a:pt x="772" y="367"/>
                    <a:pt x="772" y="367"/>
                    <a:pt x="772" y="367"/>
                  </a:cubicBezTo>
                  <a:cubicBezTo>
                    <a:pt x="772" y="364"/>
                    <a:pt x="772" y="364"/>
                    <a:pt x="772" y="364"/>
                  </a:cubicBezTo>
                  <a:cubicBezTo>
                    <a:pt x="772" y="364"/>
                    <a:pt x="771" y="364"/>
                    <a:pt x="771" y="364"/>
                  </a:cubicBezTo>
                  <a:cubicBezTo>
                    <a:pt x="772" y="367"/>
                    <a:pt x="772" y="367"/>
                    <a:pt x="772" y="367"/>
                  </a:cubicBezTo>
                  <a:cubicBezTo>
                    <a:pt x="772" y="364"/>
                    <a:pt x="772" y="364"/>
                    <a:pt x="772" y="364"/>
                  </a:cubicBezTo>
                  <a:cubicBezTo>
                    <a:pt x="772" y="366"/>
                    <a:pt x="772" y="366"/>
                    <a:pt x="772" y="366"/>
                  </a:cubicBezTo>
                  <a:cubicBezTo>
                    <a:pt x="772" y="364"/>
                    <a:pt x="772" y="364"/>
                    <a:pt x="772" y="364"/>
                  </a:cubicBezTo>
                  <a:cubicBezTo>
                    <a:pt x="772" y="364"/>
                    <a:pt x="772" y="364"/>
                    <a:pt x="772" y="364"/>
                  </a:cubicBezTo>
                  <a:cubicBezTo>
                    <a:pt x="772" y="366"/>
                    <a:pt x="772" y="366"/>
                    <a:pt x="772" y="366"/>
                  </a:cubicBezTo>
                  <a:cubicBezTo>
                    <a:pt x="772" y="364"/>
                    <a:pt x="772" y="364"/>
                    <a:pt x="772" y="364"/>
                  </a:cubicBezTo>
                  <a:cubicBezTo>
                    <a:pt x="772" y="364"/>
                    <a:pt x="772" y="364"/>
                    <a:pt x="772" y="364"/>
                  </a:cubicBezTo>
                  <a:cubicBezTo>
                    <a:pt x="772" y="364"/>
                    <a:pt x="771" y="363"/>
                    <a:pt x="770" y="363"/>
                  </a:cubicBezTo>
                  <a:cubicBezTo>
                    <a:pt x="764" y="360"/>
                    <a:pt x="753" y="353"/>
                    <a:pt x="737" y="343"/>
                  </a:cubicBezTo>
                  <a:cubicBezTo>
                    <a:pt x="683" y="310"/>
                    <a:pt x="576" y="241"/>
                    <a:pt x="480" y="181"/>
                  </a:cubicBezTo>
                  <a:cubicBezTo>
                    <a:pt x="432" y="150"/>
                    <a:pt x="386" y="122"/>
                    <a:pt x="351" y="102"/>
                  </a:cubicBezTo>
                  <a:cubicBezTo>
                    <a:pt x="333" y="92"/>
                    <a:pt x="318" y="83"/>
                    <a:pt x="306" y="77"/>
                  </a:cubicBezTo>
                  <a:cubicBezTo>
                    <a:pt x="300" y="74"/>
                    <a:pt x="295" y="72"/>
                    <a:pt x="291" y="70"/>
                  </a:cubicBezTo>
                  <a:cubicBezTo>
                    <a:pt x="289" y="70"/>
                    <a:pt x="288" y="69"/>
                    <a:pt x="286" y="69"/>
                  </a:cubicBezTo>
                  <a:cubicBezTo>
                    <a:pt x="284" y="68"/>
                    <a:pt x="283" y="68"/>
                    <a:pt x="282" y="68"/>
                  </a:cubicBezTo>
                  <a:cubicBezTo>
                    <a:pt x="281" y="68"/>
                    <a:pt x="280" y="68"/>
                    <a:pt x="279" y="68"/>
                  </a:cubicBezTo>
                  <a:cubicBezTo>
                    <a:pt x="278" y="69"/>
                    <a:pt x="277" y="69"/>
                    <a:pt x="276" y="70"/>
                  </a:cubicBezTo>
                  <a:cubicBezTo>
                    <a:pt x="276" y="70"/>
                    <a:pt x="276" y="70"/>
                    <a:pt x="276" y="70"/>
                  </a:cubicBezTo>
                  <a:cubicBezTo>
                    <a:pt x="276" y="71"/>
                    <a:pt x="276" y="72"/>
                    <a:pt x="276" y="73"/>
                  </a:cubicBezTo>
                  <a:cubicBezTo>
                    <a:pt x="276" y="74"/>
                    <a:pt x="276" y="75"/>
                    <a:pt x="277" y="76"/>
                  </a:cubicBezTo>
                  <a:cubicBezTo>
                    <a:pt x="277" y="77"/>
                    <a:pt x="278" y="79"/>
                    <a:pt x="280" y="80"/>
                  </a:cubicBezTo>
                  <a:cubicBezTo>
                    <a:pt x="283" y="83"/>
                    <a:pt x="287" y="86"/>
                    <a:pt x="292" y="90"/>
                  </a:cubicBezTo>
                  <a:cubicBezTo>
                    <a:pt x="312" y="104"/>
                    <a:pt x="350" y="128"/>
                    <a:pt x="397" y="155"/>
                  </a:cubicBezTo>
                  <a:cubicBezTo>
                    <a:pt x="466" y="197"/>
                    <a:pt x="553" y="247"/>
                    <a:pt x="623" y="289"/>
                  </a:cubicBezTo>
                  <a:cubicBezTo>
                    <a:pt x="658" y="309"/>
                    <a:pt x="689" y="328"/>
                    <a:pt x="711" y="342"/>
                  </a:cubicBezTo>
                  <a:cubicBezTo>
                    <a:pt x="722" y="349"/>
                    <a:pt x="730" y="355"/>
                    <a:pt x="736" y="359"/>
                  </a:cubicBezTo>
                  <a:cubicBezTo>
                    <a:pt x="739" y="361"/>
                    <a:pt x="742" y="363"/>
                    <a:pt x="743" y="364"/>
                  </a:cubicBezTo>
                  <a:cubicBezTo>
                    <a:pt x="744" y="365"/>
                    <a:pt x="744" y="365"/>
                    <a:pt x="744" y="366"/>
                  </a:cubicBezTo>
                  <a:cubicBezTo>
                    <a:pt x="744" y="366"/>
                    <a:pt x="744" y="366"/>
                    <a:pt x="744" y="366"/>
                  </a:cubicBezTo>
                  <a:cubicBezTo>
                    <a:pt x="745" y="365"/>
                    <a:pt x="745" y="365"/>
                    <a:pt x="745" y="365"/>
                  </a:cubicBezTo>
                  <a:cubicBezTo>
                    <a:pt x="744" y="366"/>
                    <a:pt x="744" y="366"/>
                    <a:pt x="744" y="366"/>
                  </a:cubicBezTo>
                  <a:cubicBezTo>
                    <a:pt x="744" y="366"/>
                    <a:pt x="744" y="366"/>
                    <a:pt x="744" y="366"/>
                  </a:cubicBezTo>
                  <a:cubicBezTo>
                    <a:pt x="745" y="365"/>
                    <a:pt x="745" y="365"/>
                    <a:pt x="745" y="365"/>
                  </a:cubicBezTo>
                  <a:cubicBezTo>
                    <a:pt x="744" y="366"/>
                    <a:pt x="744" y="366"/>
                    <a:pt x="744" y="366"/>
                  </a:cubicBezTo>
                  <a:cubicBezTo>
                    <a:pt x="747" y="365"/>
                    <a:pt x="747" y="365"/>
                    <a:pt x="747" y="365"/>
                  </a:cubicBezTo>
                  <a:cubicBezTo>
                    <a:pt x="744" y="365"/>
                    <a:pt x="744" y="365"/>
                    <a:pt x="744" y="365"/>
                  </a:cubicBezTo>
                  <a:cubicBezTo>
                    <a:pt x="744" y="365"/>
                    <a:pt x="744" y="365"/>
                    <a:pt x="744" y="366"/>
                  </a:cubicBezTo>
                  <a:cubicBezTo>
                    <a:pt x="747" y="365"/>
                    <a:pt x="747" y="365"/>
                    <a:pt x="747" y="365"/>
                  </a:cubicBezTo>
                  <a:cubicBezTo>
                    <a:pt x="744" y="365"/>
                    <a:pt x="744" y="365"/>
                    <a:pt x="744" y="365"/>
                  </a:cubicBezTo>
                  <a:cubicBezTo>
                    <a:pt x="747" y="365"/>
                    <a:pt x="747" y="365"/>
                    <a:pt x="747" y="365"/>
                  </a:cubicBezTo>
                  <a:cubicBezTo>
                    <a:pt x="745" y="363"/>
                    <a:pt x="745" y="363"/>
                    <a:pt x="745" y="363"/>
                  </a:cubicBezTo>
                  <a:cubicBezTo>
                    <a:pt x="744" y="363"/>
                    <a:pt x="744" y="364"/>
                    <a:pt x="744" y="365"/>
                  </a:cubicBezTo>
                  <a:cubicBezTo>
                    <a:pt x="747" y="365"/>
                    <a:pt x="747" y="365"/>
                    <a:pt x="747" y="365"/>
                  </a:cubicBezTo>
                  <a:cubicBezTo>
                    <a:pt x="745" y="363"/>
                    <a:pt x="745" y="363"/>
                    <a:pt x="745" y="363"/>
                  </a:cubicBezTo>
                  <a:cubicBezTo>
                    <a:pt x="748" y="365"/>
                    <a:pt x="748" y="365"/>
                    <a:pt x="748" y="365"/>
                  </a:cubicBezTo>
                  <a:cubicBezTo>
                    <a:pt x="750" y="362"/>
                    <a:pt x="750" y="362"/>
                    <a:pt x="750" y="362"/>
                  </a:cubicBezTo>
                  <a:cubicBezTo>
                    <a:pt x="223" y="47"/>
                    <a:pt x="223" y="47"/>
                    <a:pt x="223" y="47"/>
                  </a:cubicBezTo>
                  <a:cubicBezTo>
                    <a:pt x="221" y="46"/>
                    <a:pt x="219" y="46"/>
                    <a:pt x="218" y="48"/>
                  </a:cubicBezTo>
                  <a:cubicBezTo>
                    <a:pt x="217" y="49"/>
                    <a:pt x="217" y="50"/>
                    <a:pt x="217" y="50"/>
                  </a:cubicBezTo>
                  <a:cubicBezTo>
                    <a:pt x="217" y="52"/>
                    <a:pt x="218" y="52"/>
                    <a:pt x="218" y="53"/>
                  </a:cubicBezTo>
                  <a:cubicBezTo>
                    <a:pt x="218" y="54"/>
                    <a:pt x="219" y="54"/>
                    <a:pt x="219" y="54"/>
                  </a:cubicBezTo>
                  <a:cubicBezTo>
                    <a:pt x="220" y="55"/>
                    <a:pt x="221" y="56"/>
                    <a:pt x="223" y="58"/>
                  </a:cubicBezTo>
                  <a:cubicBezTo>
                    <a:pt x="229" y="62"/>
                    <a:pt x="242" y="71"/>
                    <a:pt x="259" y="82"/>
                  </a:cubicBezTo>
                  <a:cubicBezTo>
                    <a:pt x="378" y="159"/>
                    <a:pt x="725" y="370"/>
                    <a:pt x="725" y="370"/>
                  </a:cubicBezTo>
                  <a:cubicBezTo>
                    <a:pt x="727" y="367"/>
                    <a:pt x="727" y="367"/>
                    <a:pt x="727" y="367"/>
                  </a:cubicBezTo>
                  <a:cubicBezTo>
                    <a:pt x="729" y="363"/>
                    <a:pt x="729" y="363"/>
                    <a:pt x="729" y="363"/>
                  </a:cubicBezTo>
                  <a:cubicBezTo>
                    <a:pt x="142" y="17"/>
                    <a:pt x="142" y="17"/>
                    <a:pt x="142" y="17"/>
                  </a:cubicBezTo>
                  <a:cubicBezTo>
                    <a:pt x="140" y="16"/>
                    <a:pt x="138" y="16"/>
                    <a:pt x="137" y="18"/>
                  </a:cubicBezTo>
                  <a:cubicBezTo>
                    <a:pt x="136" y="19"/>
                    <a:pt x="136" y="20"/>
                    <a:pt x="136" y="21"/>
                  </a:cubicBezTo>
                  <a:cubicBezTo>
                    <a:pt x="136" y="22"/>
                    <a:pt x="137" y="23"/>
                    <a:pt x="137" y="24"/>
                  </a:cubicBezTo>
                  <a:cubicBezTo>
                    <a:pt x="138" y="25"/>
                    <a:pt x="139" y="27"/>
                    <a:pt x="141" y="28"/>
                  </a:cubicBezTo>
                  <a:cubicBezTo>
                    <a:pt x="144" y="32"/>
                    <a:pt x="149" y="36"/>
                    <a:pt x="155" y="40"/>
                  </a:cubicBezTo>
                  <a:cubicBezTo>
                    <a:pt x="179" y="58"/>
                    <a:pt x="224" y="87"/>
                    <a:pt x="278" y="121"/>
                  </a:cubicBezTo>
                  <a:cubicBezTo>
                    <a:pt x="442" y="224"/>
                    <a:pt x="691" y="369"/>
                    <a:pt x="691" y="369"/>
                  </a:cubicBezTo>
                  <a:cubicBezTo>
                    <a:pt x="693" y="365"/>
                    <a:pt x="693" y="365"/>
                    <a:pt x="693" y="365"/>
                  </a:cubicBezTo>
                  <a:cubicBezTo>
                    <a:pt x="689" y="363"/>
                    <a:pt x="689" y="363"/>
                    <a:pt x="689" y="363"/>
                  </a:cubicBezTo>
                  <a:cubicBezTo>
                    <a:pt x="692" y="365"/>
                    <a:pt x="692" y="365"/>
                    <a:pt x="692" y="365"/>
                  </a:cubicBezTo>
                  <a:cubicBezTo>
                    <a:pt x="691" y="362"/>
                    <a:pt x="691" y="362"/>
                    <a:pt x="691" y="362"/>
                  </a:cubicBezTo>
                  <a:cubicBezTo>
                    <a:pt x="690" y="362"/>
                    <a:pt x="690" y="363"/>
                    <a:pt x="689" y="363"/>
                  </a:cubicBezTo>
                  <a:cubicBezTo>
                    <a:pt x="692" y="365"/>
                    <a:pt x="692" y="365"/>
                    <a:pt x="692" y="365"/>
                  </a:cubicBezTo>
                  <a:cubicBezTo>
                    <a:pt x="691" y="362"/>
                    <a:pt x="691" y="362"/>
                    <a:pt x="691" y="362"/>
                  </a:cubicBezTo>
                  <a:cubicBezTo>
                    <a:pt x="691" y="363"/>
                    <a:pt x="691" y="363"/>
                    <a:pt x="691" y="363"/>
                  </a:cubicBezTo>
                  <a:cubicBezTo>
                    <a:pt x="691" y="362"/>
                    <a:pt x="691" y="362"/>
                    <a:pt x="691" y="362"/>
                  </a:cubicBezTo>
                  <a:cubicBezTo>
                    <a:pt x="691" y="362"/>
                    <a:pt x="691" y="362"/>
                    <a:pt x="691" y="362"/>
                  </a:cubicBezTo>
                  <a:cubicBezTo>
                    <a:pt x="691" y="363"/>
                    <a:pt x="691" y="363"/>
                    <a:pt x="691" y="363"/>
                  </a:cubicBezTo>
                  <a:cubicBezTo>
                    <a:pt x="691" y="362"/>
                    <a:pt x="691" y="362"/>
                    <a:pt x="691" y="362"/>
                  </a:cubicBezTo>
                  <a:cubicBezTo>
                    <a:pt x="691" y="362"/>
                    <a:pt x="690" y="362"/>
                    <a:pt x="688" y="361"/>
                  </a:cubicBezTo>
                  <a:cubicBezTo>
                    <a:pt x="685" y="360"/>
                    <a:pt x="679" y="357"/>
                    <a:pt x="672" y="354"/>
                  </a:cubicBezTo>
                  <a:cubicBezTo>
                    <a:pt x="646" y="340"/>
                    <a:pt x="598" y="311"/>
                    <a:pt x="541" y="275"/>
                  </a:cubicBezTo>
                  <a:cubicBezTo>
                    <a:pt x="455" y="222"/>
                    <a:pt x="347" y="153"/>
                    <a:pt x="258" y="98"/>
                  </a:cubicBezTo>
                  <a:cubicBezTo>
                    <a:pt x="214" y="70"/>
                    <a:pt x="174" y="46"/>
                    <a:pt x="144" y="28"/>
                  </a:cubicBezTo>
                  <a:cubicBezTo>
                    <a:pt x="128" y="19"/>
                    <a:pt x="116" y="12"/>
                    <a:pt x="106" y="7"/>
                  </a:cubicBezTo>
                  <a:cubicBezTo>
                    <a:pt x="101" y="5"/>
                    <a:pt x="97" y="3"/>
                    <a:pt x="93" y="2"/>
                  </a:cubicBezTo>
                  <a:cubicBezTo>
                    <a:pt x="91" y="1"/>
                    <a:pt x="90" y="1"/>
                    <a:pt x="89" y="0"/>
                  </a:cubicBezTo>
                  <a:cubicBezTo>
                    <a:pt x="87" y="0"/>
                    <a:pt x="86" y="0"/>
                    <a:pt x="85" y="0"/>
                  </a:cubicBezTo>
                  <a:cubicBezTo>
                    <a:pt x="84" y="0"/>
                    <a:pt x="83" y="0"/>
                    <a:pt x="82" y="0"/>
                  </a:cubicBezTo>
                  <a:cubicBezTo>
                    <a:pt x="81" y="0"/>
                    <a:pt x="80" y="1"/>
                    <a:pt x="79" y="2"/>
                  </a:cubicBezTo>
                  <a:cubicBezTo>
                    <a:pt x="78" y="4"/>
                    <a:pt x="79" y="6"/>
                    <a:pt x="81" y="8"/>
                  </a:cubicBezTo>
                  <a:cubicBezTo>
                    <a:pt x="652" y="365"/>
                    <a:pt x="652" y="365"/>
                    <a:pt x="652" y="365"/>
                  </a:cubicBezTo>
                  <a:cubicBezTo>
                    <a:pt x="655" y="362"/>
                    <a:pt x="655" y="362"/>
                    <a:pt x="655" y="362"/>
                  </a:cubicBezTo>
                  <a:cubicBezTo>
                    <a:pt x="651" y="359"/>
                    <a:pt x="651" y="359"/>
                    <a:pt x="651" y="359"/>
                  </a:cubicBezTo>
                  <a:cubicBezTo>
                    <a:pt x="654" y="361"/>
                    <a:pt x="654" y="361"/>
                    <a:pt x="654" y="361"/>
                  </a:cubicBezTo>
                  <a:cubicBezTo>
                    <a:pt x="653" y="358"/>
                    <a:pt x="653" y="358"/>
                    <a:pt x="653" y="358"/>
                  </a:cubicBezTo>
                  <a:cubicBezTo>
                    <a:pt x="652" y="358"/>
                    <a:pt x="652" y="359"/>
                    <a:pt x="651" y="359"/>
                  </a:cubicBezTo>
                  <a:cubicBezTo>
                    <a:pt x="654" y="361"/>
                    <a:pt x="654" y="361"/>
                    <a:pt x="654" y="361"/>
                  </a:cubicBezTo>
                  <a:cubicBezTo>
                    <a:pt x="653" y="358"/>
                    <a:pt x="653" y="358"/>
                    <a:pt x="653" y="358"/>
                  </a:cubicBezTo>
                  <a:cubicBezTo>
                    <a:pt x="653" y="360"/>
                    <a:pt x="653" y="360"/>
                    <a:pt x="653" y="360"/>
                  </a:cubicBezTo>
                  <a:cubicBezTo>
                    <a:pt x="653" y="358"/>
                    <a:pt x="653" y="358"/>
                    <a:pt x="653" y="358"/>
                  </a:cubicBezTo>
                  <a:cubicBezTo>
                    <a:pt x="653" y="358"/>
                    <a:pt x="653" y="358"/>
                    <a:pt x="653" y="358"/>
                  </a:cubicBezTo>
                  <a:cubicBezTo>
                    <a:pt x="653" y="360"/>
                    <a:pt x="653" y="360"/>
                    <a:pt x="653" y="360"/>
                  </a:cubicBezTo>
                  <a:cubicBezTo>
                    <a:pt x="653" y="358"/>
                    <a:pt x="653" y="358"/>
                    <a:pt x="653" y="358"/>
                  </a:cubicBezTo>
                  <a:cubicBezTo>
                    <a:pt x="653" y="358"/>
                    <a:pt x="652" y="358"/>
                    <a:pt x="650" y="357"/>
                  </a:cubicBezTo>
                  <a:cubicBezTo>
                    <a:pt x="647" y="356"/>
                    <a:pt x="642" y="354"/>
                    <a:pt x="635" y="350"/>
                  </a:cubicBezTo>
                  <a:cubicBezTo>
                    <a:pt x="610" y="337"/>
                    <a:pt x="564" y="310"/>
                    <a:pt x="510" y="276"/>
                  </a:cubicBezTo>
                  <a:cubicBezTo>
                    <a:pt x="428" y="225"/>
                    <a:pt x="326" y="160"/>
                    <a:pt x="242" y="107"/>
                  </a:cubicBezTo>
                  <a:cubicBezTo>
                    <a:pt x="200" y="81"/>
                    <a:pt x="163" y="57"/>
                    <a:pt x="135" y="41"/>
                  </a:cubicBezTo>
                  <a:cubicBezTo>
                    <a:pt x="121" y="32"/>
                    <a:pt x="109" y="26"/>
                    <a:pt x="100" y="21"/>
                  </a:cubicBezTo>
                  <a:cubicBezTo>
                    <a:pt x="96" y="19"/>
                    <a:pt x="92" y="17"/>
                    <a:pt x="89" y="16"/>
                  </a:cubicBezTo>
                  <a:cubicBezTo>
                    <a:pt x="88" y="15"/>
                    <a:pt x="86" y="15"/>
                    <a:pt x="85" y="14"/>
                  </a:cubicBezTo>
                  <a:cubicBezTo>
                    <a:pt x="84" y="14"/>
                    <a:pt x="83" y="14"/>
                    <a:pt x="82" y="14"/>
                  </a:cubicBezTo>
                  <a:cubicBezTo>
                    <a:pt x="81" y="14"/>
                    <a:pt x="81" y="14"/>
                    <a:pt x="80" y="14"/>
                  </a:cubicBezTo>
                  <a:cubicBezTo>
                    <a:pt x="79" y="14"/>
                    <a:pt x="78" y="15"/>
                    <a:pt x="77" y="16"/>
                  </a:cubicBezTo>
                  <a:cubicBezTo>
                    <a:pt x="77" y="17"/>
                    <a:pt x="77" y="18"/>
                    <a:pt x="77" y="19"/>
                  </a:cubicBezTo>
                  <a:cubicBezTo>
                    <a:pt x="77" y="20"/>
                    <a:pt x="78" y="21"/>
                    <a:pt x="79" y="21"/>
                  </a:cubicBezTo>
                  <a:cubicBezTo>
                    <a:pt x="79" y="21"/>
                    <a:pt x="81" y="23"/>
                    <a:pt x="85" y="25"/>
                  </a:cubicBezTo>
                  <a:cubicBezTo>
                    <a:pt x="115" y="43"/>
                    <a:pt x="251" y="125"/>
                    <a:pt x="379" y="204"/>
                  </a:cubicBezTo>
                  <a:cubicBezTo>
                    <a:pt x="444" y="244"/>
                    <a:pt x="506" y="282"/>
                    <a:pt x="552" y="312"/>
                  </a:cubicBezTo>
                  <a:cubicBezTo>
                    <a:pt x="575" y="327"/>
                    <a:pt x="594" y="339"/>
                    <a:pt x="607" y="348"/>
                  </a:cubicBezTo>
                  <a:cubicBezTo>
                    <a:pt x="614" y="353"/>
                    <a:pt x="619" y="356"/>
                    <a:pt x="623" y="359"/>
                  </a:cubicBezTo>
                  <a:cubicBezTo>
                    <a:pt x="624" y="361"/>
                    <a:pt x="626" y="362"/>
                    <a:pt x="626" y="362"/>
                  </a:cubicBezTo>
                  <a:cubicBezTo>
                    <a:pt x="627" y="363"/>
                    <a:pt x="627" y="363"/>
                    <a:pt x="627" y="363"/>
                  </a:cubicBezTo>
                  <a:cubicBezTo>
                    <a:pt x="628" y="362"/>
                    <a:pt x="628" y="362"/>
                    <a:pt x="628" y="362"/>
                  </a:cubicBezTo>
                  <a:cubicBezTo>
                    <a:pt x="627" y="363"/>
                    <a:pt x="627" y="363"/>
                    <a:pt x="627" y="363"/>
                  </a:cubicBezTo>
                  <a:cubicBezTo>
                    <a:pt x="627" y="363"/>
                    <a:pt x="627" y="363"/>
                    <a:pt x="627" y="363"/>
                  </a:cubicBezTo>
                  <a:cubicBezTo>
                    <a:pt x="628" y="362"/>
                    <a:pt x="628" y="362"/>
                    <a:pt x="628" y="362"/>
                  </a:cubicBezTo>
                  <a:cubicBezTo>
                    <a:pt x="627" y="363"/>
                    <a:pt x="627" y="363"/>
                    <a:pt x="627" y="363"/>
                  </a:cubicBezTo>
                  <a:cubicBezTo>
                    <a:pt x="630" y="361"/>
                    <a:pt x="630" y="361"/>
                    <a:pt x="630" y="361"/>
                  </a:cubicBezTo>
                  <a:cubicBezTo>
                    <a:pt x="627" y="361"/>
                    <a:pt x="627" y="361"/>
                    <a:pt x="627" y="361"/>
                  </a:cubicBezTo>
                  <a:cubicBezTo>
                    <a:pt x="627" y="362"/>
                    <a:pt x="627" y="362"/>
                    <a:pt x="627" y="363"/>
                  </a:cubicBezTo>
                  <a:cubicBezTo>
                    <a:pt x="630" y="361"/>
                    <a:pt x="630" y="361"/>
                    <a:pt x="630" y="361"/>
                  </a:cubicBezTo>
                  <a:cubicBezTo>
                    <a:pt x="627" y="361"/>
                    <a:pt x="627" y="361"/>
                    <a:pt x="627" y="361"/>
                  </a:cubicBezTo>
                  <a:cubicBezTo>
                    <a:pt x="630" y="361"/>
                    <a:pt x="630" y="361"/>
                    <a:pt x="630" y="361"/>
                  </a:cubicBezTo>
                  <a:cubicBezTo>
                    <a:pt x="627" y="359"/>
                    <a:pt x="627" y="359"/>
                    <a:pt x="627" y="359"/>
                  </a:cubicBezTo>
                  <a:cubicBezTo>
                    <a:pt x="627" y="360"/>
                    <a:pt x="627" y="361"/>
                    <a:pt x="627" y="361"/>
                  </a:cubicBezTo>
                  <a:cubicBezTo>
                    <a:pt x="630" y="361"/>
                    <a:pt x="630" y="361"/>
                    <a:pt x="630" y="361"/>
                  </a:cubicBezTo>
                  <a:cubicBezTo>
                    <a:pt x="627" y="359"/>
                    <a:pt x="627" y="359"/>
                    <a:pt x="627" y="359"/>
                  </a:cubicBezTo>
                  <a:cubicBezTo>
                    <a:pt x="627" y="359"/>
                    <a:pt x="627" y="359"/>
                    <a:pt x="627" y="359"/>
                  </a:cubicBezTo>
                  <a:cubicBezTo>
                    <a:pt x="630" y="361"/>
                    <a:pt x="630" y="361"/>
                    <a:pt x="630" y="361"/>
                  </a:cubicBezTo>
                  <a:cubicBezTo>
                    <a:pt x="629" y="358"/>
                    <a:pt x="629" y="358"/>
                    <a:pt x="629" y="358"/>
                  </a:cubicBezTo>
                  <a:cubicBezTo>
                    <a:pt x="628" y="358"/>
                    <a:pt x="628" y="359"/>
                    <a:pt x="627" y="359"/>
                  </a:cubicBezTo>
                  <a:cubicBezTo>
                    <a:pt x="630" y="361"/>
                    <a:pt x="630" y="361"/>
                    <a:pt x="630" y="361"/>
                  </a:cubicBezTo>
                  <a:cubicBezTo>
                    <a:pt x="629" y="358"/>
                    <a:pt x="629" y="358"/>
                    <a:pt x="629" y="358"/>
                  </a:cubicBezTo>
                  <a:cubicBezTo>
                    <a:pt x="630" y="361"/>
                    <a:pt x="630" y="361"/>
                    <a:pt x="630" y="361"/>
                  </a:cubicBezTo>
                  <a:cubicBezTo>
                    <a:pt x="630" y="358"/>
                    <a:pt x="630" y="358"/>
                    <a:pt x="630" y="358"/>
                  </a:cubicBezTo>
                  <a:cubicBezTo>
                    <a:pt x="630" y="358"/>
                    <a:pt x="629" y="358"/>
                    <a:pt x="629" y="358"/>
                  </a:cubicBezTo>
                  <a:cubicBezTo>
                    <a:pt x="630" y="361"/>
                    <a:pt x="630" y="361"/>
                    <a:pt x="630" y="361"/>
                  </a:cubicBezTo>
                  <a:cubicBezTo>
                    <a:pt x="630" y="358"/>
                    <a:pt x="630" y="358"/>
                    <a:pt x="630" y="358"/>
                  </a:cubicBezTo>
                  <a:cubicBezTo>
                    <a:pt x="630" y="359"/>
                    <a:pt x="630" y="359"/>
                    <a:pt x="630" y="359"/>
                  </a:cubicBezTo>
                  <a:cubicBezTo>
                    <a:pt x="630" y="358"/>
                    <a:pt x="630" y="358"/>
                    <a:pt x="630" y="358"/>
                  </a:cubicBezTo>
                  <a:cubicBezTo>
                    <a:pt x="630" y="358"/>
                    <a:pt x="630" y="358"/>
                    <a:pt x="630" y="358"/>
                  </a:cubicBezTo>
                  <a:cubicBezTo>
                    <a:pt x="630" y="359"/>
                    <a:pt x="630" y="359"/>
                    <a:pt x="630" y="359"/>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30" y="358"/>
                    <a:pt x="630" y="358"/>
                  </a:cubicBezTo>
                  <a:cubicBezTo>
                    <a:pt x="630" y="358"/>
                    <a:pt x="629" y="357"/>
                    <a:pt x="627" y="357"/>
                  </a:cubicBezTo>
                  <a:cubicBezTo>
                    <a:pt x="624" y="355"/>
                    <a:pt x="619" y="353"/>
                    <a:pt x="613" y="349"/>
                  </a:cubicBezTo>
                  <a:cubicBezTo>
                    <a:pt x="589" y="337"/>
                    <a:pt x="545" y="310"/>
                    <a:pt x="493" y="278"/>
                  </a:cubicBezTo>
                  <a:cubicBezTo>
                    <a:pt x="414" y="229"/>
                    <a:pt x="316" y="167"/>
                    <a:pt x="235" y="117"/>
                  </a:cubicBezTo>
                  <a:cubicBezTo>
                    <a:pt x="195" y="92"/>
                    <a:pt x="159" y="70"/>
                    <a:pt x="132" y="54"/>
                  </a:cubicBezTo>
                  <a:cubicBezTo>
                    <a:pt x="119" y="47"/>
                    <a:pt x="108" y="40"/>
                    <a:pt x="100" y="36"/>
                  </a:cubicBezTo>
                  <a:cubicBezTo>
                    <a:pt x="96" y="34"/>
                    <a:pt x="92" y="32"/>
                    <a:pt x="90" y="31"/>
                  </a:cubicBezTo>
                  <a:cubicBezTo>
                    <a:pt x="88" y="30"/>
                    <a:pt x="87" y="30"/>
                    <a:pt x="86" y="29"/>
                  </a:cubicBezTo>
                  <a:cubicBezTo>
                    <a:pt x="85" y="29"/>
                    <a:pt x="84" y="29"/>
                    <a:pt x="83" y="29"/>
                  </a:cubicBezTo>
                  <a:cubicBezTo>
                    <a:pt x="83" y="29"/>
                    <a:pt x="82" y="29"/>
                    <a:pt x="81" y="29"/>
                  </a:cubicBezTo>
                  <a:cubicBezTo>
                    <a:pt x="81" y="29"/>
                    <a:pt x="80" y="30"/>
                    <a:pt x="79" y="31"/>
                  </a:cubicBezTo>
                  <a:cubicBezTo>
                    <a:pt x="79" y="32"/>
                    <a:pt x="78" y="33"/>
                    <a:pt x="79" y="34"/>
                  </a:cubicBezTo>
                  <a:cubicBezTo>
                    <a:pt x="79" y="35"/>
                    <a:pt x="80" y="36"/>
                    <a:pt x="80" y="36"/>
                  </a:cubicBezTo>
                  <a:cubicBezTo>
                    <a:pt x="80" y="36"/>
                    <a:pt x="82" y="38"/>
                    <a:pt x="86" y="40"/>
                  </a:cubicBezTo>
                  <a:cubicBezTo>
                    <a:pt x="115" y="57"/>
                    <a:pt x="243" y="133"/>
                    <a:pt x="363" y="207"/>
                  </a:cubicBezTo>
                  <a:cubicBezTo>
                    <a:pt x="424" y="243"/>
                    <a:pt x="482" y="280"/>
                    <a:pt x="526" y="308"/>
                  </a:cubicBezTo>
                  <a:cubicBezTo>
                    <a:pt x="547" y="322"/>
                    <a:pt x="565" y="334"/>
                    <a:pt x="578" y="342"/>
                  </a:cubicBezTo>
                  <a:cubicBezTo>
                    <a:pt x="584" y="347"/>
                    <a:pt x="589" y="351"/>
                    <a:pt x="592" y="353"/>
                  </a:cubicBezTo>
                  <a:cubicBezTo>
                    <a:pt x="594" y="355"/>
                    <a:pt x="595" y="356"/>
                    <a:pt x="595" y="356"/>
                  </a:cubicBezTo>
                  <a:cubicBezTo>
                    <a:pt x="596" y="357"/>
                    <a:pt x="596" y="357"/>
                    <a:pt x="596" y="357"/>
                  </a:cubicBezTo>
                  <a:cubicBezTo>
                    <a:pt x="597" y="356"/>
                    <a:pt x="597" y="356"/>
                    <a:pt x="597" y="356"/>
                  </a:cubicBezTo>
                  <a:cubicBezTo>
                    <a:pt x="596" y="357"/>
                    <a:pt x="596" y="357"/>
                    <a:pt x="596" y="357"/>
                  </a:cubicBezTo>
                  <a:cubicBezTo>
                    <a:pt x="596" y="357"/>
                    <a:pt x="596" y="357"/>
                    <a:pt x="596" y="357"/>
                  </a:cubicBezTo>
                  <a:cubicBezTo>
                    <a:pt x="597" y="356"/>
                    <a:pt x="597" y="356"/>
                    <a:pt x="597" y="356"/>
                  </a:cubicBezTo>
                  <a:cubicBezTo>
                    <a:pt x="596" y="357"/>
                    <a:pt x="596" y="357"/>
                    <a:pt x="596" y="357"/>
                  </a:cubicBezTo>
                  <a:cubicBezTo>
                    <a:pt x="599" y="356"/>
                    <a:pt x="599" y="356"/>
                    <a:pt x="599" y="356"/>
                  </a:cubicBezTo>
                  <a:cubicBezTo>
                    <a:pt x="596" y="356"/>
                    <a:pt x="596" y="356"/>
                    <a:pt x="596" y="356"/>
                  </a:cubicBezTo>
                  <a:cubicBezTo>
                    <a:pt x="596" y="356"/>
                    <a:pt x="596" y="357"/>
                    <a:pt x="596" y="357"/>
                  </a:cubicBezTo>
                  <a:cubicBezTo>
                    <a:pt x="599" y="356"/>
                    <a:pt x="599" y="356"/>
                    <a:pt x="599" y="356"/>
                  </a:cubicBezTo>
                  <a:cubicBezTo>
                    <a:pt x="596" y="356"/>
                    <a:pt x="596" y="356"/>
                    <a:pt x="596" y="356"/>
                  </a:cubicBezTo>
                  <a:cubicBezTo>
                    <a:pt x="599" y="356"/>
                    <a:pt x="599" y="356"/>
                    <a:pt x="599" y="356"/>
                  </a:cubicBezTo>
                  <a:cubicBezTo>
                    <a:pt x="596" y="354"/>
                    <a:pt x="596" y="354"/>
                    <a:pt x="596" y="354"/>
                  </a:cubicBezTo>
                  <a:cubicBezTo>
                    <a:pt x="596" y="355"/>
                    <a:pt x="596" y="355"/>
                    <a:pt x="596" y="356"/>
                  </a:cubicBezTo>
                  <a:cubicBezTo>
                    <a:pt x="599" y="356"/>
                    <a:pt x="599" y="356"/>
                    <a:pt x="599" y="356"/>
                  </a:cubicBezTo>
                  <a:cubicBezTo>
                    <a:pt x="596" y="354"/>
                    <a:pt x="596" y="354"/>
                    <a:pt x="596" y="354"/>
                  </a:cubicBezTo>
                  <a:cubicBezTo>
                    <a:pt x="600" y="356"/>
                    <a:pt x="600" y="356"/>
                    <a:pt x="600" y="356"/>
                  </a:cubicBezTo>
                  <a:cubicBezTo>
                    <a:pt x="602" y="353"/>
                    <a:pt x="602" y="353"/>
                    <a:pt x="602" y="353"/>
                  </a:cubicBezTo>
                  <a:cubicBezTo>
                    <a:pt x="84" y="45"/>
                    <a:pt x="84" y="45"/>
                    <a:pt x="84" y="45"/>
                  </a:cubicBezTo>
                  <a:cubicBezTo>
                    <a:pt x="82" y="44"/>
                    <a:pt x="79" y="45"/>
                    <a:pt x="78" y="47"/>
                  </a:cubicBezTo>
                  <a:cubicBezTo>
                    <a:pt x="77" y="48"/>
                    <a:pt x="78" y="51"/>
                    <a:pt x="79" y="52"/>
                  </a:cubicBezTo>
                  <a:cubicBezTo>
                    <a:pt x="211" y="134"/>
                    <a:pt x="211" y="134"/>
                    <a:pt x="211" y="134"/>
                  </a:cubicBezTo>
                  <a:cubicBezTo>
                    <a:pt x="86" y="60"/>
                    <a:pt x="86" y="60"/>
                    <a:pt x="86" y="60"/>
                  </a:cubicBezTo>
                  <a:cubicBezTo>
                    <a:pt x="84" y="58"/>
                    <a:pt x="82" y="59"/>
                    <a:pt x="81" y="61"/>
                  </a:cubicBezTo>
                  <a:cubicBezTo>
                    <a:pt x="80" y="62"/>
                    <a:pt x="80" y="63"/>
                    <a:pt x="80" y="63"/>
                  </a:cubicBezTo>
                  <a:cubicBezTo>
                    <a:pt x="80" y="65"/>
                    <a:pt x="80" y="66"/>
                    <a:pt x="81" y="66"/>
                  </a:cubicBezTo>
                  <a:cubicBezTo>
                    <a:pt x="82" y="68"/>
                    <a:pt x="83" y="69"/>
                    <a:pt x="84" y="70"/>
                  </a:cubicBezTo>
                  <a:cubicBezTo>
                    <a:pt x="87" y="73"/>
                    <a:pt x="91" y="76"/>
                    <a:pt x="96" y="80"/>
                  </a:cubicBezTo>
                  <a:cubicBezTo>
                    <a:pt x="116" y="95"/>
                    <a:pt x="153" y="120"/>
                    <a:pt x="199" y="148"/>
                  </a:cubicBezTo>
                  <a:cubicBezTo>
                    <a:pt x="267" y="190"/>
                    <a:pt x="353" y="241"/>
                    <a:pt x="422" y="282"/>
                  </a:cubicBezTo>
                  <a:cubicBezTo>
                    <a:pt x="457" y="303"/>
                    <a:pt x="487" y="320"/>
                    <a:pt x="508" y="333"/>
                  </a:cubicBezTo>
                  <a:cubicBezTo>
                    <a:pt x="519" y="340"/>
                    <a:pt x="528" y="345"/>
                    <a:pt x="534" y="348"/>
                  </a:cubicBezTo>
                  <a:cubicBezTo>
                    <a:pt x="537" y="350"/>
                    <a:pt x="539" y="352"/>
                    <a:pt x="540" y="353"/>
                  </a:cubicBezTo>
                  <a:cubicBezTo>
                    <a:pt x="541" y="353"/>
                    <a:pt x="542" y="353"/>
                    <a:pt x="542" y="354"/>
                  </a:cubicBezTo>
                  <a:cubicBezTo>
                    <a:pt x="542" y="354"/>
                    <a:pt x="542" y="354"/>
                    <a:pt x="542" y="354"/>
                  </a:cubicBezTo>
                  <a:cubicBezTo>
                    <a:pt x="542" y="354"/>
                    <a:pt x="542" y="354"/>
                    <a:pt x="542" y="354"/>
                  </a:cubicBezTo>
                  <a:cubicBezTo>
                    <a:pt x="544" y="352"/>
                    <a:pt x="544" y="352"/>
                    <a:pt x="544" y="352"/>
                  </a:cubicBezTo>
                  <a:cubicBezTo>
                    <a:pt x="542" y="354"/>
                    <a:pt x="542" y="354"/>
                    <a:pt x="542" y="354"/>
                  </a:cubicBezTo>
                  <a:cubicBezTo>
                    <a:pt x="542" y="354"/>
                    <a:pt x="542" y="354"/>
                    <a:pt x="542" y="354"/>
                  </a:cubicBezTo>
                  <a:cubicBezTo>
                    <a:pt x="544" y="352"/>
                    <a:pt x="544" y="352"/>
                    <a:pt x="544" y="352"/>
                  </a:cubicBezTo>
                  <a:cubicBezTo>
                    <a:pt x="542" y="354"/>
                    <a:pt x="542" y="354"/>
                    <a:pt x="542" y="354"/>
                  </a:cubicBezTo>
                  <a:cubicBezTo>
                    <a:pt x="545" y="351"/>
                    <a:pt x="545" y="351"/>
                    <a:pt x="545" y="351"/>
                  </a:cubicBezTo>
                  <a:cubicBezTo>
                    <a:pt x="542" y="353"/>
                    <a:pt x="542" y="353"/>
                    <a:pt x="542" y="353"/>
                  </a:cubicBezTo>
                  <a:cubicBezTo>
                    <a:pt x="542" y="354"/>
                    <a:pt x="542" y="354"/>
                    <a:pt x="542" y="354"/>
                  </a:cubicBezTo>
                  <a:cubicBezTo>
                    <a:pt x="545" y="351"/>
                    <a:pt x="545" y="351"/>
                    <a:pt x="545" y="351"/>
                  </a:cubicBezTo>
                  <a:cubicBezTo>
                    <a:pt x="542" y="353"/>
                    <a:pt x="542" y="353"/>
                    <a:pt x="542" y="353"/>
                  </a:cubicBezTo>
                  <a:cubicBezTo>
                    <a:pt x="545" y="351"/>
                    <a:pt x="545" y="351"/>
                    <a:pt x="545" y="351"/>
                  </a:cubicBezTo>
                  <a:cubicBezTo>
                    <a:pt x="541" y="351"/>
                    <a:pt x="541" y="351"/>
                    <a:pt x="541" y="351"/>
                  </a:cubicBezTo>
                  <a:cubicBezTo>
                    <a:pt x="541" y="352"/>
                    <a:pt x="541" y="353"/>
                    <a:pt x="542" y="353"/>
                  </a:cubicBezTo>
                  <a:cubicBezTo>
                    <a:pt x="545" y="351"/>
                    <a:pt x="545" y="351"/>
                    <a:pt x="545" y="351"/>
                  </a:cubicBezTo>
                  <a:cubicBezTo>
                    <a:pt x="541" y="351"/>
                    <a:pt x="541" y="351"/>
                    <a:pt x="541" y="351"/>
                  </a:cubicBezTo>
                  <a:cubicBezTo>
                    <a:pt x="545" y="351"/>
                    <a:pt x="545" y="351"/>
                    <a:pt x="545" y="351"/>
                  </a:cubicBezTo>
                  <a:cubicBezTo>
                    <a:pt x="542" y="349"/>
                    <a:pt x="542" y="349"/>
                    <a:pt x="542" y="349"/>
                  </a:cubicBezTo>
                  <a:cubicBezTo>
                    <a:pt x="541" y="350"/>
                    <a:pt x="541" y="350"/>
                    <a:pt x="541" y="351"/>
                  </a:cubicBezTo>
                  <a:cubicBezTo>
                    <a:pt x="545" y="351"/>
                    <a:pt x="545" y="351"/>
                    <a:pt x="545" y="351"/>
                  </a:cubicBezTo>
                  <a:cubicBezTo>
                    <a:pt x="542" y="349"/>
                    <a:pt x="542" y="349"/>
                    <a:pt x="542" y="349"/>
                  </a:cubicBezTo>
                  <a:cubicBezTo>
                    <a:pt x="545" y="351"/>
                    <a:pt x="545" y="351"/>
                    <a:pt x="545" y="351"/>
                  </a:cubicBezTo>
                  <a:cubicBezTo>
                    <a:pt x="542" y="349"/>
                    <a:pt x="542" y="349"/>
                    <a:pt x="542" y="349"/>
                  </a:cubicBezTo>
                  <a:cubicBezTo>
                    <a:pt x="544" y="351"/>
                    <a:pt x="544" y="351"/>
                    <a:pt x="544" y="351"/>
                  </a:cubicBezTo>
                  <a:cubicBezTo>
                    <a:pt x="543" y="347"/>
                    <a:pt x="543" y="347"/>
                    <a:pt x="543" y="347"/>
                  </a:cubicBezTo>
                  <a:cubicBezTo>
                    <a:pt x="543" y="348"/>
                    <a:pt x="542" y="348"/>
                    <a:pt x="542" y="349"/>
                  </a:cubicBezTo>
                  <a:cubicBezTo>
                    <a:pt x="544" y="351"/>
                    <a:pt x="544" y="351"/>
                    <a:pt x="544" y="351"/>
                  </a:cubicBezTo>
                  <a:cubicBezTo>
                    <a:pt x="543" y="347"/>
                    <a:pt x="543" y="347"/>
                    <a:pt x="543" y="347"/>
                  </a:cubicBezTo>
                  <a:cubicBezTo>
                    <a:pt x="544" y="349"/>
                    <a:pt x="544" y="349"/>
                    <a:pt x="544" y="349"/>
                  </a:cubicBezTo>
                  <a:cubicBezTo>
                    <a:pt x="544" y="347"/>
                    <a:pt x="544" y="347"/>
                    <a:pt x="544" y="347"/>
                  </a:cubicBezTo>
                  <a:cubicBezTo>
                    <a:pt x="544" y="347"/>
                    <a:pt x="544" y="347"/>
                    <a:pt x="543" y="347"/>
                  </a:cubicBezTo>
                  <a:cubicBezTo>
                    <a:pt x="544" y="349"/>
                    <a:pt x="544" y="349"/>
                    <a:pt x="544" y="349"/>
                  </a:cubicBezTo>
                  <a:cubicBezTo>
                    <a:pt x="544" y="347"/>
                    <a:pt x="544" y="347"/>
                    <a:pt x="544" y="347"/>
                  </a:cubicBezTo>
                  <a:cubicBezTo>
                    <a:pt x="544" y="347"/>
                    <a:pt x="544" y="347"/>
                    <a:pt x="544" y="347"/>
                  </a:cubicBezTo>
                  <a:cubicBezTo>
                    <a:pt x="544" y="347"/>
                    <a:pt x="543" y="347"/>
                    <a:pt x="541" y="347"/>
                  </a:cubicBezTo>
                  <a:cubicBezTo>
                    <a:pt x="538" y="346"/>
                    <a:pt x="534" y="344"/>
                    <a:pt x="529" y="341"/>
                  </a:cubicBezTo>
                  <a:cubicBezTo>
                    <a:pt x="508" y="330"/>
                    <a:pt x="471" y="308"/>
                    <a:pt x="427" y="281"/>
                  </a:cubicBezTo>
                  <a:cubicBezTo>
                    <a:pt x="362" y="241"/>
                    <a:pt x="280" y="189"/>
                    <a:pt x="213" y="148"/>
                  </a:cubicBezTo>
                  <a:cubicBezTo>
                    <a:pt x="180" y="127"/>
                    <a:pt x="150" y="109"/>
                    <a:pt x="128" y="95"/>
                  </a:cubicBezTo>
                  <a:cubicBezTo>
                    <a:pt x="116" y="89"/>
                    <a:pt x="107" y="84"/>
                    <a:pt x="100" y="80"/>
                  </a:cubicBezTo>
                  <a:cubicBezTo>
                    <a:pt x="96" y="78"/>
                    <a:pt x="93" y="77"/>
                    <a:pt x="91" y="76"/>
                  </a:cubicBezTo>
                  <a:cubicBezTo>
                    <a:pt x="90" y="75"/>
                    <a:pt x="89" y="75"/>
                    <a:pt x="88" y="75"/>
                  </a:cubicBezTo>
                  <a:cubicBezTo>
                    <a:pt x="87" y="74"/>
                    <a:pt x="86" y="74"/>
                    <a:pt x="85" y="74"/>
                  </a:cubicBezTo>
                  <a:cubicBezTo>
                    <a:pt x="84" y="74"/>
                    <a:pt x="84" y="74"/>
                    <a:pt x="83" y="74"/>
                  </a:cubicBezTo>
                  <a:cubicBezTo>
                    <a:pt x="82" y="75"/>
                    <a:pt x="81" y="75"/>
                    <a:pt x="81" y="76"/>
                  </a:cubicBezTo>
                  <a:cubicBezTo>
                    <a:pt x="81" y="76"/>
                    <a:pt x="81" y="76"/>
                    <a:pt x="81" y="76"/>
                  </a:cubicBezTo>
                  <a:cubicBezTo>
                    <a:pt x="80" y="77"/>
                    <a:pt x="80" y="78"/>
                    <a:pt x="80" y="79"/>
                  </a:cubicBezTo>
                  <a:cubicBezTo>
                    <a:pt x="80" y="80"/>
                    <a:pt x="80" y="81"/>
                    <a:pt x="81" y="81"/>
                  </a:cubicBezTo>
                  <a:cubicBezTo>
                    <a:pt x="82" y="83"/>
                    <a:pt x="83" y="84"/>
                    <a:pt x="84" y="85"/>
                  </a:cubicBezTo>
                  <a:cubicBezTo>
                    <a:pt x="86" y="87"/>
                    <a:pt x="90" y="90"/>
                    <a:pt x="95" y="93"/>
                  </a:cubicBezTo>
                  <a:cubicBezTo>
                    <a:pt x="113" y="106"/>
                    <a:pt x="149" y="128"/>
                    <a:pt x="191" y="155"/>
                  </a:cubicBezTo>
                  <a:cubicBezTo>
                    <a:pt x="255" y="194"/>
                    <a:pt x="335" y="242"/>
                    <a:pt x="399" y="280"/>
                  </a:cubicBezTo>
                  <a:cubicBezTo>
                    <a:pt x="431" y="300"/>
                    <a:pt x="459" y="317"/>
                    <a:pt x="479" y="329"/>
                  </a:cubicBezTo>
                  <a:cubicBezTo>
                    <a:pt x="489" y="335"/>
                    <a:pt x="497" y="340"/>
                    <a:pt x="503" y="344"/>
                  </a:cubicBezTo>
                  <a:cubicBezTo>
                    <a:pt x="506" y="346"/>
                    <a:pt x="508" y="347"/>
                    <a:pt x="509" y="348"/>
                  </a:cubicBezTo>
                  <a:cubicBezTo>
                    <a:pt x="510" y="348"/>
                    <a:pt x="510" y="349"/>
                    <a:pt x="510" y="349"/>
                  </a:cubicBezTo>
                  <a:cubicBezTo>
                    <a:pt x="510" y="349"/>
                    <a:pt x="510" y="349"/>
                    <a:pt x="510" y="349"/>
                  </a:cubicBezTo>
                  <a:cubicBezTo>
                    <a:pt x="512" y="348"/>
                    <a:pt x="512" y="348"/>
                    <a:pt x="512" y="348"/>
                  </a:cubicBezTo>
                  <a:cubicBezTo>
                    <a:pt x="510" y="349"/>
                    <a:pt x="510" y="349"/>
                    <a:pt x="510" y="349"/>
                  </a:cubicBezTo>
                  <a:cubicBezTo>
                    <a:pt x="510" y="349"/>
                    <a:pt x="510" y="349"/>
                    <a:pt x="510" y="349"/>
                  </a:cubicBezTo>
                  <a:cubicBezTo>
                    <a:pt x="512" y="348"/>
                    <a:pt x="512" y="348"/>
                    <a:pt x="512" y="348"/>
                  </a:cubicBezTo>
                  <a:cubicBezTo>
                    <a:pt x="510" y="349"/>
                    <a:pt x="510" y="349"/>
                    <a:pt x="510" y="349"/>
                  </a:cubicBezTo>
                  <a:cubicBezTo>
                    <a:pt x="513" y="347"/>
                    <a:pt x="513" y="347"/>
                    <a:pt x="513" y="347"/>
                  </a:cubicBezTo>
                  <a:cubicBezTo>
                    <a:pt x="510" y="348"/>
                    <a:pt x="510" y="348"/>
                    <a:pt x="510" y="348"/>
                  </a:cubicBezTo>
                  <a:cubicBezTo>
                    <a:pt x="510" y="349"/>
                    <a:pt x="510" y="349"/>
                    <a:pt x="510" y="349"/>
                  </a:cubicBezTo>
                  <a:cubicBezTo>
                    <a:pt x="513" y="347"/>
                    <a:pt x="513" y="347"/>
                    <a:pt x="513" y="347"/>
                  </a:cubicBezTo>
                  <a:cubicBezTo>
                    <a:pt x="510" y="348"/>
                    <a:pt x="510" y="348"/>
                    <a:pt x="510" y="348"/>
                  </a:cubicBezTo>
                  <a:cubicBezTo>
                    <a:pt x="513" y="347"/>
                    <a:pt x="513" y="347"/>
                    <a:pt x="513" y="347"/>
                  </a:cubicBezTo>
                  <a:cubicBezTo>
                    <a:pt x="510" y="347"/>
                    <a:pt x="510" y="347"/>
                    <a:pt x="510" y="347"/>
                  </a:cubicBezTo>
                  <a:cubicBezTo>
                    <a:pt x="510" y="347"/>
                    <a:pt x="510" y="348"/>
                    <a:pt x="510" y="348"/>
                  </a:cubicBezTo>
                  <a:cubicBezTo>
                    <a:pt x="513" y="347"/>
                    <a:pt x="513" y="347"/>
                    <a:pt x="513" y="347"/>
                  </a:cubicBezTo>
                  <a:cubicBezTo>
                    <a:pt x="510" y="347"/>
                    <a:pt x="510" y="347"/>
                    <a:pt x="510" y="347"/>
                  </a:cubicBezTo>
                  <a:cubicBezTo>
                    <a:pt x="513" y="347"/>
                    <a:pt x="513" y="347"/>
                    <a:pt x="513" y="347"/>
                  </a:cubicBezTo>
                  <a:cubicBezTo>
                    <a:pt x="510" y="345"/>
                    <a:pt x="510" y="345"/>
                    <a:pt x="510" y="345"/>
                  </a:cubicBezTo>
                  <a:cubicBezTo>
                    <a:pt x="510" y="345"/>
                    <a:pt x="509" y="346"/>
                    <a:pt x="510" y="347"/>
                  </a:cubicBezTo>
                  <a:cubicBezTo>
                    <a:pt x="513" y="347"/>
                    <a:pt x="513" y="347"/>
                    <a:pt x="513" y="347"/>
                  </a:cubicBezTo>
                  <a:cubicBezTo>
                    <a:pt x="510" y="345"/>
                    <a:pt x="510" y="345"/>
                    <a:pt x="510" y="345"/>
                  </a:cubicBezTo>
                  <a:cubicBezTo>
                    <a:pt x="513" y="347"/>
                    <a:pt x="513" y="347"/>
                    <a:pt x="513" y="347"/>
                  </a:cubicBezTo>
                  <a:cubicBezTo>
                    <a:pt x="516" y="343"/>
                    <a:pt x="516" y="343"/>
                    <a:pt x="516" y="343"/>
                  </a:cubicBezTo>
                  <a:cubicBezTo>
                    <a:pt x="516" y="343"/>
                    <a:pt x="408" y="280"/>
                    <a:pt x="301" y="217"/>
                  </a:cubicBezTo>
                  <a:cubicBezTo>
                    <a:pt x="247" y="186"/>
                    <a:pt x="193" y="154"/>
                    <a:pt x="152" y="131"/>
                  </a:cubicBezTo>
                  <a:cubicBezTo>
                    <a:pt x="132" y="119"/>
                    <a:pt x="115" y="109"/>
                    <a:pt x="103" y="102"/>
                  </a:cubicBezTo>
                  <a:cubicBezTo>
                    <a:pt x="98" y="99"/>
                    <a:pt x="93" y="96"/>
                    <a:pt x="90" y="94"/>
                  </a:cubicBezTo>
                  <a:cubicBezTo>
                    <a:pt x="88" y="93"/>
                    <a:pt x="87" y="93"/>
                    <a:pt x="86" y="92"/>
                  </a:cubicBezTo>
                  <a:cubicBezTo>
                    <a:pt x="85" y="92"/>
                    <a:pt x="85" y="92"/>
                    <a:pt x="85" y="91"/>
                  </a:cubicBezTo>
                  <a:cubicBezTo>
                    <a:pt x="84" y="91"/>
                    <a:pt x="84" y="91"/>
                    <a:pt x="84" y="91"/>
                  </a:cubicBezTo>
                  <a:cubicBezTo>
                    <a:pt x="84" y="91"/>
                    <a:pt x="84" y="91"/>
                    <a:pt x="84" y="91"/>
                  </a:cubicBezTo>
                  <a:cubicBezTo>
                    <a:pt x="84" y="91"/>
                    <a:pt x="84" y="91"/>
                    <a:pt x="84" y="91"/>
                  </a:cubicBezTo>
                  <a:cubicBezTo>
                    <a:pt x="84" y="91"/>
                    <a:pt x="83" y="91"/>
                    <a:pt x="83" y="91"/>
                  </a:cubicBezTo>
                  <a:cubicBezTo>
                    <a:pt x="81" y="91"/>
                    <a:pt x="79" y="92"/>
                    <a:pt x="79" y="94"/>
                  </a:cubicBezTo>
                  <a:cubicBezTo>
                    <a:pt x="78" y="95"/>
                    <a:pt x="79" y="97"/>
                    <a:pt x="80" y="98"/>
                  </a:cubicBezTo>
                  <a:cubicBezTo>
                    <a:pt x="80" y="98"/>
                    <a:pt x="82" y="99"/>
                    <a:pt x="85" y="101"/>
                  </a:cubicBezTo>
                  <a:cubicBezTo>
                    <a:pt x="107" y="114"/>
                    <a:pt x="205" y="174"/>
                    <a:pt x="297" y="231"/>
                  </a:cubicBezTo>
                  <a:cubicBezTo>
                    <a:pt x="343" y="260"/>
                    <a:pt x="388" y="287"/>
                    <a:pt x="422" y="309"/>
                  </a:cubicBezTo>
                  <a:cubicBezTo>
                    <a:pt x="438" y="319"/>
                    <a:pt x="452" y="328"/>
                    <a:pt x="461" y="334"/>
                  </a:cubicBezTo>
                  <a:cubicBezTo>
                    <a:pt x="466" y="338"/>
                    <a:pt x="470" y="340"/>
                    <a:pt x="472" y="342"/>
                  </a:cubicBezTo>
                  <a:cubicBezTo>
                    <a:pt x="474" y="343"/>
                    <a:pt x="475" y="344"/>
                    <a:pt x="475" y="344"/>
                  </a:cubicBezTo>
                  <a:cubicBezTo>
                    <a:pt x="475" y="344"/>
                    <a:pt x="475" y="344"/>
                    <a:pt x="475" y="344"/>
                  </a:cubicBezTo>
                  <a:cubicBezTo>
                    <a:pt x="475" y="345"/>
                    <a:pt x="475" y="345"/>
                    <a:pt x="475" y="345"/>
                  </a:cubicBezTo>
                  <a:cubicBezTo>
                    <a:pt x="477" y="343"/>
                    <a:pt x="477" y="343"/>
                    <a:pt x="477" y="343"/>
                  </a:cubicBezTo>
                  <a:cubicBezTo>
                    <a:pt x="475" y="344"/>
                    <a:pt x="475" y="344"/>
                    <a:pt x="475" y="344"/>
                  </a:cubicBezTo>
                  <a:cubicBezTo>
                    <a:pt x="475" y="345"/>
                    <a:pt x="475" y="345"/>
                    <a:pt x="475" y="345"/>
                  </a:cubicBezTo>
                  <a:cubicBezTo>
                    <a:pt x="477" y="343"/>
                    <a:pt x="477" y="343"/>
                    <a:pt x="477" y="343"/>
                  </a:cubicBezTo>
                  <a:cubicBezTo>
                    <a:pt x="475" y="344"/>
                    <a:pt x="475" y="344"/>
                    <a:pt x="475" y="344"/>
                  </a:cubicBezTo>
                  <a:cubicBezTo>
                    <a:pt x="478" y="342"/>
                    <a:pt x="478" y="342"/>
                    <a:pt x="478" y="342"/>
                  </a:cubicBezTo>
                  <a:cubicBezTo>
                    <a:pt x="475" y="342"/>
                    <a:pt x="475" y="342"/>
                    <a:pt x="475" y="342"/>
                  </a:cubicBezTo>
                  <a:cubicBezTo>
                    <a:pt x="475" y="344"/>
                    <a:pt x="475" y="344"/>
                    <a:pt x="475" y="344"/>
                  </a:cubicBezTo>
                  <a:cubicBezTo>
                    <a:pt x="478" y="342"/>
                    <a:pt x="478" y="342"/>
                    <a:pt x="478" y="342"/>
                  </a:cubicBezTo>
                  <a:cubicBezTo>
                    <a:pt x="475" y="342"/>
                    <a:pt x="475" y="342"/>
                    <a:pt x="475" y="342"/>
                  </a:cubicBezTo>
                  <a:cubicBezTo>
                    <a:pt x="479" y="342"/>
                    <a:pt x="479" y="342"/>
                    <a:pt x="479" y="342"/>
                  </a:cubicBezTo>
                  <a:cubicBezTo>
                    <a:pt x="475" y="340"/>
                    <a:pt x="475" y="340"/>
                    <a:pt x="475" y="340"/>
                  </a:cubicBezTo>
                  <a:cubicBezTo>
                    <a:pt x="475" y="341"/>
                    <a:pt x="475" y="342"/>
                    <a:pt x="475" y="342"/>
                  </a:cubicBezTo>
                  <a:cubicBezTo>
                    <a:pt x="479" y="342"/>
                    <a:pt x="479" y="342"/>
                    <a:pt x="479" y="342"/>
                  </a:cubicBezTo>
                  <a:cubicBezTo>
                    <a:pt x="475" y="340"/>
                    <a:pt x="475" y="340"/>
                    <a:pt x="475" y="340"/>
                  </a:cubicBezTo>
                  <a:cubicBezTo>
                    <a:pt x="479" y="342"/>
                    <a:pt x="479" y="342"/>
                    <a:pt x="479" y="342"/>
                  </a:cubicBezTo>
                  <a:cubicBezTo>
                    <a:pt x="481" y="339"/>
                    <a:pt x="481" y="339"/>
                    <a:pt x="481" y="339"/>
                  </a:cubicBezTo>
                  <a:cubicBezTo>
                    <a:pt x="82" y="110"/>
                    <a:pt x="82" y="110"/>
                    <a:pt x="82" y="110"/>
                  </a:cubicBezTo>
                  <a:cubicBezTo>
                    <a:pt x="80" y="109"/>
                    <a:pt x="78" y="110"/>
                    <a:pt x="77" y="111"/>
                  </a:cubicBezTo>
                  <a:cubicBezTo>
                    <a:pt x="76" y="112"/>
                    <a:pt x="76" y="113"/>
                    <a:pt x="76" y="114"/>
                  </a:cubicBezTo>
                  <a:cubicBezTo>
                    <a:pt x="76" y="115"/>
                    <a:pt x="77" y="116"/>
                    <a:pt x="77" y="117"/>
                  </a:cubicBezTo>
                  <a:cubicBezTo>
                    <a:pt x="78" y="118"/>
                    <a:pt x="79" y="118"/>
                    <a:pt x="80" y="120"/>
                  </a:cubicBezTo>
                  <a:cubicBezTo>
                    <a:pt x="82" y="121"/>
                    <a:pt x="85" y="124"/>
                    <a:pt x="89" y="127"/>
                  </a:cubicBezTo>
                  <a:cubicBezTo>
                    <a:pt x="105" y="138"/>
                    <a:pt x="134" y="157"/>
                    <a:pt x="170" y="179"/>
                  </a:cubicBezTo>
                  <a:cubicBezTo>
                    <a:pt x="224" y="212"/>
                    <a:pt x="291" y="252"/>
                    <a:pt x="345" y="284"/>
                  </a:cubicBezTo>
                  <a:cubicBezTo>
                    <a:pt x="372" y="301"/>
                    <a:pt x="396" y="315"/>
                    <a:pt x="413" y="325"/>
                  </a:cubicBezTo>
                  <a:cubicBezTo>
                    <a:pt x="421" y="330"/>
                    <a:pt x="428" y="335"/>
                    <a:pt x="432" y="338"/>
                  </a:cubicBezTo>
                  <a:cubicBezTo>
                    <a:pt x="435" y="339"/>
                    <a:pt x="436" y="340"/>
                    <a:pt x="438" y="341"/>
                  </a:cubicBezTo>
                  <a:cubicBezTo>
                    <a:pt x="438" y="341"/>
                    <a:pt x="439" y="342"/>
                    <a:pt x="439" y="342"/>
                  </a:cubicBezTo>
                  <a:cubicBezTo>
                    <a:pt x="439" y="342"/>
                    <a:pt x="439" y="342"/>
                    <a:pt x="439" y="342"/>
                  </a:cubicBezTo>
                  <a:cubicBezTo>
                    <a:pt x="440" y="340"/>
                    <a:pt x="440" y="340"/>
                    <a:pt x="440" y="340"/>
                  </a:cubicBezTo>
                  <a:cubicBezTo>
                    <a:pt x="439" y="342"/>
                    <a:pt x="439" y="342"/>
                    <a:pt x="439" y="342"/>
                  </a:cubicBezTo>
                  <a:cubicBezTo>
                    <a:pt x="439" y="342"/>
                    <a:pt x="439" y="342"/>
                    <a:pt x="439" y="342"/>
                  </a:cubicBezTo>
                  <a:cubicBezTo>
                    <a:pt x="440" y="340"/>
                    <a:pt x="440" y="340"/>
                    <a:pt x="440" y="340"/>
                  </a:cubicBezTo>
                  <a:cubicBezTo>
                    <a:pt x="439" y="342"/>
                    <a:pt x="439" y="342"/>
                    <a:pt x="439" y="342"/>
                  </a:cubicBezTo>
                  <a:cubicBezTo>
                    <a:pt x="441" y="340"/>
                    <a:pt x="441" y="340"/>
                    <a:pt x="441" y="340"/>
                  </a:cubicBezTo>
                  <a:cubicBezTo>
                    <a:pt x="438" y="341"/>
                    <a:pt x="438" y="341"/>
                    <a:pt x="438" y="341"/>
                  </a:cubicBezTo>
                  <a:cubicBezTo>
                    <a:pt x="439" y="342"/>
                    <a:pt x="439" y="342"/>
                    <a:pt x="439" y="342"/>
                  </a:cubicBezTo>
                  <a:cubicBezTo>
                    <a:pt x="441" y="340"/>
                    <a:pt x="441" y="340"/>
                    <a:pt x="441" y="340"/>
                  </a:cubicBezTo>
                  <a:cubicBezTo>
                    <a:pt x="438" y="341"/>
                    <a:pt x="438" y="341"/>
                    <a:pt x="438" y="341"/>
                  </a:cubicBezTo>
                  <a:cubicBezTo>
                    <a:pt x="442" y="339"/>
                    <a:pt x="442" y="339"/>
                    <a:pt x="442" y="339"/>
                  </a:cubicBezTo>
                  <a:cubicBezTo>
                    <a:pt x="438" y="339"/>
                    <a:pt x="438" y="339"/>
                    <a:pt x="438" y="339"/>
                  </a:cubicBezTo>
                  <a:cubicBezTo>
                    <a:pt x="438" y="340"/>
                    <a:pt x="438" y="341"/>
                    <a:pt x="438" y="341"/>
                  </a:cubicBezTo>
                  <a:cubicBezTo>
                    <a:pt x="442" y="339"/>
                    <a:pt x="442" y="339"/>
                    <a:pt x="442" y="339"/>
                  </a:cubicBezTo>
                  <a:cubicBezTo>
                    <a:pt x="438" y="339"/>
                    <a:pt x="438" y="339"/>
                    <a:pt x="438" y="339"/>
                  </a:cubicBezTo>
                  <a:cubicBezTo>
                    <a:pt x="442" y="339"/>
                    <a:pt x="442" y="339"/>
                    <a:pt x="442" y="339"/>
                  </a:cubicBezTo>
                  <a:cubicBezTo>
                    <a:pt x="438" y="337"/>
                    <a:pt x="438" y="337"/>
                    <a:pt x="438" y="337"/>
                  </a:cubicBezTo>
                  <a:cubicBezTo>
                    <a:pt x="438" y="338"/>
                    <a:pt x="438" y="339"/>
                    <a:pt x="438" y="339"/>
                  </a:cubicBezTo>
                  <a:cubicBezTo>
                    <a:pt x="442" y="339"/>
                    <a:pt x="442" y="339"/>
                    <a:pt x="442" y="339"/>
                  </a:cubicBezTo>
                  <a:cubicBezTo>
                    <a:pt x="438" y="337"/>
                    <a:pt x="438" y="337"/>
                    <a:pt x="438" y="337"/>
                  </a:cubicBezTo>
                  <a:cubicBezTo>
                    <a:pt x="442" y="339"/>
                    <a:pt x="442" y="339"/>
                    <a:pt x="442" y="339"/>
                  </a:cubicBezTo>
                  <a:cubicBezTo>
                    <a:pt x="444" y="336"/>
                    <a:pt x="444" y="336"/>
                    <a:pt x="444" y="336"/>
                  </a:cubicBezTo>
                  <a:cubicBezTo>
                    <a:pt x="86" y="129"/>
                    <a:pt x="86" y="129"/>
                    <a:pt x="86" y="129"/>
                  </a:cubicBezTo>
                  <a:cubicBezTo>
                    <a:pt x="84" y="128"/>
                    <a:pt x="81" y="128"/>
                    <a:pt x="80" y="130"/>
                  </a:cubicBezTo>
                  <a:cubicBezTo>
                    <a:pt x="79" y="132"/>
                    <a:pt x="80" y="135"/>
                    <a:pt x="82" y="136"/>
                  </a:cubicBezTo>
                  <a:cubicBezTo>
                    <a:pt x="82" y="136"/>
                    <a:pt x="87" y="139"/>
                    <a:pt x="96" y="144"/>
                  </a:cubicBezTo>
                  <a:cubicBezTo>
                    <a:pt x="127" y="162"/>
                    <a:pt x="204" y="207"/>
                    <a:pt x="274" y="250"/>
                  </a:cubicBezTo>
                  <a:cubicBezTo>
                    <a:pt x="309" y="271"/>
                    <a:pt x="341" y="292"/>
                    <a:pt x="366" y="307"/>
                  </a:cubicBezTo>
                  <a:cubicBezTo>
                    <a:pt x="378" y="315"/>
                    <a:pt x="388" y="322"/>
                    <a:pt x="394" y="327"/>
                  </a:cubicBezTo>
                  <a:cubicBezTo>
                    <a:pt x="398" y="330"/>
                    <a:pt x="400" y="332"/>
                    <a:pt x="402" y="333"/>
                  </a:cubicBezTo>
                  <a:cubicBezTo>
                    <a:pt x="403" y="334"/>
                    <a:pt x="403" y="335"/>
                    <a:pt x="404" y="335"/>
                  </a:cubicBezTo>
                  <a:cubicBezTo>
                    <a:pt x="404" y="335"/>
                    <a:pt x="404" y="335"/>
                    <a:pt x="404" y="335"/>
                  </a:cubicBezTo>
                  <a:cubicBezTo>
                    <a:pt x="404" y="335"/>
                    <a:pt x="404" y="335"/>
                    <a:pt x="404" y="335"/>
                  </a:cubicBezTo>
                  <a:cubicBezTo>
                    <a:pt x="405" y="335"/>
                    <a:pt x="405" y="335"/>
                    <a:pt x="405" y="335"/>
                  </a:cubicBezTo>
                  <a:cubicBezTo>
                    <a:pt x="404" y="335"/>
                    <a:pt x="404" y="335"/>
                    <a:pt x="404" y="335"/>
                  </a:cubicBezTo>
                  <a:cubicBezTo>
                    <a:pt x="404" y="335"/>
                    <a:pt x="404" y="335"/>
                    <a:pt x="404" y="335"/>
                  </a:cubicBezTo>
                  <a:cubicBezTo>
                    <a:pt x="405" y="335"/>
                    <a:pt x="405" y="335"/>
                    <a:pt x="405" y="335"/>
                  </a:cubicBezTo>
                  <a:cubicBezTo>
                    <a:pt x="404" y="335"/>
                    <a:pt x="404" y="335"/>
                    <a:pt x="404" y="335"/>
                  </a:cubicBezTo>
                  <a:cubicBezTo>
                    <a:pt x="406" y="334"/>
                    <a:pt x="406" y="334"/>
                    <a:pt x="406" y="334"/>
                  </a:cubicBezTo>
                  <a:cubicBezTo>
                    <a:pt x="404" y="334"/>
                    <a:pt x="404" y="334"/>
                    <a:pt x="404" y="334"/>
                  </a:cubicBezTo>
                  <a:cubicBezTo>
                    <a:pt x="404" y="335"/>
                    <a:pt x="404" y="335"/>
                    <a:pt x="404" y="335"/>
                  </a:cubicBezTo>
                  <a:cubicBezTo>
                    <a:pt x="406" y="334"/>
                    <a:pt x="406" y="334"/>
                    <a:pt x="406" y="334"/>
                  </a:cubicBezTo>
                  <a:cubicBezTo>
                    <a:pt x="404" y="334"/>
                    <a:pt x="404" y="334"/>
                    <a:pt x="404" y="334"/>
                  </a:cubicBezTo>
                  <a:cubicBezTo>
                    <a:pt x="407" y="334"/>
                    <a:pt x="407" y="334"/>
                    <a:pt x="407" y="334"/>
                  </a:cubicBezTo>
                  <a:cubicBezTo>
                    <a:pt x="404" y="332"/>
                    <a:pt x="404" y="332"/>
                    <a:pt x="404" y="332"/>
                  </a:cubicBezTo>
                  <a:cubicBezTo>
                    <a:pt x="404" y="333"/>
                    <a:pt x="403" y="334"/>
                    <a:pt x="404" y="334"/>
                  </a:cubicBezTo>
                  <a:cubicBezTo>
                    <a:pt x="407" y="334"/>
                    <a:pt x="407" y="334"/>
                    <a:pt x="407" y="334"/>
                  </a:cubicBezTo>
                  <a:cubicBezTo>
                    <a:pt x="404" y="332"/>
                    <a:pt x="404" y="332"/>
                    <a:pt x="404" y="332"/>
                  </a:cubicBezTo>
                  <a:cubicBezTo>
                    <a:pt x="404" y="332"/>
                    <a:pt x="404" y="332"/>
                    <a:pt x="404" y="332"/>
                  </a:cubicBezTo>
                  <a:cubicBezTo>
                    <a:pt x="407" y="334"/>
                    <a:pt x="407" y="334"/>
                    <a:pt x="407" y="334"/>
                  </a:cubicBezTo>
                  <a:cubicBezTo>
                    <a:pt x="406" y="331"/>
                    <a:pt x="406" y="331"/>
                    <a:pt x="406" y="331"/>
                  </a:cubicBezTo>
                  <a:cubicBezTo>
                    <a:pt x="405" y="331"/>
                    <a:pt x="405" y="332"/>
                    <a:pt x="404" y="332"/>
                  </a:cubicBezTo>
                  <a:cubicBezTo>
                    <a:pt x="407" y="334"/>
                    <a:pt x="407" y="334"/>
                    <a:pt x="407" y="334"/>
                  </a:cubicBezTo>
                  <a:cubicBezTo>
                    <a:pt x="406" y="331"/>
                    <a:pt x="406" y="331"/>
                    <a:pt x="406" y="331"/>
                  </a:cubicBezTo>
                  <a:cubicBezTo>
                    <a:pt x="407" y="334"/>
                    <a:pt x="407" y="334"/>
                    <a:pt x="407" y="334"/>
                  </a:cubicBezTo>
                  <a:cubicBezTo>
                    <a:pt x="407" y="331"/>
                    <a:pt x="407" y="331"/>
                    <a:pt x="407" y="331"/>
                  </a:cubicBezTo>
                  <a:cubicBezTo>
                    <a:pt x="407" y="331"/>
                    <a:pt x="406" y="331"/>
                    <a:pt x="406" y="331"/>
                  </a:cubicBezTo>
                  <a:cubicBezTo>
                    <a:pt x="407" y="334"/>
                    <a:pt x="407" y="334"/>
                    <a:pt x="407" y="334"/>
                  </a:cubicBezTo>
                  <a:cubicBezTo>
                    <a:pt x="407" y="331"/>
                    <a:pt x="407" y="331"/>
                    <a:pt x="407" y="331"/>
                  </a:cubicBezTo>
                  <a:cubicBezTo>
                    <a:pt x="407" y="332"/>
                    <a:pt x="407" y="332"/>
                    <a:pt x="407" y="332"/>
                  </a:cubicBezTo>
                  <a:cubicBezTo>
                    <a:pt x="407" y="331"/>
                    <a:pt x="407" y="331"/>
                    <a:pt x="407" y="331"/>
                  </a:cubicBezTo>
                  <a:cubicBezTo>
                    <a:pt x="407" y="331"/>
                    <a:pt x="407" y="331"/>
                    <a:pt x="407" y="331"/>
                  </a:cubicBezTo>
                  <a:cubicBezTo>
                    <a:pt x="407" y="332"/>
                    <a:pt x="407" y="332"/>
                    <a:pt x="407" y="332"/>
                  </a:cubicBezTo>
                  <a:cubicBezTo>
                    <a:pt x="407" y="331"/>
                    <a:pt x="407" y="331"/>
                    <a:pt x="407" y="331"/>
                  </a:cubicBezTo>
                  <a:cubicBezTo>
                    <a:pt x="407" y="331"/>
                    <a:pt x="406" y="331"/>
                    <a:pt x="405" y="330"/>
                  </a:cubicBezTo>
                  <a:cubicBezTo>
                    <a:pt x="401" y="329"/>
                    <a:pt x="393" y="325"/>
                    <a:pt x="382" y="319"/>
                  </a:cubicBezTo>
                  <a:cubicBezTo>
                    <a:pt x="343" y="298"/>
                    <a:pt x="269" y="255"/>
                    <a:pt x="204" y="217"/>
                  </a:cubicBezTo>
                  <a:cubicBezTo>
                    <a:pt x="172" y="198"/>
                    <a:pt x="142" y="181"/>
                    <a:pt x="120" y="168"/>
                  </a:cubicBezTo>
                  <a:cubicBezTo>
                    <a:pt x="109" y="161"/>
                    <a:pt x="100" y="156"/>
                    <a:pt x="93" y="153"/>
                  </a:cubicBezTo>
                  <a:cubicBezTo>
                    <a:pt x="90" y="151"/>
                    <a:pt x="87" y="149"/>
                    <a:pt x="85" y="148"/>
                  </a:cubicBezTo>
                  <a:cubicBezTo>
                    <a:pt x="84" y="148"/>
                    <a:pt x="84" y="147"/>
                    <a:pt x="83" y="147"/>
                  </a:cubicBezTo>
                  <a:cubicBezTo>
                    <a:pt x="82" y="147"/>
                    <a:pt x="82" y="147"/>
                    <a:pt x="82" y="147"/>
                  </a:cubicBezTo>
                  <a:cubicBezTo>
                    <a:pt x="82" y="147"/>
                    <a:pt x="82" y="147"/>
                    <a:pt x="82" y="147"/>
                  </a:cubicBezTo>
                  <a:cubicBezTo>
                    <a:pt x="81" y="146"/>
                    <a:pt x="81" y="146"/>
                    <a:pt x="80" y="146"/>
                  </a:cubicBezTo>
                  <a:cubicBezTo>
                    <a:pt x="80" y="146"/>
                    <a:pt x="80" y="146"/>
                    <a:pt x="79" y="147"/>
                  </a:cubicBezTo>
                  <a:cubicBezTo>
                    <a:pt x="78" y="147"/>
                    <a:pt x="77" y="147"/>
                    <a:pt x="77" y="148"/>
                  </a:cubicBezTo>
                  <a:cubicBezTo>
                    <a:pt x="76" y="150"/>
                    <a:pt x="76" y="153"/>
                    <a:pt x="78" y="154"/>
                  </a:cubicBezTo>
                  <a:cubicBezTo>
                    <a:pt x="364" y="333"/>
                    <a:pt x="364" y="333"/>
                    <a:pt x="364" y="333"/>
                  </a:cubicBezTo>
                  <a:cubicBezTo>
                    <a:pt x="366" y="329"/>
                    <a:pt x="366" y="329"/>
                    <a:pt x="366" y="329"/>
                  </a:cubicBezTo>
                  <a:cubicBezTo>
                    <a:pt x="363" y="327"/>
                    <a:pt x="363" y="327"/>
                    <a:pt x="363" y="327"/>
                  </a:cubicBezTo>
                  <a:cubicBezTo>
                    <a:pt x="366" y="329"/>
                    <a:pt x="366" y="329"/>
                    <a:pt x="366" y="329"/>
                  </a:cubicBezTo>
                  <a:cubicBezTo>
                    <a:pt x="365" y="326"/>
                    <a:pt x="365" y="326"/>
                    <a:pt x="365" y="326"/>
                  </a:cubicBezTo>
                  <a:cubicBezTo>
                    <a:pt x="364" y="326"/>
                    <a:pt x="364" y="326"/>
                    <a:pt x="363" y="327"/>
                  </a:cubicBezTo>
                  <a:cubicBezTo>
                    <a:pt x="366" y="329"/>
                    <a:pt x="366" y="329"/>
                    <a:pt x="366" y="329"/>
                  </a:cubicBezTo>
                  <a:cubicBezTo>
                    <a:pt x="365" y="326"/>
                    <a:pt x="365" y="326"/>
                    <a:pt x="365" y="326"/>
                  </a:cubicBezTo>
                  <a:cubicBezTo>
                    <a:pt x="366" y="328"/>
                    <a:pt x="366" y="328"/>
                    <a:pt x="366" y="328"/>
                  </a:cubicBezTo>
                  <a:cubicBezTo>
                    <a:pt x="366" y="325"/>
                    <a:pt x="366" y="325"/>
                    <a:pt x="366" y="325"/>
                  </a:cubicBezTo>
                  <a:cubicBezTo>
                    <a:pt x="366" y="325"/>
                    <a:pt x="365" y="325"/>
                    <a:pt x="365" y="326"/>
                  </a:cubicBezTo>
                  <a:cubicBezTo>
                    <a:pt x="366" y="328"/>
                    <a:pt x="366" y="328"/>
                    <a:pt x="366" y="328"/>
                  </a:cubicBezTo>
                  <a:cubicBezTo>
                    <a:pt x="366" y="325"/>
                    <a:pt x="366" y="325"/>
                    <a:pt x="366" y="325"/>
                  </a:cubicBezTo>
                  <a:cubicBezTo>
                    <a:pt x="366" y="326"/>
                    <a:pt x="366" y="326"/>
                    <a:pt x="366" y="326"/>
                  </a:cubicBezTo>
                  <a:cubicBezTo>
                    <a:pt x="366" y="325"/>
                    <a:pt x="366" y="325"/>
                    <a:pt x="366" y="325"/>
                  </a:cubicBezTo>
                  <a:cubicBezTo>
                    <a:pt x="366" y="325"/>
                    <a:pt x="366" y="325"/>
                    <a:pt x="366" y="325"/>
                  </a:cubicBezTo>
                  <a:cubicBezTo>
                    <a:pt x="366" y="326"/>
                    <a:pt x="366" y="326"/>
                    <a:pt x="366" y="326"/>
                  </a:cubicBezTo>
                  <a:cubicBezTo>
                    <a:pt x="366" y="325"/>
                    <a:pt x="366" y="325"/>
                    <a:pt x="366" y="325"/>
                  </a:cubicBezTo>
                  <a:cubicBezTo>
                    <a:pt x="366" y="325"/>
                    <a:pt x="365" y="325"/>
                    <a:pt x="364" y="325"/>
                  </a:cubicBezTo>
                  <a:cubicBezTo>
                    <a:pt x="361" y="324"/>
                    <a:pt x="354" y="320"/>
                    <a:pt x="344" y="315"/>
                  </a:cubicBezTo>
                  <a:cubicBezTo>
                    <a:pt x="311" y="297"/>
                    <a:pt x="249" y="260"/>
                    <a:pt x="193" y="228"/>
                  </a:cubicBezTo>
                  <a:cubicBezTo>
                    <a:pt x="165" y="212"/>
                    <a:pt x="139" y="196"/>
                    <a:pt x="119" y="185"/>
                  </a:cubicBezTo>
                  <a:cubicBezTo>
                    <a:pt x="109" y="180"/>
                    <a:pt x="101" y="175"/>
                    <a:pt x="94" y="172"/>
                  </a:cubicBezTo>
                  <a:cubicBezTo>
                    <a:pt x="91" y="170"/>
                    <a:pt x="89" y="169"/>
                    <a:pt x="86" y="168"/>
                  </a:cubicBezTo>
                  <a:cubicBezTo>
                    <a:pt x="85" y="168"/>
                    <a:pt x="84" y="168"/>
                    <a:pt x="83" y="167"/>
                  </a:cubicBezTo>
                  <a:cubicBezTo>
                    <a:pt x="83" y="167"/>
                    <a:pt x="82" y="167"/>
                    <a:pt x="81" y="167"/>
                  </a:cubicBezTo>
                  <a:cubicBezTo>
                    <a:pt x="80" y="167"/>
                    <a:pt x="80" y="167"/>
                    <a:pt x="79" y="167"/>
                  </a:cubicBezTo>
                  <a:cubicBezTo>
                    <a:pt x="78" y="167"/>
                    <a:pt x="77" y="168"/>
                    <a:pt x="77" y="169"/>
                  </a:cubicBezTo>
                  <a:cubicBezTo>
                    <a:pt x="76" y="171"/>
                    <a:pt x="76" y="173"/>
                    <a:pt x="78" y="174"/>
                  </a:cubicBezTo>
                  <a:cubicBezTo>
                    <a:pt x="173" y="233"/>
                    <a:pt x="173" y="233"/>
                    <a:pt x="173" y="233"/>
                  </a:cubicBezTo>
                  <a:cubicBezTo>
                    <a:pt x="83" y="183"/>
                    <a:pt x="83" y="183"/>
                    <a:pt x="83" y="183"/>
                  </a:cubicBezTo>
                  <a:cubicBezTo>
                    <a:pt x="81" y="181"/>
                    <a:pt x="78" y="182"/>
                    <a:pt x="77" y="184"/>
                  </a:cubicBezTo>
                  <a:cubicBezTo>
                    <a:pt x="76" y="186"/>
                    <a:pt x="77" y="188"/>
                    <a:pt x="78" y="189"/>
                  </a:cubicBezTo>
                  <a:cubicBezTo>
                    <a:pt x="307" y="332"/>
                    <a:pt x="307" y="332"/>
                    <a:pt x="307" y="332"/>
                  </a:cubicBezTo>
                  <a:cubicBezTo>
                    <a:pt x="309" y="329"/>
                    <a:pt x="309" y="329"/>
                    <a:pt x="309" y="329"/>
                  </a:cubicBezTo>
                  <a:cubicBezTo>
                    <a:pt x="305" y="326"/>
                    <a:pt x="305" y="326"/>
                    <a:pt x="305" y="326"/>
                  </a:cubicBezTo>
                  <a:cubicBezTo>
                    <a:pt x="308" y="328"/>
                    <a:pt x="308" y="328"/>
                    <a:pt x="308" y="328"/>
                  </a:cubicBezTo>
                  <a:cubicBezTo>
                    <a:pt x="307" y="325"/>
                    <a:pt x="307" y="325"/>
                    <a:pt x="307" y="325"/>
                  </a:cubicBezTo>
                  <a:cubicBezTo>
                    <a:pt x="307" y="325"/>
                    <a:pt x="306" y="326"/>
                    <a:pt x="305" y="326"/>
                  </a:cubicBezTo>
                  <a:cubicBezTo>
                    <a:pt x="308" y="328"/>
                    <a:pt x="308" y="328"/>
                    <a:pt x="308" y="328"/>
                  </a:cubicBezTo>
                  <a:cubicBezTo>
                    <a:pt x="307" y="325"/>
                    <a:pt x="307" y="325"/>
                    <a:pt x="307" y="325"/>
                  </a:cubicBezTo>
                  <a:cubicBezTo>
                    <a:pt x="308" y="328"/>
                    <a:pt x="308" y="328"/>
                    <a:pt x="308" y="328"/>
                  </a:cubicBezTo>
                  <a:cubicBezTo>
                    <a:pt x="308" y="325"/>
                    <a:pt x="308" y="325"/>
                    <a:pt x="308" y="325"/>
                  </a:cubicBezTo>
                  <a:cubicBezTo>
                    <a:pt x="308" y="325"/>
                    <a:pt x="308" y="325"/>
                    <a:pt x="307" y="325"/>
                  </a:cubicBezTo>
                  <a:cubicBezTo>
                    <a:pt x="308" y="328"/>
                    <a:pt x="308" y="328"/>
                    <a:pt x="308" y="328"/>
                  </a:cubicBezTo>
                  <a:cubicBezTo>
                    <a:pt x="308" y="325"/>
                    <a:pt x="308" y="325"/>
                    <a:pt x="308" y="325"/>
                  </a:cubicBezTo>
                  <a:cubicBezTo>
                    <a:pt x="308" y="326"/>
                    <a:pt x="308" y="326"/>
                    <a:pt x="308" y="326"/>
                  </a:cubicBezTo>
                  <a:cubicBezTo>
                    <a:pt x="308" y="325"/>
                    <a:pt x="308" y="325"/>
                    <a:pt x="308" y="325"/>
                  </a:cubicBezTo>
                  <a:cubicBezTo>
                    <a:pt x="308" y="325"/>
                    <a:pt x="308" y="325"/>
                    <a:pt x="308" y="325"/>
                  </a:cubicBezTo>
                  <a:cubicBezTo>
                    <a:pt x="308" y="326"/>
                    <a:pt x="308" y="326"/>
                    <a:pt x="308" y="326"/>
                  </a:cubicBezTo>
                  <a:cubicBezTo>
                    <a:pt x="308" y="325"/>
                    <a:pt x="308" y="325"/>
                    <a:pt x="308" y="325"/>
                  </a:cubicBezTo>
                  <a:cubicBezTo>
                    <a:pt x="308" y="325"/>
                    <a:pt x="308" y="325"/>
                    <a:pt x="307" y="324"/>
                  </a:cubicBezTo>
                  <a:cubicBezTo>
                    <a:pt x="304" y="323"/>
                    <a:pt x="298" y="320"/>
                    <a:pt x="290" y="316"/>
                  </a:cubicBezTo>
                  <a:cubicBezTo>
                    <a:pt x="261" y="302"/>
                    <a:pt x="208" y="271"/>
                    <a:pt x="162" y="245"/>
                  </a:cubicBezTo>
                  <a:cubicBezTo>
                    <a:pt x="139" y="231"/>
                    <a:pt x="117" y="219"/>
                    <a:pt x="101" y="210"/>
                  </a:cubicBezTo>
                  <a:cubicBezTo>
                    <a:pt x="93" y="205"/>
                    <a:pt x="86" y="201"/>
                    <a:pt x="82" y="199"/>
                  </a:cubicBezTo>
                  <a:cubicBezTo>
                    <a:pt x="79" y="197"/>
                    <a:pt x="77" y="196"/>
                    <a:pt x="76" y="196"/>
                  </a:cubicBezTo>
                  <a:cubicBezTo>
                    <a:pt x="75" y="195"/>
                    <a:pt x="75" y="195"/>
                    <a:pt x="74" y="195"/>
                  </a:cubicBezTo>
                  <a:cubicBezTo>
                    <a:pt x="73" y="194"/>
                    <a:pt x="73" y="194"/>
                    <a:pt x="73" y="194"/>
                  </a:cubicBezTo>
                  <a:cubicBezTo>
                    <a:pt x="73" y="194"/>
                    <a:pt x="73" y="194"/>
                    <a:pt x="73" y="194"/>
                  </a:cubicBezTo>
                  <a:cubicBezTo>
                    <a:pt x="73" y="194"/>
                    <a:pt x="72" y="194"/>
                    <a:pt x="72" y="194"/>
                  </a:cubicBezTo>
                  <a:cubicBezTo>
                    <a:pt x="71" y="194"/>
                    <a:pt x="71" y="194"/>
                    <a:pt x="70" y="194"/>
                  </a:cubicBezTo>
                  <a:cubicBezTo>
                    <a:pt x="70" y="195"/>
                    <a:pt x="69" y="195"/>
                    <a:pt x="68" y="196"/>
                  </a:cubicBezTo>
                  <a:cubicBezTo>
                    <a:pt x="67" y="198"/>
                    <a:pt x="68" y="200"/>
                    <a:pt x="70" y="202"/>
                  </a:cubicBezTo>
                  <a:cubicBezTo>
                    <a:pt x="275" y="330"/>
                    <a:pt x="275" y="330"/>
                    <a:pt x="275" y="330"/>
                  </a:cubicBezTo>
                  <a:cubicBezTo>
                    <a:pt x="277" y="327"/>
                    <a:pt x="277" y="327"/>
                    <a:pt x="277" y="327"/>
                  </a:cubicBezTo>
                  <a:cubicBezTo>
                    <a:pt x="274" y="324"/>
                    <a:pt x="274" y="324"/>
                    <a:pt x="274" y="324"/>
                  </a:cubicBezTo>
                  <a:cubicBezTo>
                    <a:pt x="277" y="326"/>
                    <a:pt x="277" y="326"/>
                    <a:pt x="277" y="326"/>
                  </a:cubicBezTo>
                  <a:cubicBezTo>
                    <a:pt x="276" y="323"/>
                    <a:pt x="276" y="323"/>
                    <a:pt x="276" y="323"/>
                  </a:cubicBezTo>
                  <a:cubicBezTo>
                    <a:pt x="275" y="323"/>
                    <a:pt x="274" y="324"/>
                    <a:pt x="274" y="324"/>
                  </a:cubicBezTo>
                  <a:cubicBezTo>
                    <a:pt x="277" y="326"/>
                    <a:pt x="277" y="326"/>
                    <a:pt x="277" y="326"/>
                  </a:cubicBezTo>
                  <a:cubicBezTo>
                    <a:pt x="276" y="323"/>
                    <a:pt x="276" y="323"/>
                    <a:pt x="276" y="323"/>
                  </a:cubicBezTo>
                  <a:cubicBezTo>
                    <a:pt x="277" y="326"/>
                    <a:pt x="277" y="326"/>
                    <a:pt x="277" y="326"/>
                  </a:cubicBezTo>
                  <a:cubicBezTo>
                    <a:pt x="277" y="323"/>
                    <a:pt x="277" y="323"/>
                    <a:pt x="277" y="323"/>
                  </a:cubicBezTo>
                  <a:cubicBezTo>
                    <a:pt x="277" y="323"/>
                    <a:pt x="276" y="323"/>
                    <a:pt x="276" y="323"/>
                  </a:cubicBezTo>
                  <a:cubicBezTo>
                    <a:pt x="277" y="326"/>
                    <a:pt x="277" y="326"/>
                    <a:pt x="277" y="326"/>
                  </a:cubicBezTo>
                  <a:cubicBezTo>
                    <a:pt x="277" y="323"/>
                    <a:pt x="277" y="323"/>
                    <a:pt x="277" y="323"/>
                  </a:cubicBezTo>
                  <a:cubicBezTo>
                    <a:pt x="277" y="325"/>
                    <a:pt x="277" y="325"/>
                    <a:pt x="277" y="325"/>
                  </a:cubicBezTo>
                  <a:cubicBezTo>
                    <a:pt x="277" y="323"/>
                    <a:pt x="277" y="323"/>
                    <a:pt x="277" y="323"/>
                  </a:cubicBezTo>
                  <a:cubicBezTo>
                    <a:pt x="277" y="323"/>
                    <a:pt x="277" y="323"/>
                    <a:pt x="277" y="323"/>
                  </a:cubicBezTo>
                  <a:cubicBezTo>
                    <a:pt x="277" y="325"/>
                    <a:pt x="277" y="325"/>
                    <a:pt x="277" y="325"/>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7" y="323"/>
                  </a:cubicBezTo>
                  <a:cubicBezTo>
                    <a:pt x="277" y="323"/>
                    <a:pt x="277" y="323"/>
                    <a:pt x="276" y="322"/>
                  </a:cubicBezTo>
                  <a:cubicBezTo>
                    <a:pt x="274" y="321"/>
                    <a:pt x="268" y="319"/>
                    <a:pt x="262" y="315"/>
                  </a:cubicBezTo>
                  <a:cubicBezTo>
                    <a:pt x="238" y="303"/>
                    <a:pt x="192" y="277"/>
                    <a:pt x="152" y="255"/>
                  </a:cubicBezTo>
                  <a:cubicBezTo>
                    <a:pt x="132" y="244"/>
                    <a:pt x="113" y="233"/>
                    <a:pt x="99" y="225"/>
                  </a:cubicBezTo>
                  <a:cubicBezTo>
                    <a:pt x="91" y="222"/>
                    <a:pt x="85" y="218"/>
                    <a:pt x="80" y="216"/>
                  </a:cubicBezTo>
                  <a:cubicBezTo>
                    <a:pt x="78" y="215"/>
                    <a:pt x="76" y="214"/>
                    <a:pt x="74" y="214"/>
                  </a:cubicBezTo>
                  <a:cubicBezTo>
                    <a:pt x="74" y="213"/>
                    <a:pt x="73" y="213"/>
                    <a:pt x="72" y="213"/>
                  </a:cubicBezTo>
                  <a:cubicBezTo>
                    <a:pt x="71" y="213"/>
                    <a:pt x="71" y="212"/>
                    <a:pt x="70" y="212"/>
                  </a:cubicBezTo>
                  <a:cubicBezTo>
                    <a:pt x="69" y="212"/>
                    <a:pt x="69" y="212"/>
                    <a:pt x="68" y="213"/>
                  </a:cubicBezTo>
                  <a:cubicBezTo>
                    <a:pt x="67" y="213"/>
                    <a:pt x="66" y="213"/>
                    <a:pt x="66" y="214"/>
                  </a:cubicBezTo>
                  <a:cubicBezTo>
                    <a:pt x="69" y="217"/>
                    <a:pt x="69" y="217"/>
                    <a:pt x="69" y="217"/>
                  </a:cubicBezTo>
                  <a:cubicBezTo>
                    <a:pt x="66" y="214"/>
                    <a:pt x="66" y="214"/>
                    <a:pt x="66" y="214"/>
                  </a:cubicBezTo>
                  <a:cubicBezTo>
                    <a:pt x="65" y="215"/>
                    <a:pt x="65" y="216"/>
                    <a:pt x="65" y="217"/>
                  </a:cubicBezTo>
                  <a:cubicBezTo>
                    <a:pt x="65" y="218"/>
                    <a:pt x="66" y="218"/>
                    <a:pt x="66" y="219"/>
                  </a:cubicBezTo>
                  <a:cubicBezTo>
                    <a:pt x="66" y="219"/>
                    <a:pt x="67" y="220"/>
                    <a:pt x="67" y="220"/>
                  </a:cubicBezTo>
                  <a:cubicBezTo>
                    <a:pt x="67" y="220"/>
                    <a:pt x="68" y="221"/>
                    <a:pt x="68" y="221"/>
                  </a:cubicBezTo>
                  <a:cubicBezTo>
                    <a:pt x="71" y="223"/>
                    <a:pt x="75" y="225"/>
                    <a:pt x="81" y="229"/>
                  </a:cubicBezTo>
                  <a:cubicBezTo>
                    <a:pt x="101" y="241"/>
                    <a:pt x="140" y="264"/>
                    <a:pt x="175" y="285"/>
                  </a:cubicBezTo>
                  <a:cubicBezTo>
                    <a:pt x="192" y="295"/>
                    <a:pt x="208" y="305"/>
                    <a:pt x="219" y="312"/>
                  </a:cubicBezTo>
                  <a:cubicBezTo>
                    <a:pt x="225" y="316"/>
                    <a:pt x="230" y="319"/>
                    <a:pt x="233" y="322"/>
                  </a:cubicBezTo>
                  <a:cubicBezTo>
                    <a:pt x="235" y="323"/>
                    <a:pt x="236" y="324"/>
                    <a:pt x="237" y="324"/>
                  </a:cubicBezTo>
                  <a:cubicBezTo>
                    <a:pt x="237" y="325"/>
                    <a:pt x="237" y="325"/>
                    <a:pt x="237" y="325"/>
                  </a:cubicBezTo>
                  <a:cubicBezTo>
                    <a:pt x="238" y="324"/>
                    <a:pt x="238" y="324"/>
                    <a:pt x="238" y="324"/>
                  </a:cubicBezTo>
                  <a:cubicBezTo>
                    <a:pt x="237" y="325"/>
                    <a:pt x="237" y="325"/>
                    <a:pt x="237" y="325"/>
                  </a:cubicBezTo>
                  <a:cubicBezTo>
                    <a:pt x="237" y="325"/>
                    <a:pt x="237" y="325"/>
                    <a:pt x="237" y="325"/>
                  </a:cubicBezTo>
                  <a:cubicBezTo>
                    <a:pt x="238" y="324"/>
                    <a:pt x="238" y="324"/>
                    <a:pt x="238" y="324"/>
                  </a:cubicBezTo>
                  <a:cubicBezTo>
                    <a:pt x="237" y="325"/>
                    <a:pt x="237" y="325"/>
                    <a:pt x="237" y="325"/>
                  </a:cubicBezTo>
                  <a:cubicBezTo>
                    <a:pt x="240" y="323"/>
                    <a:pt x="240" y="323"/>
                    <a:pt x="240" y="323"/>
                  </a:cubicBezTo>
                  <a:cubicBezTo>
                    <a:pt x="237" y="323"/>
                    <a:pt x="237" y="323"/>
                    <a:pt x="237" y="323"/>
                  </a:cubicBezTo>
                  <a:cubicBezTo>
                    <a:pt x="237" y="324"/>
                    <a:pt x="237" y="324"/>
                    <a:pt x="237" y="325"/>
                  </a:cubicBezTo>
                  <a:cubicBezTo>
                    <a:pt x="240" y="323"/>
                    <a:pt x="240" y="323"/>
                    <a:pt x="240" y="323"/>
                  </a:cubicBezTo>
                  <a:cubicBezTo>
                    <a:pt x="237" y="323"/>
                    <a:pt x="237" y="323"/>
                    <a:pt x="237" y="323"/>
                  </a:cubicBezTo>
                  <a:cubicBezTo>
                    <a:pt x="240" y="323"/>
                    <a:pt x="240" y="323"/>
                    <a:pt x="240" y="323"/>
                  </a:cubicBezTo>
                  <a:cubicBezTo>
                    <a:pt x="237" y="322"/>
                    <a:pt x="237" y="322"/>
                    <a:pt x="237" y="322"/>
                  </a:cubicBezTo>
                  <a:cubicBezTo>
                    <a:pt x="237" y="322"/>
                    <a:pt x="237" y="323"/>
                    <a:pt x="237" y="323"/>
                  </a:cubicBezTo>
                  <a:cubicBezTo>
                    <a:pt x="240" y="323"/>
                    <a:pt x="240" y="323"/>
                    <a:pt x="240" y="323"/>
                  </a:cubicBezTo>
                  <a:cubicBezTo>
                    <a:pt x="237" y="322"/>
                    <a:pt x="237" y="322"/>
                    <a:pt x="237" y="322"/>
                  </a:cubicBezTo>
                  <a:cubicBezTo>
                    <a:pt x="241" y="324"/>
                    <a:pt x="241" y="324"/>
                    <a:pt x="241" y="324"/>
                  </a:cubicBezTo>
                  <a:cubicBezTo>
                    <a:pt x="237" y="321"/>
                    <a:pt x="237" y="321"/>
                    <a:pt x="237" y="321"/>
                  </a:cubicBezTo>
                  <a:cubicBezTo>
                    <a:pt x="241" y="324"/>
                    <a:pt x="241" y="324"/>
                    <a:pt x="241" y="324"/>
                  </a:cubicBezTo>
                  <a:cubicBezTo>
                    <a:pt x="239" y="320"/>
                    <a:pt x="239" y="320"/>
                    <a:pt x="239" y="320"/>
                  </a:cubicBezTo>
                  <a:cubicBezTo>
                    <a:pt x="239" y="320"/>
                    <a:pt x="238" y="320"/>
                    <a:pt x="237" y="321"/>
                  </a:cubicBezTo>
                  <a:cubicBezTo>
                    <a:pt x="241" y="324"/>
                    <a:pt x="241" y="324"/>
                    <a:pt x="241" y="324"/>
                  </a:cubicBezTo>
                  <a:cubicBezTo>
                    <a:pt x="239" y="320"/>
                    <a:pt x="239" y="320"/>
                    <a:pt x="239" y="320"/>
                  </a:cubicBezTo>
                  <a:cubicBezTo>
                    <a:pt x="240" y="323"/>
                    <a:pt x="240" y="323"/>
                    <a:pt x="240" y="323"/>
                  </a:cubicBezTo>
                  <a:cubicBezTo>
                    <a:pt x="240" y="320"/>
                    <a:pt x="240" y="320"/>
                    <a:pt x="240" y="320"/>
                  </a:cubicBezTo>
                  <a:cubicBezTo>
                    <a:pt x="240" y="320"/>
                    <a:pt x="240" y="320"/>
                    <a:pt x="239" y="320"/>
                  </a:cubicBezTo>
                  <a:cubicBezTo>
                    <a:pt x="240" y="323"/>
                    <a:pt x="240" y="323"/>
                    <a:pt x="240" y="323"/>
                  </a:cubicBezTo>
                  <a:cubicBezTo>
                    <a:pt x="240" y="320"/>
                    <a:pt x="240" y="320"/>
                    <a:pt x="240" y="320"/>
                  </a:cubicBezTo>
                  <a:cubicBezTo>
                    <a:pt x="240" y="322"/>
                    <a:pt x="240" y="322"/>
                    <a:pt x="240" y="322"/>
                  </a:cubicBezTo>
                  <a:cubicBezTo>
                    <a:pt x="241" y="320"/>
                    <a:pt x="241" y="320"/>
                    <a:pt x="241" y="320"/>
                  </a:cubicBezTo>
                  <a:cubicBezTo>
                    <a:pt x="241" y="320"/>
                    <a:pt x="241" y="320"/>
                    <a:pt x="240" y="320"/>
                  </a:cubicBezTo>
                  <a:cubicBezTo>
                    <a:pt x="240" y="322"/>
                    <a:pt x="240" y="322"/>
                    <a:pt x="240" y="322"/>
                  </a:cubicBezTo>
                  <a:cubicBezTo>
                    <a:pt x="241" y="320"/>
                    <a:pt x="241" y="320"/>
                    <a:pt x="241" y="320"/>
                  </a:cubicBezTo>
                  <a:cubicBezTo>
                    <a:pt x="241" y="320"/>
                    <a:pt x="240" y="319"/>
                    <a:pt x="238" y="318"/>
                  </a:cubicBezTo>
                  <a:cubicBezTo>
                    <a:pt x="231" y="315"/>
                    <a:pt x="216" y="308"/>
                    <a:pt x="199" y="299"/>
                  </a:cubicBezTo>
                  <a:cubicBezTo>
                    <a:pt x="172" y="285"/>
                    <a:pt x="137" y="267"/>
                    <a:pt x="110" y="253"/>
                  </a:cubicBezTo>
                  <a:cubicBezTo>
                    <a:pt x="96" y="245"/>
                    <a:pt x="83" y="239"/>
                    <a:pt x="75" y="234"/>
                  </a:cubicBezTo>
                  <a:cubicBezTo>
                    <a:pt x="70" y="232"/>
                    <a:pt x="67" y="230"/>
                    <a:pt x="64" y="229"/>
                  </a:cubicBezTo>
                  <a:cubicBezTo>
                    <a:pt x="63" y="228"/>
                    <a:pt x="62" y="228"/>
                    <a:pt x="62" y="227"/>
                  </a:cubicBezTo>
                  <a:cubicBezTo>
                    <a:pt x="61" y="227"/>
                    <a:pt x="61" y="227"/>
                    <a:pt x="61" y="227"/>
                  </a:cubicBezTo>
                  <a:cubicBezTo>
                    <a:pt x="61" y="227"/>
                    <a:pt x="61" y="227"/>
                    <a:pt x="61" y="227"/>
                  </a:cubicBezTo>
                  <a:cubicBezTo>
                    <a:pt x="61" y="227"/>
                    <a:pt x="61" y="227"/>
                    <a:pt x="61" y="227"/>
                  </a:cubicBezTo>
                  <a:cubicBezTo>
                    <a:pt x="60" y="227"/>
                    <a:pt x="60" y="227"/>
                    <a:pt x="60" y="227"/>
                  </a:cubicBezTo>
                  <a:cubicBezTo>
                    <a:pt x="60" y="227"/>
                    <a:pt x="60" y="227"/>
                    <a:pt x="60" y="227"/>
                  </a:cubicBezTo>
                  <a:cubicBezTo>
                    <a:pt x="60" y="226"/>
                    <a:pt x="60" y="226"/>
                    <a:pt x="60" y="226"/>
                  </a:cubicBezTo>
                  <a:cubicBezTo>
                    <a:pt x="60" y="226"/>
                    <a:pt x="59" y="226"/>
                    <a:pt x="59" y="226"/>
                  </a:cubicBezTo>
                  <a:cubicBezTo>
                    <a:pt x="57" y="226"/>
                    <a:pt x="56" y="227"/>
                    <a:pt x="55" y="228"/>
                  </a:cubicBezTo>
                  <a:cubicBezTo>
                    <a:pt x="55" y="229"/>
                    <a:pt x="55" y="230"/>
                    <a:pt x="55" y="230"/>
                  </a:cubicBezTo>
                  <a:cubicBezTo>
                    <a:pt x="55" y="232"/>
                    <a:pt x="55" y="232"/>
                    <a:pt x="56" y="233"/>
                  </a:cubicBezTo>
                  <a:cubicBezTo>
                    <a:pt x="56" y="234"/>
                    <a:pt x="57" y="234"/>
                    <a:pt x="57" y="235"/>
                  </a:cubicBezTo>
                  <a:cubicBezTo>
                    <a:pt x="58" y="235"/>
                    <a:pt x="59" y="236"/>
                    <a:pt x="61" y="238"/>
                  </a:cubicBezTo>
                  <a:cubicBezTo>
                    <a:pt x="68" y="242"/>
                    <a:pt x="80" y="250"/>
                    <a:pt x="95" y="260"/>
                  </a:cubicBezTo>
                  <a:cubicBezTo>
                    <a:pt x="118" y="274"/>
                    <a:pt x="146" y="291"/>
                    <a:pt x="168" y="304"/>
                  </a:cubicBezTo>
                  <a:cubicBezTo>
                    <a:pt x="180" y="311"/>
                    <a:pt x="190" y="317"/>
                    <a:pt x="197" y="321"/>
                  </a:cubicBezTo>
                  <a:cubicBezTo>
                    <a:pt x="200" y="324"/>
                    <a:pt x="203" y="325"/>
                    <a:pt x="205" y="326"/>
                  </a:cubicBezTo>
                  <a:cubicBezTo>
                    <a:pt x="206" y="327"/>
                    <a:pt x="207" y="328"/>
                    <a:pt x="207" y="328"/>
                  </a:cubicBezTo>
                  <a:cubicBezTo>
                    <a:pt x="208" y="328"/>
                    <a:pt x="208" y="328"/>
                    <a:pt x="208" y="328"/>
                  </a:cubicBezTo>
                  <a:cubicBezTo>
                    <a:pt x="208" y="328"/>
                    <a:pt x="208" y="328"/>
                    <a:pt x="208" y="328"/>
                  </a:cubicBezTo>
                  <a:cubicBezTo>
                    <a:pt x="209" y="326"/>
                    <a:pt x="209" y="326"/>
                    <a:pt x="209" y="326"/>
                  </a:cubicBezTo>
                  <a:cubicBezTo>
                    <a:pt x="208" y="328"/>
                    <a:pt x="208" y="328"/>
                    <a:pt x="208" y="328"/>
                  </a:cubicBezTo>
                  <a:cubicBezTo>
                    <a:pt x="208" y="328"/>
                    <a:pt x="208" y="328"/>
                    <a:pt x="208" y="328"/>
                  </a:cubicBezTo>
                  <a:cubicBezTo>
                    <a:pt x="209" y="326"/>
                    <a:pt x="209" y="326"/>
                    <a:pt x="209" y="326"/>
                  </a:cubicBezTo>
                  <a:cubicBezTo>
                    <a:pt x="208" y="328"/>
                    <a:pt x="208" y="328"/>
                    <a:pt x="208" y="328"/>
                  </a:cubicBezTo>
                  <a:cubicBezTo>
                    <a:pt x="210" y="325"/>
                    <a:pt x="210" y="325"/>
                    <a:pt x="210" y="325"/>
                  </a:cubicBezTo>
                  <a:cubicBezTo>
                    <a:pt x="207" y="328"/>
                    <a:pt x="207" y="328"/>
                    <a:pt x="207" y="328"/>
                  </a:cubicBezTo>
                  <a:cubicBezTo>
                    <a:pt x="208" y="328"/>
                    <a:pt x="208" y="328"/>
                    <a:pt x="208" y="328"/>
                  </a:cubicBezTo>
                  <a:cubicBezTo>
                    <a:pt x="210" y="325"/>
                    <a:pt x="210" y="325"/>
                    <a:pt x="210" y="325"/>
                  </a:cubicBezTo>
                  <a:cubicBezTo>
                    <a:pt x="207" y="328"/>
                    <a:pt x="207" y="328"/>
                    <a:pt x="207" y="328"/>
                  </a:cubicBezTo>
                  <a:cubicBezTo>
                    <a:pt x="210" y="325"/>
                    <a:pt x="210" y="325"/>
                    <a:pt x="210" y="325"/>
                  </a:cubicBezTo>
                  <a:cubicBezTo>
                    <a:pt x="207" y="327"/>
                    <a:pt x="207" y="327"/>
                    <a:pt x="207" y="327"/>
                  </a:cubicBezTo>
                  <a:cubicBezTo>
                    <a:pt x="207" y="328"/>
                    <a:pt x="207" y="328"/>
                    <a:pt x="207" y="328"/>
                  </a:cubicBezTo>
                  <a:cubicBezTo>
                    <a:pt x="210" y="325"/>
                    <a:pt x="210" y="325"/>
                    <a:pt x="210" y="325"/>
                  </a:cubicBezTo>
                  <a:cubicBezTo>
                    <a:pt x="207" y="327"/>
                    <a:pt x="207" y="327"/>
                    <a:pt x="207" y="327"/>
                  </a:cubicBezTo>
                  <a:cubicBezTo>
                    <a:pt x="210" y="325"/>
                    <a:pt x="210" y="325"/>
                    <a:pt x="210" y="325"/>
                  </a:cubicBezTo>
                  <a:cubicBezTo>
                    <a:pt x="207" y="327"/>
                    <a:pt x="207" y="327"/>
                    <a:pt x="207" y="327"/>
                  </a:cubicBezTo>
                  <a:cubicBezTo>
                    <a:pt x="207" y="327"/>
                    <a:pt x="207" y="327"/>
                    <a:pt x="207" y="327"/>
                  </a:cubicBezTo>
                  <a:cubicBezTo>
                    <a:pt x="210" y="325"/>
                    <a:pt x="210" y="325"/>
                    <a:pt x="210" y="325"/>
                  </a:cubicBezTo>
                  <a:cubicBezTo>
                    <a:pt x="207" y="327"/>
                    <a:pt x="207" y="327"/>
                    <a:pt x="207" y="327"/>
                  </a:cubicBezTo>
                  <a:cubicBezTo>
                    <a:pt x="210" y="325"/>
                    <a:pt x="210" y="325"/>
                    <a:pt x="210" y="325"/>
                  </a:cubicBezTo>
                  <a:cubicBezTo>
                    <a:pt x="206" y="325"/>
                    <a:pt x="206" y="325"/>
                    <a:pt x="206" y="325"/>
                  </a:cubicBezTo>
                  <a:cubicBezTo>
                    <a:pt x="206" y="326"/>
                    <a:pt x="207" y="326"/>
                    <a:pt x="207" y="327"/>
                  </a:cubicBezTo>
                  <a:cubicBezTo>
                    <a:pt x="210" y="325"/>
                    <a:pt x="210" y="325"/>
                    <a:pt x="210" y="325"/>
                  </a:cubicBezTo>
                  <a:cubicBezTo>
                    <a:pt x="206" y="325"/>
                    <a:pt x="206" y="325"/>
                    <a:pt x="206" y="325"/>
                  </a:cubicBezTo>
                  <a:cubicBezTo>
                    <a:pt x="210" y="325"/>
                    <a:pt x="210" y="325"/>
                    <a:pt x="210" y="325"/>
                  </a:cubicBezTo>
                  <a:cubicBezTo>
                    <a:pt x="207" y="323"/>
                    <a:pt x="207" y="323"/>
                    <a:pt x="207" y="323"/>
                  </a:cubicBezTo>
                  <a:cubicBezTo>
                    <a:pt x="210" y="325"/>
                    <a:pt x="210" y="325"/>
                    <a:pt x="210" y="325"/>
                  </a:cubicBezTo>
                  <a:cubicBezTo>
                    <a:pt x="209" y="321"/>
                    <a:pt x="209" y="321"/>
                    <a:pt x="209" y="321"/>
                  </a:cubicBezTo>
                  <a:cubicBezTo>
                    <a:pt x="208" y="321"/>
                    <a:pt x="207" y="322"/>
                    <a:pt x="207" y="323"/>
                  </a:cubicBezTo>
                  <a:cubicBezTo>
                    <a:pt x="210" y="325"/>
                    <a:pt x="210" y="325"/>
                    <a:pt x="210" y="325"/>
                  </a:cubicBezTo>
                  <a:cubicBezTo>
                    <a:pt x="209" y="321"/>
                    <a:pt x="209" y="321"/>
                    <a:pt x="209" y="321"/>
                  </a:cubicBezTo>
                  <a:cubicBezTo>
                    <a:pt x="210" y="324"/>
                    <a:pt x="210" y="324"/>
                    <a:pt x="210" y="324"/>
                  </a:cubicBezTo>
                  <a:cubicBezTo>
                    <a:pt x="210" y="321"/>
                    <a:pt x="210" y="321"/>
                    <a:pt x="210" y="321"/>
                  </a:cubicBezTo>
                  <a:cubicBezTo>
                    <a:pt x="210" y="321"/>
                    <a:pt x="209" y="321"/>
                    <a:pt x="209" y="321"/>
                  </a:cubicBezTo>
                  <a:cubicBezTo>
                    <a:pt x="210" y="324"/>
                    <a:pt x="210" y="324"/>
                    <a:pt x="210" y="324"/>
                  </a:cubicBezTo>
                  <a:cubicBezTo>
                    <a:pt x="210" y="321"/>
                    <a:pt x="210" y="321"/>
                    <a:pt x="210" y="321"/>
                  </a:cubicBezTo>
                  <a:cubicBezTo>
                    <a:pt x="210" y="323"/>
                    <a:pt x="210" y="323"/>
                    <a:pt x="210" y="323"/>
                  </a:cubicBezTo>
                  <a:cubicBezTo>
                    <a:pt x="210" y="321"/>
                    <a:pt x="210" y="321"/>
                    <a:pt x="210" y="321"/>
                  </a:cubicBezTo>
                  <a:cubicBezTo>
                    <a:pt x="210" y="321"/>
                    <a:pt x="210" y="321"/>
                    <a:pt x="210" y="321"/>
                  </a:cubicBezTo>
                  <a:cubicBezTo>
                    <a:pt x="210" y="323"/>
                    <a:pt x="210" y="323"/>
                    <a:pt x="210" y="323"/>
                  </a:cubicBezTo>
                  <a:cubicBezTo>
                    <a:pt x="210" y="321"/>
                    <a:pt x="210" y="321"/>
                    <a:pt x="210" y="321"/>
                  </a:cubicBezTo>
                  <a:cubicBezTo>
                    <a:pt x="210" y="321"/>
                    <a:pt x="209" y="321"/>
                    <a:pt x="207" y="320"/>
                  </a:cubicBezTo>
                  <a:cubicBezTo>
                    <a:pt x="201" y="317"/>
                    <a:pt x="188" y="311"/>
                    <a:pt x="172" y="303"/>
                  </a:cubicBezTo>
                  <a:cubicBezTo>
                    <a:pt x="149" y="291"/>
                    <a:pt x="119" y="275"/>
                    <a:pt x="95" y="262"/>
                  </a:cubicBezTo>
                  <a:cubicBezTo>
                    <a:pt x="83" y="255"/>
                    <a:pt x="72" y="249"/>
                    <a:pt x="65" y="245"/>
                  </a:cubicBezTo>
                  <a:cubicBezTo>
                    <a:pt x="57" y="241"/>
                    <a:pt x="53" y="239"/>
                    <a:pt x="53" y="239"/>
                  </a:cubicBezTo>
                  <a:cubicBezTo>
                    <a:pt x="51" y="238"/>
                    <a:pt x="49" y="238"/>
                    <a:pt x="47" y="240"/>
                  </a:cubicBezTo>
                  <a:cubicBezTo>
                    <a:pt x="47" y="241"/>
                    <a:pt x="47" y="242"/>
                    <a:pt x="47" y="242"/>
                  </a:cubicBezTo>
                  <a:cubicBezTo>
                    <a:pt x="47" y="244"/>
                    <a:pt x="47" y="244"/>
                    <a:pt x="47" y="245"/>
                  </a:cubicBezTo>
                  <a:cubicBezTo>
                    <a:pt x="48" y="245"/>
                    <a:pt x="48" y="246"/>
                    <a:pt x="49" y="246"/>
                  </a:cubicBezTo>
                  <a:cubicBezTo>
                    <a:pt x="50" y="247"/>
                    <a:pt x="51" y="248"/>
                    <a:pt x="52" y="249"/>
                  </a:cubicBezTo>
                  <a:cubicBezTo>
                    <a:pt x="58" y="253"/>
                    <a:pt x="68" y="260"/>
                    <a:pt x="81" y="268"/>
                  </a:cubicBezTo>
                  <a:cubicBezTo>
                    <a:pt x="118" y="291"/>
                    <a:pt x="175" y="325"/>
                    <a:pt x="175" y="325"/>
                  </a:cubicBezTo>
                  <a:cubicBezTo>
                    <a:pt x="177" y="321"/>
                    <a:pt x="177" y="321"/>
                    <a:pt x="177" y="321"/>
                  </a:cubicBezTo>
                  <a:cubicBezTo>
                    <a:pt x="179" y="317"/>
                    <a:pt x="179" y="317"/>
                    <a:pt x="179" y="317"/>
                  </a:cubicBezTo>
                  <a:cubicBezTo>
                    <a:pt x="48" y="255"/>
                    <a:pt x="48" y="255"/>
                    <a:pt x="48" y="255"/>
                  </a:cubicBezTo>
                  <a:cubicBezTo>
                    <a:pt x="46" y="254"/>
                    <a:pt x="44" y="255"/>
                    <a:pt x="43" y="257"/>
                  </a:cubicBezTo>
                  <a:cubicBezTo>
                    <a:pt x="42" y="259"/>
                    <a:pt x="42" y="261"/>
                    <a:pt x="44" y="262"/>
                  </a:cubicBezTo>
                  <a:cubicBezTo>
                    <a:pt x="44" y="262"/>
                    <a:pt x="46" y="263"/>
                    <a:pt x="49" y="265"/>
                  </a:cubicBezTo>
                  <a:cubicBezTo>
                    <a:pt x="58" y="271"/>
                    <a:pt x="83" y="285"/>
                    <a:pt x="105" y="299"/>
                  </a:cubicBezTo>
                  <a:cubicBezTo>
                    <a:pt x="116" y="305"/>
                    <a:pt x="126" y="312"/>
                    <a:pt x="134" y="317"/>
                  </a:cubicBezTo>
                  <a:cubicBezTo>
                    <a:pt x="138" y="319"/>
                    <a:pt x="141" y="321"/>
                    <a:pt x="143" y="323"/>
                  </a:cubicBezTo>
                  <a:cubicBezTo>
                    <a:pt x="144" y="323"/>
                    <a:pt x="145" y="324"/>
                    <a:pt x="145" y="324"/>
                  </a:cubicBezTo>
                  <a:cubicBezTo>
                    <a:pt x="145" y="325"/>
                    <a:pt x="145" y="325"/>
                    <a:pt x="145" y="325"/>
                  </a:cubicBezTo>
                  <a:cubicBezTo>
                    <a:pt x="145" y="325"/>
                    <a:pt x="145" y="325"/>
                    <a:pt x="145" y="325"/>
                  </a:cubicBezTo>
                  <a:cubicBezTo>
                    <a:pt x="147" y="323"/>
                    <a:pt x="147" y="323"/>
                    <a:pt x="147" y="323"/>
                  </a:cubicBezTo>
                  <a:cubicBezTo>
                    <a:pt x="145" y="324"/>
                    <a:pt x="145" y="324"/>
                    <a:pt x="145" y="324"/>
                  </a:cubicBezTo>
                  <a:cubicBezTo>
                    <a:pt x="145" y="325"/>
                    <a:pt x="145" y="325"/>
                    <a:pt x="145" y="325"/>
                  </a:cubicBezTo>
                  <a:cubicBezTo>
                    <a:pt x="147" y="323"/>
                    <a:pt x="147" y="323"/>
                    <a:pt x="147" y="323"/>
                  </a:cubicBezTo>
                  <a:cubicBezTo>
                    <a:pt x="145" y="324"/>
                    <a:pt x="145" y="324"/>
                    <a:pt x="145" y="324"/>
                  </a:cubicBezTo>
                  <a:cubicBezTo>
                    <a:pt x="148" y="323"/>
                    <a:pt x="148" y="323"/>
                    <a:pt x="148" y="323"/>
                  </a:cubicBezTo>
                  <a:cubicBezTo>
                    <a:pt x="144" y="323"/>
                    <a:pt x="144" y="323"/>
                    <a:pt x="144" y="323"/>
                  </a:cubicBezTo>
                  <a:cubicBezTo>
                    <a:pt x="144" y="324"/>
                    <a:pt x="145" y="324"/>
                    <a:pt x="145" y="324"/>
                  </a:cubicBezTo>
                  <a:cubicBezTo>
                    <a:pt x="148" y="323"/>
                    <a:pt x="148" y="323"/>
                    <a:pt x="148" y="323"/>
                  </a:cubicBezTo>
                  <a:cubicBezTo>
                    <a:pt x="144" y="323"/>
                    <a:pt x="144" y="323"/>
                    <a:pt x="144" y="323"/>
                  </a:cubicBezTo>
                  <a:cubicBezTo>
                    <a:pt x="148" y="323"/>
                    <a:pt x="148" y="323"/>
                    <a:pt x="148" y="323"/>
                  </a:cubicBezTo>
                  <a:cubicBezTo>
                    <a:pt x="145" y="320"/>
                    <a:pt x="145" y="320"/>
                    <a:pt x="145" y="320"/>
                  </a:cubicBezTo>
                  <a:cubicBezTo>
                    <a:pt x="145" y="321"/>
                    <a:pt x="144" y="322"/>
                    <a:pt x="144" y="323"/>
                  </a:cubicBezTo>
                  <a:cubicBezTo>
                    <a:pt x="148" y="323"/>
                    <a:pt x="148" y="323"/>
                    <a:pt x="148" y="323"/>
                  </a:cubicBezTo>
                  <a:cubicBezTo>
                    <a:pt x="145" y="320"/>
                    <a:pt x="145" y="320"/>
                    <a:pt x="145" y="320"/>
                  </a:cubicBezTo>
                  <a:cubicBezTo>
                    <a:pt x="148" y="323"/>
                    <a:pt x="148" y="323"/>
                    <a:pt x="148" y="323"/>
                  </a:cubicBezTo>
                  <a:cubicBezTo>
                    <a:pt x="145" y="320"/>
                    <a:pt x="145" y="320"/>
                    <a:pt x="145" y="320"/>
                  </a:cubicBezTo>
                  <a:cubicBezTo>
                    <a:pt x="148" y="323"/>
                    <a:pt x="148" y="323"/>
                    <a:pt x="148" y="323"/>
                  </a:cubicBezTo>
                  <a:cubicBezTo>
                    <a:pt x="147" y="319"/>
                    <a:pt x="147" y="319"/>
                    <a:pt x="147" y="319"/>
                  </a:cubicBezTo>
                  <a:cubicBezTo>
                    <a:pt x="147" y="319"/>
                    <a:pt x="146" y="319"/>
                    <a:pt x="145" y="320"/>
                  </a:cubicBezTo>
                  <a:cubicBezTo>
                    <a:pt x="148" y="323"/>
                    <a:pt x="148" y="323"/>
                    <a:pt x="148" y="323"/>
                  </a:cubicBezTo>
                  <a:cubicBezTo>
                    <a:pt x="147" y="319"/>
                    <a:pt x="147" y="319"/>
                    <a:pt x="147" y="319"/>
                  </a:cubicBezTo>
                  <a:cubicBezTo>
                    <a:pt x="148" y="322"/>
                    <a:pt x="148" y="322"/>
                    <a:pt x="148" y="322"/>
                  </a:cubicBezTo>
                  <a:cubicBezTo>
                    <a:pt x="148" y="319"/>
                    <a:pt x="148" y="319"/>
                    <a:pt x="148" y="319"/>
                  </a:cubicBezTo>
                  <a:cubicBezTo>
                    <a:pt x="148" y="319"/>
                    <a:pt x="148" y="319"/>
                    <a:pt x="147" y="319"/>
                  </a:cubicBezTo>
                  <a:cubicBezTo>
                    <a:pt x="148" y="322"/>
                    <a:pt x="148" y="322"/>
                    <a:pt x="148" y="322"/>
                  </a:cubicBezTo>
                  <a:cubicBezTo>
                    <a:pt x="148" y="319"/>
                    <a:pt x="148" y="319"/>
                    <a:pt x="148" y="319"/>
                  </a:cubicBezTo>
                  <a:cubicBezTo>
                    <a:pt x="148" y="322"/>
                    <a:pt x="148" y="322"/>
                    <a:pt x="148" y="322"/>
                  </a:cubicBezTo>
                  <a:cubicBezTo>
                    <a:pt x="149" y="319"/>
                    <a:pt x="149" y="319"/>
                    <a:pt x="149" y="319"/>
                  </a:cubicBezTo>
                  <a:cubicBezTo>
                    <a:pt x="149" y="319"/>
                    <a:pt x="149" y="319"/>
                    <a:pt x="148" y="319"/>
                  </a:cubicBezTo>
                  <a:cubicBezTo>
                    <a:pt x="148" y="322"/>
                    <a:pt x="148" y="322"/>
                    <a:pt x="148" y="322"/>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9" y="319"/>
                    <a:pt x="149" y="319"/>
                  </a:cubicBezTo>
                  <a:cubicBezTo>
                    <a:pt x="149" y="319"/>
                    <a:pt x="148" y="318"/>
                    <a:pt x="147" y="318"/>
                  </a:cubicBezTo>
                  <a:cubicBezTo>
                    <a:pt x="143" y="316"/>
                    <a:pt x="133" y="312"/>
                    <a:pt x="122" y="307"/>
                  </a:cubicBezTo>
                  <a:cubicBezTo>
                    <a:pt x="105" y="299"/>
                    <a:pt x="84" y="289"/>
                    <a:pt x="66" y="281"/>
                  </a:cubicBezTo>
                  <a:cubicBezTo>
                    <a:pt x="57" y="277"/>
                    <a:pt x="50" y="274"/>
                    <a:pt x="44" y="271"/>
                  </a:cubicBezTo>
                  <a:cubicBezTo>
                    <a:pt x="41" y="270"/>
                    <a:pt x="39" y="269"/>
                    <a:pt x="37" y="268"/>
                  </a:cubicBezTo>
                  <a:cubicBezTo>
                    <a:pt x="36" y="268"/>
                    <a:pt x="35" y="267"/>
                    <a:pt x="35" y="267"/>
                  </a:cubicBezTo>
                  <a:cubicBezTo>
                    <a:pt x="34" y="267"/>
                    <a:pt x="34" y="267"/>
                    <a:pt x="34" y="267"/>
                  </a:cubicBezTo>
                  <a:cubicBezTo>
                    <a:pt x="33" y="267"/>
                    <a:pt x="33" y="267"/>
                    <a:pt x="33" y="267"/>
                  </a:cubicBezTo>
                  <a:cubicBezTo>
                    <a:pt x="33" y="267"/>
                    <a:pt x="33" y="267"/>
                    <a:pt x="32" y="267"/>
                  </a:cubicBezTo>
                  <a:cubicBezTo>
                    <a:pt x="32" y="267"/>
                    <a:pt x="32" y="267"/>
                    <a:pt x="31" y="267"/>
                  </a:cubicBezTo>
                  <a:cubicBezTo>
                    <a:pt x="31" y="267"/>
                    <a:pt x="31" y="267"/>
                    <a:pt x="30" y="267"/>
                  </a:cubicBezTo>
                  <a:cubicBezTo>
                    <a:pt x="30" y="268"/>
                    <a:pt x="29" y="268"/>
                    <a:pt x="29" y="269"/>
                  </a:cubicBezTo>
                  <a:cubicBezTo>
                    <a:pt x="28" y="270"/>
                    <a:pt x="28" y="273"/>
                    <a:pt x="30" y="274"/>
                  </a:cubicBezTo>
                  <a:cubicBezTo>
                    <a:pt x="111" y="324"/>
                    <a:pt x="111" y="324"/>
                    <a:pt x="111" y="324"/>
                  </a:cubicBezTo>
                  <a:cubicBezTo>
                    <a:pt x="113" y="321"/>
                    <a:pt x="113" y="321"/>
                    <a:pt x="113" y="321"/>
                  </a:cubicBezTo>
                  <a:cubicBezTo>
                    <a:pt x="110" y="319"/>
                    <a:pt x="110" y="319"/>
                    <a:pt x="110" y="319"/>
                  </a:cubicBezTo>
                  <a:cubicBezTo>
                    <a:pt x="113" y="321"/>
                    <a:pt x="113" y="321"/>
                    <a:pt x="113" y="321"/>
                  </a:cubicBezTo>
                  <a:cubicBezTo>
                    <a:pt x="111" y="318"/>
                    <a:pt x="111" y="318"/>
                    <a:pt x="111" y="318"/>
                  </a:cubicBezTo>
                  <a:cubicBezTo>
                    <a:pt x="110" y="318"/>
                    <a:pt x="110" y="318"/>
                    <a:pt x="110" y="319"/>
                  </a:cubicBezTo>
                  <a:cubicBezTo>
                    <a:pt x="113" y="321"/>
                    <a:pt x="113" y="321"/>
                    <a:pt x="113" y="321"/>
                  </a:cubicBezTo>
                  <a:cubicBezTo>
                    <a:pt x="111" y="318"/>
                    <a:pt x="111" y="318"/>
                    <a:pt x="111" y="318"/>
                  </a:cubicBezTo>
                  <a:cubicBezTo>
                    <a:pt x="113" y="321"/>
                    <a:pt x="113" y="321"/>
                    <a:pt x="113" y="321"/>
                  </a:cubicBezTo>
                  <a:cubicBezTo>
                    <a:pt x="113" y="317"/>
                    <a:pt x="113" y="317"/>
                    <a:pt x="113" y="317"/>
                  </a:cubicBezTo>
                  <a:cubicBezTo>
                    <a:pt x="112" y="317"/>
                    <a:pt x="112" y="317"/>
                    <a:pt x="111" y="318"/>
                  </a:cubicBezTo>
                  <a:cubicBezTo>
                    <a:pt x="113" y="321"/>
                    <a:pt x="113" y="321"/>
                    <a:pt x="113" y="321"/>
                  </a:cubicBezTo>
                  <a:cubicBezTo>
                    <a:pt x="113" y="317"/>
                    <a:pt x="113" y="317"/>
                    <a:pt x="113" y="317"/>
                  </a:cubicBezTo>
                  <a:cubicBezTo>
                    <a:pt x="113" y="319"/>
                    <a:pt x="113" y="319"/>
                    <a:pt x="113" y="319"/>
                  </a:cubicBezTo>
                  <a:cubicBezTo>
                    <a:pt x="113" y="317"/>
                    <a:pt x="113" y="317"/>
                    <a:pt x="113" y="317"/>
                  </a:cubicBezTo>
                  <a:cubicBezTo>
                    <a:pt x="113" y="317"/>
                    <a:pt x="113" y="317"/>
                    <a:pt x="113" y="317"/>
                  </a:cubicBezTo>
                  <a:cubicBezTo>
                    <a:pt x="113" y="319"/>
                    <a:pt x="113" y="319"/>
                    <a:pt x="113" y="319"/>
                  </a:cubicBezTo>
                  <a:cubicBezTo>
                    <a:pt x="113" y="317"/>
                    <a:pt x="113" y="317"/>
                    <a:pt x="113" y="317"/>
                  </a:cubicBezTo>
                  <a:cubicBezTo>
                    <a:pt x="113" y="317"/>
                    <a:pt x="112" y="317"/>
                    <a:pt x="111" y="317"/>
                  </a:cubicBezTo>
                  <a:cubicBezTo>
                    <a:pt x="108" y="316"/>
                    <a:pt x="100" y="313"/>
                    <a:pt x="92" y="309"/>
                  </a:cubicBezTo>
                  <a:cubicBezTo>
                    <a:pt x="79" y="304"/>
                    <a:pt x="62" y="297"/>
                    <a:pt x="49" y="292"/>
                  </a:cubicBezTo>
                  <a:cubicBezTo>
                    <a:pt x="42" y="289"/>
                    <a:pt x="37" y="287"/>
                    <a:pt x="33" y="285"/>
                  </a:cubicBezTo>
                  <a:cubicBezTo>
                    <a:pt x="28" y="283"/>
                    <a:pt x="26" y="282"/>
                    <a:pt x="26" y="282"/>
                  </a:cubicBezTo>
                  <a:cubicBezTo>
                    <a:pt x="25" y="282"/>
                    <a:pt x="23" y="282"/>
                    <a:pt x="22" y="282"/>
                  </a:cubicBezTo>
                  <a:cubicBezTo>
                    <a:pt x="21" y="283"/>
                    <a:pt x="20" y="284"/>
                    <a:pt x="20" y="286"/>
                  </a:cubicBezTo>
                  <a:cubicBezTo>
                    <a:pt x="20" y="287"/>
                    <a:pt x="21" y="287"/>
                    <a:pt x="21" y="287"/>
                  </a:cubicBezTo>
                  <a:cubicBezTo>
                    <a:pt x="21" y="288"/>
                    <a:pt x="21" y="288"/>
                    <a:pt x="21" y="288"/>
                  </a:cubicBezTo>
                  <a:cubicBezTo>
                    <a:pt x="22" y="289"/>
                    <a:pt x="22" y="289"/>
                    <a:pt x="22" y="289"/>
                  </a:cubicBezTo>
                  <a:cubicBezTo>
                    <a:pt x="22" y="289"/>
                    <a:pt x="23" y="290"/>
                    <a:pt x="23" y="290"/>
                  </a:cubicBezTo>
                  <a:cubicBezTo>
                    <a:pt x="25" y="291"/>
                    <a:pt x="29" y="294"/>
                    <a:pt x="35" y="297"/>
                  </a:cubicBezTo>
                  <a:cubicBezTo>
                    <a:pt x="50" y="307"/>
                    <a:pt x="75" y="322"/>
                    <a:pt x="75" y="322"/>
                  </a:cubicBezTo>
                  <a:cubicBezTo>
                    <a:pt x="77" y="319"/>
                    <a:pt x="77" y="319"/>
                    <a:pt x="77" y="319"/>
                  </a:cubicBezTo>
                  <a:cubicBezTo>
                    <a:pt x="78" y="315"/>
                    <a:pt x="78" y="315"/>
                    <a:pt x="78" y="315"/>
                  </a:cubicBezTo>
                  <a:cubicBezTo>
                    <a:pt x="21" y="295"/>
                    <a:pt x="21" y="295"/>
                    <a:pt x="21" y="295"/>
                  </a:cubicBezTo>
                  <a:cubicBezTo>
                    <a:pt x="19" y="294"/>
                    <a:pt x="17" y="295"/>
                    <a:pt x="16" y="297"/>
                  </a:cubicBezTo>
                  <a:cubicBezTo>
                    <a:pt x="15" y="299"/>
                    <a:pt x="16" y="301"/>
                    <a:pt x="17" y="302"/>
                  </a:cubicBezTo>
                  <a:cubicBezTo>
                    <a:pt x="18" y="302"/>
                    <a:pt x="19" y="303"/>
                    <a:pt x="22" y="305"/>
                  </a:cubicBezTo>
                  <a:cubicBezTo>
                    <a:pt x="26" y="307"/>
                    <a:pt x="33" y="311"/>
                    <a:pt x="38" y="314"/>
                  </a:cubicBezTo>
                  <a:cubicBezTo>
                    <a:pt x="41" y="316"/>
                    <a:pt x="43" y="317"/>
                    <a:pt x="45" y="319"/>
                  </a:cubicBezTo>
                  <a:cubicBezTo>
                    <a:pt x="45" y="319"/>
                    <a:pt x="46" y="320"/>
                    <a:pt x="46" y="320"/>
                  </a:cubicBezTo>
                  <a:cubicBezTo>
                    <a:pt x="47" y="320"/>
                    <a:pt x="47" y="320"/>
                    <a:pt x="47" y="320"/>
                  </a:cubicBezTo>
                  <a:cubicBezTo>
                    <a:pt x="47" y="320"/>
                    <a:pt x="47" y="320"/>
                    <a:pt x="47" y="320"/>
                  </a:cubicBezTo>
                  <a:cubicBezTo>
                    <a:pt x="48" y="318"/>
                    <a:pt x="48" y="318"/>
                    <a:pt x="48" y="318"/>
                  </a:cubicBezTo>
                  <a:cubicBezTo>
                    <a:pt x="47" y="320"/>
                    <a:pt x="47" y="320"/>
                    <a:pt x="47" y="320"/>
                  </a:cubicBezTo>
                  <a:cubicBezTo>
                    <a:pt x="47" y="320"/>
                    <a:pt x="47" y="320"/>
                    <a:pt x="47" y="320"/>
                  </a:cubicBezTo>
                  <a:cubicBezTo>
                    <a:pt x="48" y="318"/>
                    <a:pt x="48" y="318"/>
                    <a:pt x="48" y="318"/>
                  </a:cubicBezTo>
                  <a:cubicBezTo>
                    <a:pt x="47" y="320"/>
                    <a:pt x="47" y="320"/>
                    <a:pt x="47" y="320"/>
                  </a:cubicBezTo>
                  <a:cubicBezTo>
                    <a:pt x="49" y="317"/>
                    <a:pt x="49" y="317"/>
                    <a:pt x="49" y="317"/>
                  </a:cubicBezTo>
                  <a:cubicBezTo>
                    <a:pt x="46" y="319"/>
                    <a:pt x="46" y="319"/>
                    <a:pt x="46" y="319"/>
                  </a:cubicBezTo>
                  <a:cubicBezTo>
                    <a:pt x="47" y="320"/>
                    <a:pt x="47" y="320"/>
                    <a:pt x="47" y="320"/>
                  </a:cubicBezTo>
                  <a:cubicBezTo>
                    <a:pt x="49" y="317"/>
                    <a:pt x="49" y="317"/>
                    <a:pt x="49" y="317"/>
                  </a:cubicBezTo>
                  <a:cubicBezTo>
                    <a:pt x="46" y="319"/>
                    <a:pt x="46" y="319"/>
                    <a:pt x="46" y="319"/>
                  </a:cubicBezTo>
                  <a:cubicBezTo>
                    <a:pt x="49" y="317"/>
                    <a:pt x="49" y="317"/>
                    <a:pt x="49" y="317"/>
                  </a:cubicBezTo>
                  <a:cubicBezTo>
                    <a:pt x="46" y="317"/>
                    <a:pt x="46" y="317"/>
                    <a:pt x="46" y="317"/>
                  </a:cubicBezTo>
                  <a:cubicBezTo>
                    <a:pt x="46" y="318"/>
                    <a:pt x="46" y="319"/>
                    <a:pt x="46" y="319"/>
                  </a:cubicBezTo>
                  <a:cubicBezTo>
                    <a:pt x="49" y="317"/>
                    <a:pt x="49" y="317"/>
                    <a:pt x="49" y="317"/>
                  </a:cubicBezTo>
                  <a:cubicBezTo>
                    <a:pt x="46" y="317"/>
                    <a:pt x="46" y="317"/>
                    <a:pt x="46" y="317"/>
                  </a:cubicBezTo>
                  <a:cubicBezTo>
                    <a:pt x="50" y="317"/>
                    <a:pt x="50" y="317"/>
                    <a:pt x="50" y="317"/>
                  </a:cubicBezTo>
                  <a:cubicBezTo>
                    <a:pt x="46" y="315"/>
                    <a:pt x="46" y="315"/>
                    <a:pt x="46" y="315"/>
                  </a:cubicBezTo>
                  <a:cubicBezTo>
                    <a:pt x="46" y="316"/>
                    <a:pt x="46" y="317"/>
                    <a:pt x="46" y="317"/>
                  </a:cubicBezTo>
                  <a:cubicBezTo>
                    <a:pt x="50" y="317"/>
                    <a:pt x="50" y="317"/>
                    <a:pt x="50" y="317"/>
                  </a:cubicBezTo>
                  <a:cubicBezTo>
                    <a:pt x="46" y="315"/>
                    <a:pt x="46" y="315"/>
                    <a:pt x="46" y="315"/>
                  </a:cubicBezTo>
                  <a:cubicBezTo>
                    <a:pt x="50" y="317"/>
                    <a:pt x="50" y="317"/>
                    <a:pt x="50" y="317"/>
                  </a:cubicBezTo>
                  <a:cubicBezTo>
                    <a:pt x="46" y="315"/>
                    <a:pt x="46" y="315"/>
                    <a:pt x="46" y="315"/>
                  </a:cubicBezTo>
                  <a:cubicBezTo>
                    <a:pt x="50" y="317"/>
                    <a:pt x="50" y="317"/>
                    <a:pt x="50" y="317"/>
                  </a:cubicBezTo>
                  <a:cubicBezTo>
                    <a:pt x="48" y="314"/>
                    <a:pt x="48" y="314"/>
                    <a:pt x="48" y="314"/>
                  </a:cubicBezTo>
                  <a:cubicBezTo>
                    <a:pt x="47" y="314"/>
                    <a:pt x="47" y="314"/>
                    <a:pt x="46" y="315"/>
                  </a:cubicBezTo>
                  <a:cubicBezTo>
                    <a:pt x="50" y="317"/>
                    <a:pt x="50" y="317"/>
                    <a:pt x="50" y="317"/>
                  </a:cubicBezTo>
                  <a:cubicBezTo>
                    <a:pt x="48" y="314"/>
                    <a:pt x="48" y="314"/>
                    <a:pt x="48" y="314"/>
                  </a:cubicBezTo>
                  <a:cubicBezTo>
                    <a:pt x="49" y="317"/>
                    <a:pt x="49" y="317"/>
                    <a:pt x="49" y="317"/>
                  </a:cubicBezTo>
                  <a:cubicBezTo>
                    <a:pt x="49" y="313"/>
                    <a:pt x="49" y="313"/>
                    <a:pt x="49" y="313"/>
                  </a:cubicBezTo>
                  <a:cubicBezTo>
                    <a:pt x="49" y="313"/>
                    <a:pt x="48" y="313"/>
                    <a:pt x="48" y="314"/>
                  </a:cubicBezTo>
                  <a:cubicBezTo>
                    <a:pt x="49" y="317"/>
                    <a:pt x="49" y="317"/>
                    <a:pt x="49" y="317"/>
                  </a:cubicBezTo>
                  <a:cubicBezTo>
                    <a:pt x="49" y="313"/>
                    <a:pt x="49" y="313"/>
                    <a:pt x="49" y="313"/>
                  </a:cubicBezTo>
                  <a:cubicBezTo>
                    <a:pt x="49" y="317"/>
                    <a:pt x="49" y="317"/>
                    <a:pt x="49" y="317"/>
                  </a:cubicBezTo>
                  <a:cubicBezTo>
                    <a:pt x="49" y="313"/>
                    <a:pt x="49" y="313"/>
                    <a:pt x="49" y="313"/>
                  </a:cubicBezTo>
                  <a:cubicBezTo>
                    <a:pt x="49" y="313"/>
                    <a:pt x="49" y="313"/>
                    <a:pt x="49" y="313"/>
                  </a:cubicBezTo>
                  <a:cubicBezTo>
                    <a:pt x="49" y="317"/>
                    <a:pt x="49" y="317"/>
                    <a:pt x="49" y="317"/>
                  </a:cubicBezTo>
                  <a:cubicBezTo>
                    <a:pt x="49" y="313"/>
                    <a:pt x="49" y="313"/>
                    <a:pt x="49" y="313"/>
                  </a:cubicBezTo>
                  <a:cubicBezTo>
                    <a:pt x="49" y="316"/>
                    <a:pt x="49" y="316"/>
                    <a:pt x="49" y="316"/>
                  </a:cubicBezTo>
                  <a:cubicBezTo>
                    <a:pt x="50" y="313"/>
                    <a:pt x="50" y="313"/>
                    <a:pt x="50" y="313"/>
                  </a:cubicBezTo>
                  <a:cubicBezTo>
                    <a:pt x="49" y="313"/>
                    <a:pt x="49" y="313"/>
                    <a:pt x="49" y="313"/>
                  </a:cubicBezTo>
                  <a:cubicBezTo>
                    <a:pt x="49" y="316"/>
                    <a:pt x="49" y="316"/>
                    <a:pt x="49" y="316"/>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50" y="313"/>
                    <a:pt x="50" y="313"/>
                    <a:pt x="50" y="313"/>
                  </a:cubicBezTo>
                  <a:cubicBezTo>
                    <a:pt x="49" y="313"/>
                    <a:pt x="48" y="313"/>
                    <a:pt x="47" y="313"/>
                  </a:cubicBezTo>
                  <a:cubicBezTo>
                    <a:pt x="42" y="312"/>
                    <a:pt x="33" y="309"/>
                    <a:pt x="25" y="307"/>
                  </a:cubicBezTo>
                  <a:cubicBezTo>
                    <a:pt x="17" y="305"/>
                    <a:pt x="11" y="303"/>
                    <a:pt x="11" y="303"/>
                  </a:cubicBezTo>
                  <a:cubicBezTo>
                    <a:pt x="9" y="302"/>
                    <a:pt x="7" y="303"/>
                    <a:pt x="6" y="305"/>
                  </a:cubicBezTo>
                  <a:cubicBezTo>
                    <a:pt x="5" y="307"/>
                    <a:pt x="6" y="309"/>
                    <a:pt x="8" y="310"/>
                  </a:cubicBezTo>
                  <a:cubicBezTo>
                    <a:pt x="11" y="312"/>
                    <a:pt x="11" y="312"/>
                    <a:pt x="11" y="312"/>
                  </a:cubicBezTo>
                  <a:cubicBezTo>
                    <a:pt x="5" y="312"/>
                    <a:pt x="5" y="312"/>
                    <a:pt x="5" y="312"/>
                  </a:cubicBezTo>
                  <a:cubicBezTo>
                    <a:pt x="3" y="311"/>
                    <a:pt x="1" y="313"/>
                    <a:pt x="0" y="314"/>
                  </a:cubicBezTo>
                  <a:cubicBezTo>
                    <a:pt x="0" y="316"/>
                    <a:pt x="1" y="318"/>
                    <a:pt x="2" y="319"/>
                  </a:cubicBezTo>
                  <a:cubicBezTo>
                    <a:pt x="7" y="322"/>
                    <a:pt x="7" y="322"/>
                    <a:pt x="7" y="322"/>
                  </a:cubicBezTo>
                  <a:cubicBezTo>
                    <a:pt x="9" y="323"/>
                    <a:pt x="12" y="323"/>
                    <a:pt x="13" y="321"/>
                  </a:cubicBezTo>
                  <a:cubicBezTo>
                    <a:pt x="14" y="319"/>
                    <a:pt x="14" y="317"/>
                    <a:pt x="12" y="3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0" name="Google Shape;280;p15"/>
            <p:cNvSpPr/>
            <p:nvPr/>
          </p:nvSpPr>
          <p:spPr>
            <a:xfrm>
              <a:off x="10044406" y="1688706"/>
              <a:ext cx="56707" cy="127591"/>
            </a:xfrm>
            <a:custGeom>
              <a:rect b="b" l="l" r="r" t="t"/>
              <a:pathLst>
                <a:path extrusionOk="0" h="66" w="29">
                  <a:moveTo>
                    <a:pt x="4" y="0"/>
                  </a:moveTo>
                  <a:cubicBezTo>
                    <a:pt x="2" y="27"/>
                    <a:pt x="0" y="43"/>
                    <a:pt x="29" y="6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1" name="Google Shape;281;p15"/>
            <p:cNvSpPr/>
            <p:nvPr/>
          </p:nvSpPr>
          <p:spPr>
            <a:xfrm>
              <a:off x="10025976" y="1674529"/>
              <a:ext cx="103490" cy="158780"/>
            </a:xfrm>
            <a:custGeom>
              <a:rect b="b" l="l" r="r" t="t"/>
              <a:pathLst>
                <a:path extrusionOk="0" h="82" w="54">
                  <a:moveTo>
                    <a:pt x="2" y="10"/>
                  </a:moveTo>
                  <a:cubicBezTo>
                    <a:pt x="1" y="22"/>
                    <a:pt x="0" y="34"/>
                    <a:pt x="3" y="46"/>
                  </a:cubicBezTo>
                  <a:cubicBezTo>
                    <a:pt x="7" y="59"/>
                    <a:pt x="18" y="69"/>
                    <a:pt x="28" y="78"/>
                  </a:cubicBezTo>
                  <a:cubicBezTo>
                    <a:pt x="33" y="82"/>
                    <a:pt x="54" y="73"/>
                    <a:pt x="50" y="69"/>
                  </a:cubicBezTo>
                  <a:cubicBezTo>
                    <a:pt x="39" y="60"/>
                    <a:pt x="30" y="51"/>
                    <a:pt x="26" y="37"/>
                  </a:cubicBezTo>
                  <a:cubicBezTo>
                    <a:pt x="23" y="26"/>
                    <a:pt x="25" y="15"/>
                    <a:pt x="25" y="4"/>
                  </a:cubicBezTo>
                  <a:cubicBezTo>
                    <a:pt x="26" y="0"/>
                    <a:pt x="3" y="3"/>
                    <a:pt x="2"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2" name="Google Shape;282;p15"/>
            <p:cNvSpPr/>
            <p:nvPr/>
          </p:nvSpPr>
          <p:spPr>
            <a:xfrm>
              <a:off x="10337864" y="1578127"/>
              <a:ext cx="171539" cy="45366"/>
            </a:xfrm>
            <a:custGeom>
              <a:rect b="b" l="l" r="r" t="t"/>
              <a:pathLst>
                <a:path extrusionOk="0" h="23" w="89">
                  <a:moveTo>
                    <a:pt x="28" y="17"/>
                  </a:moveTo>
                  <a:cubicBezTo>
                    <a:pt x="36" y="13"/>
                    <a:pt x="46" y="17"/>
                    <a:pt x="54" y="20"/>
                  </a:cubicBezTo>
                  <a:cubicBezTo>
                    <a:pt x="61" y="23"/>
                    <a:pt x="68" y="21"/>
                    <a:pt x="74" y="18"/>
                  </a:cubicBezTo>
                  <a:cubicBezTo>
                    <a:pt x="75" y="18"/>
                    <a:pt x="89" y="12"/>
                    <a:pt x="84" y="10"/>
                  </a:cubicBezTo>
                  <a:cubicBezTo>
                    <a:pt x="59" y="0"/>
                    <a:pt x="35" y="2"/>
                    <a:pt x="10" y="13"/>
                  </a:cubicBezTo>
                  <a:cubicBezTo>
                    <a:pt x="8" y="14"/>
                    <a:pt x="0" y="20"/>
                    <a:pt x="6" y="21"/>
                  </a:cubicBezTo>
                  <a:cubicBezTo>
                    <a:pt x="13" y="23"/>
                    <a:pt x="22" y="20"/>
                    <a:pt x="28" y="1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3" name="Google Shape;283;p15"/>
            <p:cNvSpPr/>
            <p:nvPr/>
          </p:nvSpPr>
          <p:spPr>
            <a:xfrm>
              <a:off x="9935245" y="1904192"/>
              <a:ext cx="375684" cy="860528"/>
            </a:xfrm>
            <a:custGeom>
              <a:rect b="b" l="l" r="r" t="t"/>
              <a:pathLst>
                <a:path extrusionOk="0" h="446" w="195">
                  <a:moveTo>
                    <a:pt x="159" y="13"/>
                  </a:moveTo>
                  <a:cubicBezTo>
                    <a:pt x="105" y="148"/>
                    <a:pt x="0" y="278"/>
                    <a:pt x="39" y="431"/>
                  </a:cubicBezTo>
                  <a:cubicBezTo>
                    <a:pt x="42" y="446"/>
                    <a:pt x="73" y="437"/>
                    <a:pt x="70" y="423"/>
                  </a:cubicBezTo>
                  <a:cubicBezTo>
                    <a:pt x="32" y="275"/>
                    <a:pt x="136" y="147"/>
                    <a:pt x="189" y="17"/>
                  </a:cubicBezTo>
                  <a:cubicBezTo>
                    <a:pt x="195" y="0"/>
                    <a:pt x="164" y="1"/>
                    <a:pt x="159"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4" name="Google Shape;284;p15"/>
            <p:cNvSpPr/>
            <p:nvPr/>
          </p:nvSpPr>
          <p:spPr>
            <a:xfrm>
              <a:off x="10167743" y="1692959"/>
              <a:ext cx="287788" cy="114832"/>
            </a:xfrm>
            <a:custGeom>
              <a:rect b="b" l="l" r="r" t="t"/>
              <a:pathLst>
                <a:path extrusionOk="0" h="60" w="149">
                  <a:moveTo>
                    <a:pt x="124" y="10"/>
                  </a:moveTo>
                  <a:cubicBezTo>
                    <a:pt x="109" y="26"/>
                    <a:pt x="92" y="38"/>
                    <a:pt x="69" y="35"/>
                  </a:cubicBezTo>
                  <a:cubicBezTo>
                    <a:pt x="51" y="33"/>
                    <a:pt x="35" y="20"/>
                    <a:pt x="24" y="5"/>
                  </a:cubicBezTo>
                  <a:cubicBezTo>
                    <a:pt x="20" y="0"/>
                    <a:pt x="0" y="9"/>
                    <a:pt x="1" y="11"/>
                  </a:cubicBezTo>
                  <a:cubicBezTo>
                    <a:pt x="38" y="60"/>
                    <a:pt x="106" y="50"/>
                    <a:pt x="145" y="8"/>
                  </a:cubicBezTo>
                  <a:cubicBezTo>
                    <a:pt x="149" y="3"/>
                    <a:pt x="127" y="6"/>
                    <a:pt x="124"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5" name="Google Shape;285;p15"/>
            <p:cNvSpPr/>
            <p:nvPr/>
          </p:nvSpPr>
          <p:spPr>
            <a:xfrm>
              <a:off x="10275487" y="1725566"/>
              <a:ext cx="147438" cy="111996"/>
            </a:xfrm>
            <a:custGeom>
              <a:rect b="b" l="l" r="r" t="t"/>
              <a:pathLst>
                <a:path extrusionOk="0" h="58" w="76">
                  <a:moveTo>
                    <a:pt x="53" y="13"/>
                  </a:moveTo>
                  <a:cubicBezTo>
                    <a:pt x="52" y="22"/>
                    <a:pt x="52" y="33"/>
                    <a:pt x="45" y="40"/>
                  </a:cubicBezTo>
                  <a:cubicBezTo>
                    <a:pt x="43" y="43"/>
                    <a:pt x="31" y="36"/>
                    <a:pt x="28" y="34"/>
                  </a:cubicBezTo>
                  <a:cubicBezTo>
                    <a:pt x="22" y="30"/>
                    <a:pt x="0" y="39"/>
                    <a:pt x="10" y="45"/>
                  </a:cubicBezTo>
                  <a:cubicBezTo>
                    <a:pt x="24" y="54"/>
                    <a:pt x="40" y="58"/>
                    <a:pt x="55" y="50"/>
                  </a:cubicBezTo>
                  <a:cubicBezTo>
                    <a:pt x="71" y="42"/>
                    <a:pt x="75" y="26"/>
                    <a:pt x="76" y="10"/>
                  </a:cubicBezTo>
                  <a:cubicBezTo>
                    <a:pt x="76" y="0"/>
                    <a:pt x="53" y="5"/>
                    <a:pt x="53" y="1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6" name="Google Shape;286;p15"/>
            <p:cNvSpPr/>
            <p:nvPr/>
          </p:nvSpPr>
          <p:spPr>
            <a:xfrm>
              <a:off x="8161734" y="897644"/>
              <a:ext cx="405455" cy="582664"/>
            </a:xfrm>
            <a:custGeom>
              <a:rect b="b" l="l" r="r" t="t"/>
              <a:pathLst>
                <a:path extrusionOk="0" h="302" w="210">
                  <a:moveTo>
                    <a:pt x="12" y="142"/>
                  </a:moveTo>
                  <a:cubicBezTo>
                    <a:pt x="1" y="141"/>
                    <a:pt x="1" y="141"/>
                    <a:pt x="1" y="141"/>
                  </a:cubicBezTo>
                  <a:cubicBezTo>
                    <a:pt x="0" y="148"/>
                    <a:pt x="0" y="155"/>
                    <a:pt x="0" y="162"/>
                  </a:cubicBezTo>
                  <a:cubicBezTo>
                    <a:pt x="0" y="198"/>
                    <a:pt x="9" y="231"/>
                    <a:pt x="24" y="256"/>
                  </a:cubicBezTo>
                  <a:cubicBezTo>
                    <a:pt x="32" y="269"/>
                    <a:pt x="42" y="279"/>
                    <a:pt x="53" y="287"/>
                  </a:cubicBezTo>
                  <a:cubicBezTo>
                    <a:pt x="64" y="295"/>
                    <a:pt x="77" y="300"/>
                    <a:pt x="91" y="302"/>
                  </a:cubicBezTo>
                  <a:cubicBezTo>
                    <a:pt x="93" y="302"/>
                    <a:pt x="95" y="302"/>
                    <a:pt x="98" y="302"/>
                  </a:cubicBezTo>
                  <a:cubicBezTo>
                    <a:pt x="112" y="302"/>
                    <a:pt x="126" y="298"/>
                    <a:pt x="138" y="290"/>
                  </a:cubicBezTo>
                  <a:cubicBezTo>
                    <a:pt x="157" y="279"/>
                    <a:pt x="173" y="261"/>
                    <a:pt x="186" y="239"/>
                  </a:cubicBezTo>
                  <a:cubicBezTo>
                    <a:pt x="198" y="217"/>
                    <a:pt x="206" y="190"/>
                    <a:pt x="209" y="161"/>
                  </a:cubicBezTo>
                  <a:cubicBezTo>
                    <a:pt x="209" y="154"/>
                    <a:pt x="210" y="147"/>
                    <a:pt x="210" y="140"/>
                  </a:cubicBezTo>
                  <a:cubicBezTo>
                    <a:pt x="210" y="104"/>
                    <a:pt x="201" y="71"/>
                    <a:pt x="185" y="46"/>
                  </a:cubicBezTo>
                  <a:cubicBezTo>
                    <a:pt x="177" y="34"/>
                    <a:pt x="168" y="23"/>
                    <a:pt x="157" y="15"/>
                  </a:cubicBezTo>
                  <a:cubicBezTo>
                    <a:pt x="146" y="7"/>
                    <a:pt x="133" y="2"/>
                    <a:pt x="119" y="1"/>
                  </a:cubicBezTo>
                  <a:cubicBezTo>
                    <a:pt x="117" y="1"/>
                    <a:pt x="114" y="0"/>
                    <a:pt x="112" y="0"/>
                  </a:cubicBezTo>
                  <a:cubicBezTo>
                    <a:pt x="98" y="0"/>
                    <a:pt x="84" y="5"/>
                    <a:pt x="71" y="12"/>
                  </a:cubicBezTo>
                  <a:cubicBezTo>
                    <a:pt x="52" y="23"/>
                    <a:pt x="36" y="41"/>
                    <a:pt x="24" y="63"/>
                  </a:cubicBezTo>
                  <a:cubicBezTo>
                    <a:pt x="12" y="85"/>
                    <a:pt x="4" y="112"/>
                    <a:pt x="1" y="141"/>
                  </a:cubicBezTo>
                  <a:cubicBezTo>
                    <a:pt x="12" y="142"/>
                    <a:pt x="12" y="142"/>
                    <a:pt x="12" y="142"/>
                  </a:cubicBezTo>
                  <a:cubicBezTo>
                    <a:pt x="23" y="143"/>
                    <a:pt x="23" y="143"/>
                    <a:pt x="23" y="143"/>
                  </a:cubicBezTo>
                  <a:cubicBezTo>
                    <a:pt x="26" y="108"/>
                    <a:pt x="38" y="77"/>
                    <a:pt x="55" y="56"/>
                  </a:cubicBezTo>
                  <a:cubicBezTo>
                    <a:pt x="63" y="45"/>
                    <a:pt x="73" y="37"/>
                    <a:pt x="82" y="31"/>
                  </a:cubicBezTo>
                  <a:cubicBezTo>
                    <a:pt x="92" y="26"/>
                    <a:pt x="102" y="23"/>
                    <a:pt x="112" y="23"/>
                  </a:cubicBezTo>
                  <a:cubicBezTo>
                    <a:pt x="114" y="23"/>
                    <a:pt x="115" y="23"/>
                    <a:pt x="117" y="23"/>
                  </a:cubicBezTo>
                  <a:cubicBezTo>
                    <a:pt x="127" y="24"/>
                    <a:pt x="136" y="27"/>
                    <a:pt x="144" y="33"/>
                  </a:cubicBezTo>
                  <a:cubicBezTo>
                    <a:pt x="156" y="42"/>
                    <a:pt x="167" y="56"/>
                    <a:pt x="175" y="75"/>
                  </a:cubicBezTo>
                  <a:cubicBezTo>
                    <a:pt x="183" y="93"/>
                    <a:pt x="188" y="116"/>
                    <a:pt x="188" y="140"/>
                  </a:cubicBezTo>
                  <a:cubicBezTo>
                    <a:pt x="188" y="146"/>
                    <a:pt x="187" y="153"/>
                    <a:pt x="187" y="159"/>
                  </a:cubicBezTo>
                  <a:cubicBezTo>
                    <a:pt x="183" y="194"/>
                    <a:pt x="171" y="225"/>
                    <a:pt x="155" y="246"/>
                  </a:cubicBezTo>
                  <a:cubicBezTo>
                    <a:pt x="146" y="257"/>
                    <a:pt x="137" y="266"/>
                    <a:pt x="127" y="271"/>
                  </a:cubicBezTo>
                  <a:cubicBezTo>
                    <a:pt x="118" y="277"/>
                    <a:pt x="108" y="280"/>
                    <a:pt x="98" y="280"/>
                  </a:cubicBezTo>
                  <a:cubicBezTo>
                    <a:pt x="96" y="280"/>
                    <a:pt x="94" y="280"/>
                    <a:pt x="93" y="279"/>
                  </a:cubicBezTo>
                  <a:cubicBezTo>
                    <a:pt x="83" y="279"/>
                    <a:pt x="74" y="275"/>
                    <a:pt x="66" y="269"/>
                  </a:cubicBezTo>
                  <a:cubicBezTo>
                    <a:pt x="53" y="260"/>
                    <a:pt x="42" y="246"/>
                    <a:pt x="34" y="227"/>
                  </a:cubicBezTo>
                  <a:cubicBezTo>
                    <a:pt x="27" y="209"/>
                    <a:pt x="22" y="186"/>
                    <a:pt x="22" y="162"/>
                  </a:cubicBezTo>
                  <a:cubicBezTo>
                    <a:pt x="22" y="156"/>
                    <a:pt x="22" y="150"/>
                    <a:pt x="23" y="143"/>
                  </a:cubicBezTo>
                  <a:lnTo>
                    <a:pt x="12" y="14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7" name="Google Shape;287;p15"/>
            <p:cNvSpPr/>
            <p:nvPr/>
          </p:nvSpPr>
          <p:spPr>
            <a:xfrm>
              <a:off x="8139051" y="774306"/>
              <a:ext cx="545805" cy="844934"/>
            </a:xfrm>
            <a:custGeom>
              <a:rect b="b" l="l" r="r" t="t"/>
              <a:pathLst>
                <a:path extrusionOk="0" h="438" w="283">
                  <a:moveTo>
                    <a:pt x="17" y="207"/>
                  </a:moveTo>
                  <a:cubicBezTo>
                    <a:pt x="1" y="206"/>
                    <a:pt x="1" y="206"/>
                    <a:pt x="1" y="206"/>
                  </a:cubicBezTo>
                  <a:cubicBezTo>
                    <a:pt x="0" y="217"/>
                    <a:pt x="0" y="228"/>
                    <a:pt x="0" y="239"/>
                  </a:cubicBezTo>
                  <a:cubicBezTo>
                    <a:pt x="0" y="290"/>
                    <a:pt x="11" y="337"/>
                    <a:pt x="32" y="373"/>
                  </a:cubicBezTo>
                  <a:cubicBezTo>
                    <a:pt x="42" y="391"/>
                    <a:pt x="55" y="406"/>
                    <a:pt x="69" y="418"/>
                  </a:cubicBezTo>
                  <a:cubicBezTo>
                    <a:pt x="84" y="429"/>
                    <a:pt x="102" y="436"/>
                    <a:pt x="120" y="438"/>
                  </a:cubicBezTo>
                  <a:cubicBezTo>
                    <a:pt x="123" y="438"/>
                    <a:pt x="126" y="438"/>
                    <a:pt x="129" y="438"/>
                  </a:cubicBezTo>
                  <a:cubicBezTo>
                    <a:pt x="149" y="438"/>
                    <a:pt x="168" y="432"/>
                    <a:pt x="185" y="421"/>
                  </a:cubicBezTo>
                  <a:cubicBezTo>
                    <a:pt x="211" y="405"/>
                    <a:pt x="233" y="379"/>
                    <a:pt x="249" y="346"/>
                  </a:cubicBezTo>
                  <a:cubicBezTo>
                    <a:pt x="266" y="314"/>
                    <a:pt x="277" y="275"/>
                    <a:pt x="281" y="232"/>
                  </a:cubicBezTo>
                  <a:cubicBezTo>
                    <a:pt x="282" y="221"/>
                    <a:pt x="283" y="210"/>
                    <a:pt x="283" y="199"/>
                  </a:cubicBezTo>
                  <a:cubicBezTo>
                    <a:pt x="283" y="148"/>
                    <a:pt x="271" y="101"/>
                    <a:pt x="251" y="65"/>
                  </a:cubicBezTo>
                  <a:cubicBezTo>
                    <a:pt x="240" y="47"/>
                    <a:pt x="228" y="32"/>
                    <a:pt x="213" y="21"/>
                  </a:cubicBezTo>
                  <a:cubicBezTo>
                    <a:pt x="198" y="9"/>
                    <a:pt x="181" y="2"/>
                    <a:pt x="162" y="0"/>
                  </a:cubicBezTo>
                  <a:cubicBezTo>
                    <a:pt x="159" y="0"/>
                    <a:pt x="156" y="0"/>
                    <a:pt x="153" y="0"/>
                  </a:cubicBezTo>
                  <a:cubicBezTo>
                    <a:pt x="133" y="0"/>
                    <a:pt x="114" y="6"/>
                    <a:pt x="97" y="17"/>
                  </a:cubicBezTo>
                  <a:cubicBezTo>
                    <a:pt x="71" y="33"/>
                    <a:pt x="50" y="59"/>
                    <a:pt x="33" y="92"/>
                  </a:cubicBezTo>
                  <a:cubicBezTo>
                    <a:pt x="16" y="124"/>
                    <a:pt x="5" y="163"/>
                    <a:pt x="1" y="206"/>
                  </a:cubicBezTo>
                  <a:cubicBezTo>
                    <a:pt x="17" y="207"/>
                    <a:pt x="17" y="207"/>
                    <a:pt x="17" y="207"/>
                  </a:cubicBezTo>
                  <a:cubicBezTo>
                    <a:pt x="32" y="209"/>
                    <a:pt x="32" y="209"/>
                    <a:pt x="32" y="209"/>
                  </a:cubicBezTo>
                  <a:cubicBezTo>
                    <a:pt x="37" y="157"/>
                    <a:pt x="54" y="111"/>
                    <a:pt x="77" y="80"/>
                  </a:cubicBezTo>
                  <a:cubicBezTo>
                    <a:pt x="88" y="64"/>
                    <a:pt x="101" y="51"/>
                    <a:pt x="114" y="43"/>
                  </a:cubicBezTo>
                  <a:cubicBezTo>
                    <a:pt x="127" y="35"/>
                    <a:pt x="140" y="31"/>
                    <a:pt x="153" y="31"/>
                  </a:cubicBezTo>
                  <a:cubicBezTo>
                    <a:pt x="155" y="31"/>
                    <a:pt x="157" y="31"/>
                    <a:pt x="159" y="31"/>
                  </a:cubicBezTo>
                  <a:cubicBezTo>
                    <a:pt x="171" y="32"/>
                    <a:pt x="183" y="37"/>
                    <a:pt x="194" y="45"/>
                  </a:cubicBezTo>
                  <a:cubicBezTo>
                    <a:pt x="210" y="58"/>
                    <a:pt x="225" y="79"/>
                    <a:pt x="235" y="105"/>
                  </a:cubicBezTo>
                  <a:cubicBezTo>
                    <a:pt x="246" y="132"/>
                    <a:pt x="252" y="164"/>
                    <a:pt x="252" y="199"/>
                  </a:cubicBezTo>
                  <a:cubicBezTo>
                    <a:pt x="252" y="209"/>
                    <a:pt x="251" y="219"/>
                    <a:pt x="250" y="229"/>
                  </a:cubicBezTo>
                  <a:cubicBezTo>
                    <a:pt x="245" y="281"/>
                    <a:pt x="228" y="327"/>
                    <a:pt x="206" y="358"/>
                  </a:cubicBezTo>
                  <a:cubicBezTo>
                    <a:pt x="194" y="374"/>
                    <a:pt x="182" y="387"/>
                    <a:pt x="169" y="395"/>
                  </a:cubicBezTo>
                  <a:cubicBezTo>
                    <a:pt x="155" y="403"/>
                    <a:pt x="142" y="407"/>
                    <a:pt x="129" y="407"/>
                  </a:cubicBezTo>
                  <a:cubicBezTo>
                    <a:pt x="127" y="407"/>
                    <a:pt x="125" y="407"/>
                    <a:pt x="123" y="407"/>
                  </a:cubicBezTo>
                  <a:cubicBezTo>
                    <a:pt x="111" y="406"/>
                    <a:pt x="99" y="401"/>
                    <a:pt x="88" y="393"/>
                  </a:cubicBezTo>
                  <a:cubicBezTo>
                    <a:pt x="72" y="380"/>
                    <a:pt x="57" y="360"/>
                    <a:pt x="47" y="333"/>
                  </a:cubicBezTo>
                  <a:cubicBezTo>
                    <a:pt x="37" y="306"/>
                    <a:pt x="31" y="274"/>
                    <a:pt x="31" y="239"/>
                  </a:cubicBezTo>
                  <a:cubicBezTo>
                    <a:pt x="31" y="229"/>
                    <a:pt x="31" y="219"/>
                    <a:pt x="32" y="209"/>
                  </a:cubicBezTo>
                  <a:lnTo>
                    <a:pt x="17" y="20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8" name="Google Shape;288;p15"/>
            <p:cNvSpPr/>
            <p:nvPr/>
          </p:nvSpPr>
          <p:spPr>
            <a:xfrm>
              <a:off x="8598378" y="899061"/>
              <a:ext cx="670560" cy="260852"/>
            </a:xfrm>
            <a:custGeom>
              <a:rect b="b" l="l" r="r" t="t"/>
              <a:pathLst>
                <a:path extrusionOk="0" h="184" w="473">
                  <a:moveTo>
                    <a:pt x="0" y="29"/>
                  </a:moveTo>
                  <a:lnTo>
                    <a:pt x="464" y="184"/>
                  </a:lnTo>
                  <a:lnTo>
                    <a:pt x="473" y="154"/>
                  </a:lnTo>
                  <a:lnTo>
                    <a:pt x="9" y="0"/>
                  </a:lnTo>
                  <a:lnTo>
                    <a:pt x="0"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89" name="Google Shape;289;p15"/>
            <p:cNvSpPr/>
            <p:nvPr/>
          </p:nvSpPr>
          <p:spPr>
            <a:xfrm>
              <a:off x="8598378" y="899061"/>
              <a:ext cx="670560" cy="260852"/>
            </a:xfrm>
            <a:custGeom>
              <a:rect b="b" l="l" r="r" t="t"/>
              <a:pathLst>
                <a:path extrusionOk="0" h="184" w="473">
                  <a:moveTo>
                    <a:pt x="0" y="29"/>
                  </a:moveTo>
                  <a:lnTo>
                    <a:pt x="464" y="184"/>
                  </a:lnTo>
                  <a:lnTo>
                    <a:pt x="473" y="154"/>
                  </a:lnTo>
                  <a:lnTo>
                    <a:pt x="9"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0" name="Google Shape;290;p15"/>
            <p:cNvSpPr/>
            <p:nvPr/>
          </p:nvSpPr>
          <p:spPr>
            <a:xfrm>
              <a:off x="8472205" y="1548356"/>
              <a:ext cx="642206" cy="123338"/>
            </a:xfrm>
            <a:custGeom>
              <a:rect b="b" l="l" r="r" t="t"/>
              <a:pathLst>
                <a:path extrusionOk="0" h="87" w="453">
                  <a:moveTo>
                    <a:pt x="0" y="31"/>
                  </a:moveTo>
                  <a:lnTo>
                    <a:pt x="451" y="87"/>
                  </a:lnTo>
                  <a:lnTo>
                    <a:pt x="453" y="54"/>
                  </a:lnTo>
                  <a:lnTo>
                    <a:pt x="3" y="0"/>
                  </a:lnTo>
                  <a:lnTo>
                    <a:pt x="0" y="3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1" name="Google Shape;291;p15"/>
            <p:cNvSpPr/>
            <p:nvPr/>
          </p:nvSpPr>
          <p:spPr>
            <a:xfrm>
              <a:off x="8472205" y="1548356"/>
              <a:ext cx="642206" cy="123338"/>
            </a:xfrm>
            <a:custGeom>
              <a:rect b="b" l="l" r="r" t="t"/>
              <a:pathLst>
                <a:path extrusionOk="0" h="87" w="453">
                  <a:moveTo>
                    <a:pt x="0" y="31"/>
                  </a:moveTo>
                  <a:lnTo>
                    <a:pt x="451" y="87"/>
                  </a:lnTo>
                  <a:lnTo>
                    <a:pt x="453" y="54"/>
                  </a:lnTo>
                  <a:lnTo>
                    <a:pt x="3"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2" name="Google Shape;292;p15"/>
            <p:cNvSpPr/>
            <p:nvPr/>
          </p:nvSpPr>
          <p:spPr>
            <a:xfrm>
              <a:off x="9076134" y="1090447"/>
              <a:ext cx="246675" cy="605347"/>
            </a:xfrm>
            <a:custGeom>
              <a:rect b="b" l="l" r="r" t="t"/>
              <a:pathLst>
                <a:path extrusionOk="0" h="314" w="128">
                  <a:moveTo>
                    <a:pt x="68" y="28"/>
                  </a:moveTo>
                  <a:cubicBezTo>
                    <a:pt x="83" y="73"/>
                    <a:pt x="83" y="122"/>
                    <a:pt x="78" y="168"/>
                  </a:cubicBezTo>
                  <a:cubicBezTo>
                    <a:pt x="73" y="209"/>
                    <a:pt x="60" y="270"/>
                    <a:pt x="17" y="288"/>
                  </a:cubicBezTo>
                  <a:cubicBezTo>
                    <a:pt x="12" y="291"/>
                    <a:pt x="0" y="299"/>
                    <a:pt x="6" y="307"/>
                  </a:cubicBezTo>
                  <a:cubicBezTo>
                    <a:pt x="13" y="314"/>
                    <a:pt x="27" y="311"/>
                    <a:pt x="35" y="308"/>
                  </a:cubicBezTo>
                  <a:cubicBezTo>
                    <a:pt x="86" y="286"/>
                    <a:pt x="108" y="233"/>
                    <a:pt x="118" y="182"/>
                  </a:cubicBezTo>
                  <a:cubicBezTo>
                    <a:pt x="128" y="129"/>
                    <a:pt x="128" y="68"/>
                    <a:pt x="111" y="16"/>
                  </a:cubicBezTo>
                  <a:cubicBezTo>
                    <a:pt x="106" y="0"/>
                    <a:pt x="63" y="12"/>
                    <a:pt x="68" y="2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3" name="Google Shape;293;p15"/>
            <p:cNvSpPr/>
            <p:nvPr/>
          </p:nvSpPr>
          <p:spPr>
            <a:xfrm>
              <a:off x="9290203" y="1165584"/>
              <a:ext cx="569905" cy="223993"/>
            </a:xfrm>
            <a:custGeom>
              <a:rect b="b" l="l" r="r" t="t"/>
              <a:pathLst>
                <a:path extrusionOk="0" h="158" w="402">
                  <a:moveTo>
                    <a:pt x="0" y="29"/>
                  </a:moveTo>
                  <a:lnTo>
                    <a:pt x="392" y="158"/>
                  </a:lnTo>
                  <a:lnTo>
                    <a:pt x="402" y="129"/>
                  </a:lnTo>
                  <a:lnTo>
                    <a:pt x="10" y="0"/>
                  </a:lnTo>
                  <a:lnTo>
                    <a:pt x="0"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4" name="Google Shape;294;p15"/>
            <p:cNvSpPr/>
            <p:nvPr/>
          </p:nvSpPr>
          <p:spPr>
            <a:xfrm>
              <a:off x="9290203" y="1165584"/>
              <a:ext cx="569905" cy="223993"/>
            </a:xfrm>
            <a:custGeom>
              <a:rect b="b" l="l" r="r" t="t"/>
              <a:pathLst>
                <a:path extrusionOk="0" h="158" w="402">
                  <a:moveTo>
                    <a:pt x="0" y="29"/>
                  </a:moveTo>
                  <a:lnTo>
                    <a:pt x="392" y="158"/>
                  </a:lnTo>
                  <a:lnTo>
                    <a:pt x="402" y="129"/>
                  </a:lnTo>
                  <a:lnTo>
                    <a:pt x="10" y="0"/>
                  </a:lnTo>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5" name="Google Shape;295;p15"/>
            <p:cNvSpPr/>
            <p:nvPr/>
          </p:nvSpPr>
          <p:spPr>
            <a:xfrm>
              <a:off x="9213648" y="1599393"/>
              <a:ext cx="595424" cy="117667"/>
            </a:xfrm>
            <a:custGeom>
              <a:rect b="b" l="l" r="r" t="t"/>
              <a:pathLst>
                <a:path extrusionOk="0" h="83" w="420">
                  <a:moveTo>
                    <a:pt x="0" y="30"/>
                  </a:moveTo>
                  <a:lnTo>
                    <a:pt x="417" y="83"/>
                  </a:lnTo>
                  <a:lnTo>
                    <a:pt x="420" y="53"/>
                  </a:lnTo>
                  <a:lnTo>
                    <a:pt x="4" y="0"/>
                  </a:lnTo>
                  <a:lnTo>
                    <a:pt x="0" y="30"/>
                  </a:lnTo>
                  <a:close/>
                </a:path>
              </a:pathLst>
            </a:custGeom>
            <a:solidFill>
              <a:srgbClr val="5858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6" name="Google Shape;296;p15"/>
            <p:cNvSpPr/>
            <p:nvPr/>
          </p:nvSpPr>
          <p:spPr>
            <a:xfrm>
              <a:off x="9213648" y="1599393"/>
              <a:ext cx="595424" cy="117667"/>
            </a:xfrm>
            <a:custGeom>
              <a:rect b="b" l="l" r="r" t="t"/>
              <a:pathLst>
                <a:path extrusionOk="0" h="83" w="420">
                  <a:moveTo>
                    <a:pt x="0" y="30"/>
                  </a:moveTo>
                  <a:lnTo>
                    <a:pt x="417" y="83"/>
                  </a:lnTo>
                  <a:lnTo>
                    <a:pt x="420" y="53"/>
                  </a:lnTo>
                  <a:lnTo>
                    <a:pt x="4" y="0"/>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7" name="Google Shape;297;p15"/>
            <p:cNvSpPr/>
            <p:nvPr/>
          </p:nvSpPr>
          <p:spPr>
            <a:xfrm>
              <a:off x="9705581" y="1324364"/>
              <a:ext cx="208398" cy="392696"/>
            </a:xfrm>
            <a:custGeom>
              <a:rect b="b" l="l" r="r" t="t"/>
              <a:pathLst>
                <a:path extrusionOk="0" h="204" w="108">
                  <a:moveTo>
                    <a:pt x="51" y="26"/>
                  </a:moveTo>
                  <a:cubicBezTo>
                    <a:pt x="61" y="80"/>
                    <a:pt x="74" y="143"/>
                    <a:pt x="23" y="181"/>
                  </a:cubicBezTo>
                  <a:cubicBezTo>
                    <a:pt x="0" y="198"/>
                    <a:pt x="36" y="204"/>
                    <a:pt x="50" y="194"/>
                  </a:cubicBezTo>
                  <a:cubicBezTo>
                    <a:pt x="78" y="174"/>
                    <a:pt x="97" y="149"/>
                    <a:pt x="103" y="114"/>
                  </a:cubicBezTo>
                  <a:cubicBezTo>
                    <a:pt x="108" y="81"/>
                    <a:pt x="100" y="47"/>
                    <a:pt x="94" y="15"/>
                  </a:cubicBezTo>
                  <a:cubicBezTo>
                    <a:pt x="91" y="0"/>
                    <a:pt x="48" y="10"/>
                    <a:pt x="51" y="2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8" name="Google Shape;298;p15"/>
            <p:cNvSpPr/>
            <p:nvPr/>
          </p:nvSpPr>
          <p:spPr>
            <a:xfrm>
              <a:off x="9823248" y="1405171"/>
              <a:ext cx="479174" cy="158780"/>
            </a:xfrm>
            <a:custGeom>
              <a:rect b="b" l="l" r="r" t="t"/>
              <a:pathLst>
                <a:path extrusionOk="0" h="82" w="249">
                  <a:moveTo>
                    <a:pt x="24" y="27"/>
                  </a:moveTo>
                  <a:cubicBezTo>
                    <a:pt x="82" y="44"/>
                    <a:pt x="140" y="64"/>
                    <a:pt x="199" y="79"/>
                  </a:cubicBezTo>
                  <a:cubicBezTo>
                    <a:pt x="212" y="82"/>
                    <a:pt x="249" y="62"/>
                    <a:pt x="225" y="56"/>
                  </a:cubicBezTo>
                  <a:cubicBezTo>
                    <a:pt x="166" y="41"/>
                    <a:pt x="109" y="21"/>
                    <a:pt x="50" y="4"/>
                  </a:cubicBezTo>
                  <a:cubicBezTo>
                    <a:pt x="37" y="0"/>
                    <a:pt x="0" y="20"/>
                    <a:pt x="24" y="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299" name="Google Shape;299;p15"/>
            <p:cNvSpPr/>
            <p:nvPr/>
          </p:nvSpPr>
          <p:spPr>
            <a:xfrm>
              <a:off x="9787807" y="1660353"/>
              <a:ext cx="469250" cy="59542"/>
            </a:xfrm>
            <a:custGeom>
              <a:rect b="b" l="l" r="r" t="t"/>
              <a:pathLst>
                <a:path extrusionOk="0" h="31" w="243">
                  <a:moveTo>
                    <a:pt x="17" y="22"/>
                  </a:moveTo>
                  <a:cubicBezTo>
                    <a:pt x="81" y="23"/>
                    <a:pt x="144" y="30"/>
                    <a:pt x="207" y="31"/>
                  </a:cubicBezTo>
                  <a:cubicBezTo>
                    <a:pt x="217" y="31"/>
                    <a:pt x="230" y="27"/>
                    <a:pt x="236" y="20"/>
                  </a:cubicBezTo>
                  <a:cubicBezTo>
                    <a:pt x="243" y="12"/>
                    <a:pt x="230" y="10"/>
                    <a:pt x="225" y="10"/>
                  </a:cubicBezTo>
                  <a:cubicBezTo>
                    <a:pt x="162" y="8"/>
                    <a:pt x="98" y="2"/>
                    <a:pt x="35" y="1"/>
                  </a:cubicBezTo>
                  <a:cubicBezTo>
                    <a:pt x="25" y="0"/>
                    <a:pt x="12" y="4"/>
                    <a:pt x="6" y="12"/>
                  </a:cubicBezTo>
                  <a:cubicBezTo>
                    <a:pt x="0" y="20"/>
                    <a:pt x="12" y="22"/>
                    <a:pt x="17"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0" name="Google Shape;300;p15"/>
            <p:cNvSpPr/>
            <p:nvPr/>
          </p:nvSpPr>
          <p:spPr>
            <a:xfrm>
              <a:off x="10167743" y="1517167"/>
              <a:ext cx="129008" cy="199892"/>
            </a:xfrm>
            <a:custGeom>
              <a:rect b="b" l="l" r="r" t="t"/>
              <a:pathLst>
                <a:path extrusionOk="0" h="104" w="67">
                  <a:moveTo>
                    <a:pt x="28" y="22"/>
                  </a:moveTo>
                  <a:cubicBezTo>
                    <a:pt x="34" y="43"/>
                    <a:pt x="33" y="65"/>
                    <a:pt x="15" y="80"/>
                  </a:cubicBezTo>
                  <a:cubicBezTo>
                    <a:pt x="0" y="94"/>
                    <a:pt x="24" y="104"/>
                    <a:pt x="36" y="94"/>
                  </a:cubicBezTo>
                  <a:cubicBezTo>
                    <a:pt x="60" y="72"/>
                    <a:pt x="67" y="45"/>
                    <a:pt x="59" y="14"/>
                  </a:cubicBezTo>
                  <a:cubicBezTo>
                    <a:pt x="55" y="0"/>
                    <a:pt x="24" y="8"/>
                    <a:pt x="28"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1" name="Google Shape;301;p15"/>
            <p:cNvSpPr/>
            <p:nvPr/>
          </p:nvSpPr>
          <p:spPr>
            <a:xfrm>
              <a:off x="8319096" y="1121636"/>
              <a:ext cx="53872" cy="109161"/>
            </a:xfrm>
            <a:custGeom>
              <a:rect b="b" l="l" r="r" t="t"/>
              <a:pathLst>
                <a:path extrusionOk="0" h="57" w="28">
                  <a:moveTo>
                    <a:pt x="2" y="30"/>
                  </a:moveTo>
                  <a:cubicBezTo>
                    <a:pt x="3" y="45"/>
                    <a:pt x="9" y="57"/>
                    <a:pt x="16" y="57"/>
                  </a:cubicBezTo>
                  <a:cubicBezTo>
                    <a:pt x="24" y="56"/>
                    <a:pt x="28" y="43"/>
                    <a:pt x="27" y="28"/>
                  </a:cubicBezTo>
                  <a:cubicBezTo>
                    <a:pt x="26" y="13"/>
                    <a:pt x="19" y="0"/>
                    <a:pt x="12" y="1"/>
                  </a:cubicBezTo>
                  <a:cubicBezTo>
                    <a:pt x="5" y="2"/>
                    <a:pt x="0" y="14"/>
                    <a:pt x="2" y="30"/>
                  </a:cubicBezTo>
                  <a:close/>
                </a:path>
              </a:pathLst>
            </a:custGeom>
            <a:solidFill>
              <a:srgbClr val="5858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2" name="Google Shape;302;p15"/>
            <p:cNvSpPr/>
            <p:nvPr/>
          </p:nvSpPr>
          <p:spPr>
            <a:xfrm>
              <a:off x="8299248" y="1100371"/>
              <a:ext cx="94984" cy="154526"/>
            </a:xfrm>
            <a:custGeom>
              <a:rect b="b" l="l" r="r" t="t"/>
              <a:pathLst>
                <a:path extrusionOk="0" h="80" w="49">
                  <a:moveTo>
                    <a:pt x="12" y="41"/>
                  </a:moveTo>
                  <a:cubicBezTo>
                    <a:pt x="0" y="42"/>
                    <a:pt x="0" y="42"/>
                    <a:pt x="0" y="42"/>
                  </a:cubicBezTo>
                  <a:cubicBezTo>
                    <a:pt x="0" y="51"/>
                    <a:pt x="3" y="59"/>
                    <a:pt x="6" y="65"/>
                  </a:cubicBezTo>
                  <a:cubicBezTo>
                    <a:pt x="8" y="69"/>
                    <a:pt x="10" y="72"/>
                    <a:pt x="13" y="75"/>
                  </a:cubicBezTo>
                  <a:cubicBezTo>
                    <a:pt x="15" y="76"/>
                    <a:pt x="17" y="77"/>
                    <a:pt x="19" y="78"/>
                  </a:cubicBezTo>
                  <a:cubicBezTo>
                    <a:pt x="21" y="79"/>
                    <a:pt x="23" y="80"/>
                    <a:pt x="26" y="80"/>
                  </a:cubicBezTo>
                  <a:cubicBezTo>
                    <a:pt x="26" y="80"/>
                    <a:pt x="27" y="80"/>
                    <a:pt x="27" y="79"/>
                  </a:cubicBezTo>
                  <a:cubicBezTo>
                    <a:pt x="27" y="79"/>
                    <a:pt x="27" y="79"/>
                    <a:pt x="27" y="79"/>
                  </a:cubicBezTo>
                  <a:cubicBezTo>
                    <a:pt x="27" y="79"/>
                    <a:pt x="27" y="79"/>
                    <a:pt x="27" y="79"/>
                  </a:cubicBezTo>
                  <a:cubicBezTo>
                    <a:pt x="30" y="79"/>
                    <a:pt x="32" y="79"/>
                    <a:pt x="34" y="78"/>
                  </a:cubicBezTo>
                  <a:cubicBezTo>
                    <a:pt x="37" y="76"/>
                    <a:pt x="40" y="73"/>
                    <a:pt x="42" y="71"/>
                  </a:cubicBezTo>
                  <a:cubicBezTo>
                    <a:pt x="45" y="67"/>
                    <a:pt x="46" y="63"/>
                    <a:pt x="48" y="58"/>
                  </a:cubicBezTo>
                  <a:cubicBezTo>
                    <a:pt x="49" y="54"/>
                    <a:pt x="49" y="49"/>
                    <a:pt x="49" y="43"/>
                  </a:cubicBezTo>
                  <a:cubicBezTo>
                    <a:pt x="49" y="42"/>
                    <a:pt x="49" y="40"/>
                    <a:pt x="49" y="38"/>
                  </a:cubicBezTo>
                  <a:cubicBezTo>
                    <a:pt x="48" y="29"/>
                    <a:pt x="46" y="21"/>
                    <a:pt x="43" y="14"/>
                  </a:cubicBezTo>
                  <a:cubicBezTo>
                    <a:pt x="41" y="11"/>
                    <a:pt x="39" y="8"/>
                    <a:pt x="36" y="5"/>
                  </a:cubicBezTo>
                  <a:cubicBezTo>
                    <a:pt x="34" y="4"/>
                    <a:pt x="32" y="2"/>
                    <a:pt x="30" y="2"/>
                  </a:cubicBezTo>
                  <a:cubicBezTo>
                    <a:pt x="28" y="1"/>
                    <a:pt x="25" y="0"/>
                    <a:pt x="23" y="0"/>
                  </a:cubicBezTo>
                  <a:cubicBezTo>
                    <a:pt x="22" y="0"/>
                    <a:pt x="22" y="0"/>
                    <a:pt x="21" y="0"/>
                  </a:cubicBezTo>
                  <a:cubicBezTo>
                    <a:pt x="22" y="0"/>
                    <a:pt x="22" y="0"/>
                    <a:pt x="22" y="0"/>
                  </a:cubicBezTo>
                  <a:cubicBezTo>
                    <a:pt x="19" y="0"/>
                    <a:pt x="17" y="1"/>
                    <a:pt x="15" y="2"/>
                  </a:cubicBezTo>
                  <a:cubicBezTo>
                    <a:pt x="11" y="4"/>
                    <a:pt x="9" y="6"/>
                    <a:pt x="7" y="9"/>
                  </a:cubicBezTo>
                  <a:cubicBezTo>
                    <a:pt x="4" y="13"/>
                    <a:pt x="2" y="17"/>
                    <a:pt x="1" y="21"/>
                  </a:cubicBezTo>
                  <a:cubicBezTo>
                    <a:pt x="0" y="26"/>
                    <a:pt x="0" y="31"/>
                    <a:pt x="0" y="36"/>
                  </a:cubicBezTo>
                  <a:cubicBezTo>
                    <a:pt x="0" y="38"/>
                    <a:pt x="0" y="40"/>
                    <a:pt x="0" y="42"/>
                  </a:cubicBezTo>
                  <a:cubicBezTo>
                    <a:pt x="12" y="41"/>
                    <a:pt x="12" y="41"/>
                    <a:pt x="12" y="41"/>
                  </a:cubicBezTo>
                  <a:cubicBezTo>
                    <a:pt x="23" y="40"/>
                    <a:pt x="23" y="40"/>
                    <a:pt x="23" y="40"/>
                  </a:cubicBezTo>
                  <a:cubicBezTo>
                    <a:pt x="23" y="39"/>
                    <a:pt x="23" y="37"/>
                    <a:pt x="23" y="36"/>
                  </a:cubicBezTo>
                  <a:cubicBezTo>
                    <a:pt x="23" y="31"/>
                    <a:pt x="24" y="26"/>
                    <a:pt x="25" y="24"/>
                  </a:cubicBezTo>
                  <a:cubicBezTo>
                    <a:pt x="26" y="24"/>
                    <a:pt x="26" y="23"/>
                    <a:pt x="26" y="23"/>
                  </a:cubicBezTo>
                  <a:cubicBezTo>
                    <a:pt x="26" y="23"/>
                    <a:pt x="26" y="23"/>
                    <a:pt x="26" y="23"/>
                  </a:cubicBezTo>
                  <a:cubicBezTo>
                    <a:pt x="24" y="21"/>
                    <a:pt x="24" y="21"/>
                    <a:pt x="24" y="21"/>
                  </a:cubicBezTo>
                  <a:cubicBezTo>
                    <a:pt x="25" y="23"/>
                    <a:pt x="25" y="23"/>
                    <a:pt x="25" y="23"/>
                  </a:cubicBezTo>
                  <a:cubicBezTo>
                    <a:pt x="26" y="23"/>
                    <a:pt x="26" y="23"/>
                    <a:pt x="26" y="23"/>
                  </a:cubicBezTo>
                  <a:cubicBezTo>
                    <a:pt x="24" y="21"/>
                    <a:pt x="24" y="21"/>
                    <a:pt x="24" y="21"/>
                  </a:cubicBezTo>
                  <a:cubicBezTo>
                    <a:pt x="25" y="23"/>
                    <a:pt x="25" y="23"/>
                    <a:pt x="25" y="23"/>
                  </a:cubicBezTo>
                  <a:cubicBezTo>
                    <a:pt x="23" y="18"/>
                    <a:pt x="23" y="18"/>
                    <a:pt x="23" y="18"/>
                  </a:cubicBezTo>
                  <a:cubicBezTo>
                    <a:pt x="23" y="24"/>
                    <a:pt x="23" y="24"/>
                    <a:pt x="23" y="24"/>
                  </a:cubicBezTo>
                  <a:cubicBezTo>
                    <a:pt x="24" y="24"/>
                    <a:pt x="25" y="24"/>
                    <a:pt x="25" y="23"/>
                  </a:cubicBezTo>
                  <a:cubicBezTo>
                    <a:pt x="23" y="18"/>
                    <a:pt x="23" y="18"/>
                    <a:pt x="23" y="18"/>
                  </a:cubicBezTo>
                  <a:cubicBezTo>
                    <a:pt x="23" y="24"/>
                    <a:pt x="23" y="24"/>
                    <a:pt x="23" y="24"/>
                  </a:cubicBezTo>
                  <a:cubicBezTo>
                    <a:pt x="23" y="24"/>
                    <a:pt x="23" y="24"/>
                    <a:pt x="23" y="24"/>
                  </a:cubicBezTo>
                  <a:cubicBezTo>
                    <a:pt x="23" y="24"/>
                    <a:pt x="23" y="24"/>
                    <a:pt x="23" y="24"/>
                  </a:cubicBezTo>
                  <a:cubicBezTo>
                    <a:pt x="23" y="18"/>
                    <a:pt x="23" y="18"/>
                    <a:pt x="23" y="18"/>
                  </a:cubicBezTo>
                  <a:cubicBezTo>
                    <a:pt x="23" y="24"/>
                    <a:pt x="23" y="24"/>
                    <a:pt x="23" y="24"/>
                  </a:cubicBezTo>
                  <a:cubicBezTo>
                    <a:pt x="23" y="24"/>
                    <a:pt x="23" y="24"/>
                    <a:pt x="23" y="24"/>
                  </a:cubicBezTo>
                  <a:cubicBezTo>
                    <a:pt x="23" y="18"/>
                    <a:pt x="23" y="18"/>
                    <a:pt x="23" y="18"/>
                  </a:cubicBezTo>
                  <a:cubicBezTo>
                    <a:pt x="23" y="24"/>
                    <a:pt x="23" y="24"/>
                    <a:pt x="23" y="24"/>
                  </a:cubicBezTo>
                  <a:cubicBezTo>
                    <a:pt x="23" y="19"/>
                    <a:pt x="23" y="19"/>
                    <a:pt x="23" y="19"/>
                  </a:cubicBezTo>
                  <a:cubicBezTo>
                    <a:pt x="21" y="23"/>
                    <a:pt x="21" y="23"/>
                    <a:pt x="21" y="23"/>
                  </a:cubicBezTo>
                  <a:cubicBezTo>
                    <a:pt x="21" y="24"/>
                    <a:pt x="22" y="24"/>
                    <a:pt x="23" y="24"/>
                  </a:cubicBezTo>
                  <a:cubicBezTo>
                    <a:pt x="23" y="19"/>
                    <a:pt x="23" y="19"/>
                    <a:pt x="23" y="19"/>
                  </a:cubicBezTo>
                  <a:cubicBezTo>
                    <a:pt x="21" y="23"/>
                    <a:pt x="21" y="23"/>
                    <a:pt x="21" y="23"/>
                  </a:cubicBezTo>
                  <a:cubicBezTo>
                    <a:pt x="22" y="21"/>
                    <a:pt x="22" y="21"/>
                    <a:pt x="22" y="21"/>
                  </a:cubicBezTo>
                  <a:cubicBezTo>
                    <a:pt x="20" y="23"/>
                    <a:pt x="20" y="23"/>
                    <a:pt x="20" y="23"/>
                  </a:cubicBezTo>
                  <a:cubicBezTo>
                    <a:pt x="20" y="23"/>
                    <a:pt x="20" y="23"/>
                    <a:pt x="21" y="23"/>
                  </a:cubicBezTo>
                  <a:cubicBezTo>
                    <a:pt x="22" y="21"/>
                    <a:pt x="22" y="21"/>
                    <a:pt x="22" y="21"/>
                  </a:cubicBezTo>
                  <a:cubicBezTo>
                    <a:pt x="20" y="23"/>
                    <a:pt x="20" y="23"/>
                    <a:pt x="20" y="23"/>
                  </a:cubicBezTo>
                  <a:cubicBezTo>
                    <a:pt x="20" y="23"/>
                    <a:pt x="20" y="23"/>
                    <a:pt x="20" y="23"/>
                  </a:cubicBezTo>
                  <a:cubicBezTo>
                    <a:pt x="21" y="23"/>
                    <a:pt x="22" y="25"/>
                    <a:pt x="23" y="28"/>
                  </a:cubicBezTo>
                  <a:cubicBezTo>
                    <a:pt x="24" y="31"/>
                    <a:pt x="25" y="35"/>
                    <a:pt x="25" y="40"/>
                  </a:cubicBezTo>
                  <a:cubicBezTo>
                    <a:pt x="26" y="41"/>
                    <a:pt x="26" y="42"/>
                    <a:pt x="26" y="43"/>
                  </a:cubicBezTo>
                  <a:cubicBezTo>
                    <a:pt x="26" y="49"/>
                    <a:pt x="25" y="53"/>
                    <a:pt x="24" y="55"/>
                  </a:cubicBezTo>
                  <a:cubicBezTo>
                    <a:pt x="23" y="56"/>
                    <a:pt x="23" y="56"/>
                    <a:pt x="23" y="57"/>
                  </a:cubicBezTo>
                  <a:cubicBezTo>
                    <a:pt x="23" y="57"/>
                    <a:pt x="23" y="57"/>
                    <a:pt x="23" y="57"/>
                  </a:cubicBezTo>
                  <a:cubicBezTo>
                    <a:pt x="25" y="59"/>
                    <a:pt x="25" y="59"/>
                    <a:pt x="25" y="59"/>
                  </a:cubicBezTo>
                  <a:cubicBezTo>
                    <a:pt x="23" y="56"/>
                    <a:pt x="23" y="56"/>
                    <a:pt x="23" y="56"/>
                  </a:cubicBezTo>
                  <a:cubicBezTo>
                    <a:pt x="23" y="57"/>
                    <a:pt x="23" y="57"/>
                    <a:pt x="23" y="57"/>
                  </a:cubicBezTo>
                  <a:cubicBezTo>
                    <a:pt x="25" y="59"/>
                    <a:pt x="25" y="59"/>
                    <a:pt x="25" y="59"/>
                  </a:cubicBezTo>
                  <a:cubicBezTo>
                    <a:pt x="23" y="56"/>
                    <a:pt x="23" y="56"/>
                    <a:pt x="23" y="56"/>
                  </a:cubicBezTo>
                  <a:cubicBezTo>
                    <a:pt x="26" y="61"/>
                    <a:pt x="26" y="61"/>
                    <a:pt x="26" y="61"/>
                  </a:cubicBezTo>
                  <a:cubicBezTo>
                    <a:pt x="26" y="56"/>
                    <a:pt x="26" y="56"/>
                    <a:pt x="26" y="56"/>
                  </a:cubicBezTo>
                  <a:cubicBezTo>
                    <a:pt x="25" y="56"/>
                    <a:pt x="24" y="56"/>
                    <a:pt x="23" y="56"/>
                  </a:cubicBezTo>
                  <a:cubicBezTo>
                    <a:pt x="26" y="61"/>
                    <a:pt x="26" y="61"/>
                    <a:pt x="26" y="61"/>
                  </a:cubicBezTo>
                  <a:cubicBezTo>
                    <a:pt x="26" y="56"/>
                    <a:pt x="26" y="56"/>
                    <a:pt x="26" y="56"/>
                  </a:cubicBezTo>
                  <a:cubicBezTo>
                    <a:pt x="26" y="56"/>
                    <a:pt x="26" y="56"/>
                    <a:pt x="26" y="56"/>
                  </a:cubicBezTo>
                  <a:cubicBezTo>
                    <a:pt x="26" y="61"/>
                    <a:pt x="26" y="61"/>
                    <a:pt x="26" y="61"/>
                  </a:cubicBezTo>
                  <a:cubicBezTo>
                    <a:pt x="26" y="56"/>
                    <a:pt x="26" y="56"/>
                    <a:pt x="26" y="56"/>
                  </a:cubicBezTo>
                  <a:cubicBezTo>
                    <a:pt x="26" y="56"/>
                    <a:pt x="26" y="56"/>
                    <a:pt x="26" y="56"/>
                  </a:cubicBezTo>
                  <a:cubicBezTo>
                    <a:pt x="26" y="61"/>
                    <a:pt x="26" y="61"/>
                    <a:pt x="26" y="61"/>
                  </a:cubicBezTo>
                  <a:cubicBezTo>
                    <a:pt x="26" y="56"/>
                    <a:pt x="26" y="56"/>
                    <a:pt x="26" y="56"/>
                  </a:cubicBezTo>
                  <a:cubicBezTo>
                    <a:pt x="26" y="61"/>
                    <a:pt x="26" y="61"/>
                    <a:pt x="26" y="61"/>
                  </a:cubicBezTo>
                  <a:cubicBezTo>
                    <a:pt x="28" y="56"/>
                    <a:pt x="28" y="56"/>
                    <a:pt x="28" y="56"/>
                  </a:cubicBezTo>
                  <a:cubicBezTo>
                    <a:pt x="28" y="56"/>
                    <a:pt x="27" y="56"/>
                    <a:pt x="26" y="56"/>
                  </a:cubicBezTo>
                  <a:cubicBezTo>
                    <a:pt x="26" y="61"/>
                    <a:pt x="26" y="61"/>
                    <a:pt x="26" y="61"/>
                  </a:cubicBezTo>
                  <a:cubicBezTo>
                    <a:pt x="28" y="56"/>
                    <a:pt x="28" y="56"/>
                    <a:pt x="28" y="56"/>
                  </a:cubicBezTo>
                  <a:cubicBezTo>
                    <a:pt x="27" y="59"/>
                    <a:pt x="27" y="59"/>
                    <a:pt x="27" y="59"/>
                  </a:cubicBezTo>
                  <a:cubicBezTo>
                    <a:pt x="29" y="56"/>
                    <a:pt x="29" y="56"/>
                    <a:pt x="29" y="56"/>
                  </a:cubicBezTo>
                  <a:cubicBezTo>
                    <a:pt x="29" y="56"/>
                    <a:pt x="28" y="56"/>
                    <a:pt x="28" y="56"/>
                  </a:cubicBezTo>
                  <a:cubicBezTo>
                    <a:pt x="27" y="59"/>
                    <a:pt x="27" y="59"/>
                    <a:pt x="27" y="59"/>
                  </a:cubicBezTo>
                  <a:cubicBezTo>
                    <a:pt x="29" y="56"/>
                    <a:pt x="29" y="56"/>
                    <a:pt x="29" y="56"/>
                  </a:cubicBezTo>
                  <a:cubicBezTo>
                    <a:pt x="29" y="56"/>
                    <a:pt x="29" y="56"/>
                    <a:pt x="29" y="56"/>
                  </a:cubicBezTo>
                  <a:cubicBezTo>
                    <a:pt x="28" y="56"/>
                    <a:pt x="27" y="54"/>
                    <a:pt x="26" y="51"/>
                  </a:cubicBezTo>
                  <a:cubicBezTo>
                    <a:pt x="25" y="48"/>
                    <a:pt x="24" y="44"/>
                    <a:pt x="23" y="40"/>
                  </a:cubicBezTo>
                  <a:lnTo>
                    <a:pt x="12" y="4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3" name="Google Shape;303;p15"/>
            <p:cNvSpPr/>
            <p:nvPr/>
          </p:nvSpPr>
          <p:spPr>
            <a:xfrm>
              <a:off x="9660216" y="1692959"/>
              <a:ext cx="554311" cy="301965"/>
            </a:xfrm>
            <a:custGeom>
              <a:rect b="b" l="l" r="r" t="t"/>
              <a:pathLst>
                <a:path extrusionOk="0" h="157" w="287">
                  <a:moveTo>
                    <a:pt x="272" y="147"/>
                  </a:moveTo>
                  <a:cubicBezTo>
                    <a:pt x="244" y="148"/>
                    <a:pt x="216" y="147"/>
                    <a:pt x="188" y="146"/>
                  </a:cubicBezTo>
                  <a:cubicBezTo>
                    <a:pt x="156" y="145"/>
                    <a:pt x="123" y="144"/>
                    <a:pt x="92" y="139"/>
                  </a:cubicBezTo>
                  <a:cubicBezTo>
                    <a:pt x="67" y="135"/>
                    <a:pt x="60" y="102"/>
                    <a:pt x="53" y="82"/>
                  </a:cubicBezTo>
                  <a:cubicBezTo>
                    <a:pt x="44" y="57"/>
                    <a:pt x="39" y="26"/>
                    <a:pt x="24" y="5"/>
                  </a:cubicBezTo>
                  <a:cubicBezTo>
                    <a:pt x="21" y="0"/>
                    <a:pt x="0" y="9"/>
                    <a:pt x="1" y="11"/>
                  </a:cubicBezTo>
                  <a:cubicBezTo>
                    <a:pt x="18" y="35"/>
                    <a:pt x="23" y="69"/>
                    <a:pt x="33" y="96"/>
                  </a:cubicBezTo>
                  <a:cubicBezTo>
                    <a:pt x="41" y="118"/>
                    <a:pt x="47" y="143"/>
                    <a:pt x="72" y="147"/>
                  </a:cubicBezTo>
                  <a:cubicBezTo>
                    <a:pt x="105" y="153"/>
                    <a:pt x="140" y="154"/>
                    <a:pt x="173" y="155"/>
                  </a:cubicBezTo>
                  <a:cubicBezTo>
                    <a:pt x="202" y="156"/>
                    <a:pt x="232" y="157"/>
                    <a:pt x="262" y="155"/>
                  </a:cubicBezTo>
                  <a:cubicBezTo>
                    <a:pt x="268" y="155"/>
                    <a:pt x="287" y="146"/>
                    <a:pt x="272" y="14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4" name="Google Shape;304;p15"/>
            <p:cNvSpPr/>
            <p:nvPr/>
          </p:nvSpPr>
          <p:spPr>
            <a:xfrm>
              <a:off x="10079848" y="2897982"/>
              <a:ext cx="650713" cy="1060420"/>
            </a:xfrm>
            <a:custGeom>
              <a:rect b="b" l="l" r="r" t="t"/>
              <a:pathLst>
                <a:path extrusionOk="0" h="549" w="338">
                  <a:moveTo>
                    <a:pt x="320" y="525"/>
                  </a:moveTo>
                  <a:cubicBezTo>
                    <a:pt x="225" y="489"/>
                    <a:pt x="156" y="407"/>
                    <a:pt x="109" y="321"/>
                  </a:cubicBezTo>
                  <a:cubicBezTo>
                    <a:pt x="59" y="229"/>
                    <a:pt x="31" y="120"/>
                    <a:pt x="39" y="15"/>
                  </a:cubicBezTo>
                  <a:cubicBezTo>
                    <a:pt x="40" y="0"/>
                    <a:pt x="9" y="5"/>
                    <a:pt x="8" y="18"/>
                  </a:cubicBezTo>
                  <a:cubicBezTo>
                    <a:pt x="0" y="126"/>
                    <a:pt x="28" y="234"/>
                    <a:pt x="78" y="329"/>
                  </a:cubicBezTo>
                  <a:cubicBezTo>
                    <a:pt x="126" y="422"/>
                    <a:pt x="202" y="506"/>
                    <a:pt x="301" y="545"/>
                  </a:cubicBezTo>
                  <a:cubicBezTo>
                    <a:pt x="314" y="549"/>
                    <a:pt x="338" y="532"/>
                    <a:pt x="320" y="52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5" name="Google Shape;305;p15"/>
            <p:cNvSpPr/>
            <p:nvPr/>
          </p:nvSpPr>
          <p:spPr>
            <a:xfrm>
              <a:off x="9647457" y="2788821"/>
              <a:ext cx="418214" cy="1121379"/>
            </a:xfrm>
            <a:custGeom>
              <a:rect b="b" l="l" r="r" t="t"/>
              <a:pathLst>
                <a:path extrusionOk="0" h="581" w="217">
                  <a:moveTo>
                    <a:pt x="145" y="11"/>
                  </a:moveTo>
                  <a:cubicBezTo>
                    <a:pt x="61" y="84"/>
                    <a:pt x="0" y="179"/>
                    <a:pt x="14" y="294"/>
                  </a:cubicBezTo>
                  <a:cubicBezTo>
                    <a:pt x="28" y="403"/>
                    <a:pt x="104" y="496"/>
                    <a:pt x="178" y="571"/>
                  </a:cubicBezTo>
                  <a:cubicBezTo>
                    <a:pt x="188" y="581"/>
                    <a:pt x="217" y="568"/>
                    <a:pt x="206" y="557"/>
                  </a:cubicBezTo>
                  <a:cubicBezTo>
                    <a:pt x="135" y="486"/>
                    <a:pt x="68" y="402"/>
                    <a:pt x="48" y="301"/>
                  </a:cubicBezTo>
                  <a:cubicBezTo>
                    <a:pt x="26" y="192"/>
                    <a:pt x="86" y="95"/>
                    <a:pt x="165" y="25"/>
                  </a:cubicBezTo>
                  <a:cubicBezTo>
                    <a:pt x="181" y="11"/>
                    <a:pt x="156" y="0"/>
                    <a:pt x="145"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6" name="Google Shape;306;p15"/>
            <p:cNvSpPr/>
            <p:nvPr/>
          </p:nvSpPr>
          <p:spPr>
            <a:xfrm>
              <a:off x="9935245" y="3869089"/>
              <a:ext cx="195639" cy="231081"/>
            </a:xfrm>
            <a:custGeom>
              <a:rect b="b" l="l" r="r" t="t"/>
              <a:pathLst>
                <a:path extrusionOk="0" h="120" w="102">
                  <a:moveTo>
                    <a:pt x="30" y="14"/>
                  </a:moveTo>
                  <a:cubicBezTo>
                    <a:pt x="95" y="35"/>
                    <a:pt x="38" y="92"/>
                    <a:pt x="5" y="113"/>
                  </a:cubicBezTo>
                  <a:cubicBezTo>
                    <a:pt x="0" y="116"/>
                    <a:pt x="1" y="120"/>
                    <a:pt x="7" y="120"/>
                  </a:cubicBezTo>
                  <a:cubicBezTo>
                    <a:pt x="14" y="120"/>
                    <a:pt x="22" y="118"/>
                    <a:pt x="29" y="114"/>
                  </a:cubicBezTo>
                  <a:cubicBezTo>
                    <a:pt x="51" y="100"/>
                    <a:pt x="73" y="81"/>
                    <a:pt x="87" y="57"/>
                  </a:cubicBezTo>
                  <a:cubicBezTo>
                    <a:pt x="102" y="29"/>
                    <a:pt x="82" y="11"/>
                    <a:pt x="56" y="2"/>
                  </a:cubicBezTo>
                  <a:cubicBezTo>
                    <a:pt x="49" y="0"/>
                    <a:pt x="21" y="12"/>
                    <a:pt x="30" y="1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7" name="Google Shape;307;p15"/>
            <p:cNvSpPr/>
            <p:nvPr/>
          </p:nvSpPr>
          <p:spPr>
            <a:xfrm>
              <a:off x="10455531" y="3897443"/>
              <a:ext cx="260852" cy="272193"/>
            </a:xfrm>
            <a:custGeom>
              <a:rect b="b" l="l" r="r" t="t"/>
              <a:pathLst>
                <a:path extrusionOk="0" h="141" w="135">
                  <a:moveTo>
                    <a:pt x="103" y="19"/>
                  </a:moveTo>
                  <a:cubicBezTo>
                    <a:pt x="103" y="69"/>
                    <a:pt x="60" y="97"/>
                    <a:pt x="19" y="117"/>
                  </a:cubicBezTo>
                  <a:cubicBezTo>
                    <a:pt x="0" y="126"/>
                    <a:pt x="17" y="141"/>
                    <a:pt x="33" y="133"/>
                  </a:cubicBezTo>
                  <a:cubicBezTo>
                    <a:pt x="80" y="111"/>
                    <a:pt x="135" y="75"/>
                    <a:pt x="134" y="16"/>
                  </a:cubicBezTo>
                  <a:cubicBezTo>
                    <a:pt x="134" y="0"/>
                    <a:pt x="102" y="6"/>
                    <a:pt x="103" y="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8" name="Google Shape;308;p15"/>
            <p:cNvSpPr/>
            <p:nvPr/>
          </p:nvSpPr>
          <p:spPr>
            <a:xfrm>
              <a:off x="9485842" y="1644758"/>
              <a:ext cx="741444" cy="734355"/>
            </a:xfrm>
            <a:custGeom>
              <a:rect b="b" l="l" r="r" t="t"/>
              <a:pathLst>
                <a:path extrusionOk="0" h="381" w="385">
                  <a:moveTo>
                    <a:pt x="8" y="11"/>
                  </a:moveTo>
                  <a:cubicBezTo>
                    <a:pt x="0" y="68"/>
                    <a:pt x="11" y="128"/>
                    <a:pt x="30" y="182"/>
                  </a:cubicBezTo>
                  <a:cubicBezTo>
                    <a:pt x="51" y="240"/>
                    <a:pt x="87" y="299"/>
                    <a:pt x="143" y="329"/>
                  </a:cubicBezTo>
                  <a:cubicBezTo>
                    <a:pt x="236" y="381"/>
                    <a:pt x="312" y="271"/>
                    <a:pt x="375" y="221"/>
                  </a:cubicBezTo>
                  <a:cubicBezTo>
                    <a:pt x="385" y="213"/>
                    <a:pt x="362" y="215"/>
                    <a:pt x="357" y="219"/>
                  </a:cubicBezTo>
                  <a:cubicBezTo>
                    <a:pt x="325" y="243"/>
                    <a:pt x="299" y="274"/>
                    <a:pt x="268" y="299"/>
                  </a:cubicBezTo>
                  <a:cubicBezTo>
                    <a:pt x="251" y="313"/>
                    <a:pt x="232" y="325"/>
                    <a:pt x="210" y="329"/>
                  </a:cubicBezTo>
                  <a:cubicBezTo>
                    <a:pt x="184" y="333"/>
                    <a:pt x="159" y="319"/>
                    <a:pt x="139" y="304"/>
                  </a:cubicBezTo>
                  <a:cubicBezTo>
                    <a:pt x="95" y="270"/>
                    <a:pt x="68" y="217"/>
                    <a:pt x="50" y="164"/>
                  </a:cubicBezTo>
                  <a:cubicBezTo>
                    <a:pt x="33" y="115"/>
                    <a:pt x="24" y="60"/>
                    <a:pt x="31" y="7"/>
                  </a:cubicBezTo>
                  <a:cubicBezTo>
                    <a:pt x="32" y="0"/>
                    <a:pt x="9" y="4"/>
                    <a:pt x="8" y="1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09" name="Google Shape;309;p15"/>
            <p:cNvSpPr/>
            <p:nvPr/>
          </p:nvSpPr>
          <p:spPr>
            <a:xfrm>
              <a:off x="9253343" y="1597975"/>
              <a:ext cx="412543" cy="250928"/>
            </a:xfrm>
            <a:custGeom>
              <a:rect b="b" l="l" r="r" t="t"/>
              <a:pathLst>
                <a:path extrusionOk="0" h="130" w="214">
                  <a:moveTo>
                    <a:pt x="156" y="31"/>
                  </a:moveTo>
                  <a:cubicBezTo>
                    <a:pt x="214" y="130"/>
                    <a:pt x="0" y="11"/>
                    <a:pt x="111" y="0"/>
                  </a:cubicBezTo>
                  <a:cubicBezTo>
                    <a:pt x="114" y="13"/>
                    <a:pt x="126" y="21"/>
                    <a:pt x="129" y="28"/>
                  </a:cubicBezTo>
                  <a:cubicBezTo>
                    <a:pt x="133" y="22"/>
                    <a:pt x="143" y="18"/>
                    <a:pt x="148" y="11"/>
                  </a:cubicBezTo>
                  <a:cubicBezTo>
                    <a:pt x="153" y="14"/>
                    <a:pt x="157" y="23"/>
                    <a:pt x="163"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10" name="Google Shape;310;p15"/>
            <p:cNvSpPr/>
            <p:nvPr/>
          </p:nvSpPr>
          <p:spPr>
            <a:xfrm>
              <a:off x="9369593" y="1582380"/>
              <a:ext cx="235334" cy="171539"/>
            </a:xfrm>
            <a:custGeom>
              <a:rect b="b" l="l" r="r" t="t"/>
              <a:pathLst>
                <a:path extrusionOk="0" h="89" w="122">
                  <a:moveTo>
                    <a:pt x="82" y="43"/>
                  </a:moveTo>
                  <a:cubicBezTo>
                    <a:pt x="86" y="50"/>
                    <a:pt x="91" y="58"/>
                    <a:pt x="92" y="67"/>
                  </a:cubicBezTo>
                  <a:cubicBezTo>
                    <a:pt x="92" y="70"/>
                    <a:pt x="92" y="72"/>
                    <a:pt x="91" y="74"/>
                  </a:cubicBezTo>
                  <a:cubicBezTo>
                    <a:pt x="91" y="74"/>
                    <a:pt x="91" y="74"/>
                    <a:pt x="91" y="74"/>
                  </a:cubicBezTo>
                  <a:cubicBezTo>
                    <a:pt x="92" y="73"/>
                    <a:pt x="96" y="71"/>
                    <a:pt x="96" y="71"/>
                  </a:cubicBezTo>
                  <a:cubicBezTo>
                    <a:pt x="97" y="71"/>
                    <a:pt x="101" y="71"/>
                    <a:pt x="98" y="71"/>
                  </a:cubicBezTo>
                  <a:cubicBezTo>
                    <a:pt x="96" y="71"/>
                    <a:pt x="97" y="71"/>
                    <a:pt x="98" y="71"/>
                  </a:cubicBezTo>
                  <a:cubicBezTo>
                    <a:pt x="97" y="71"/>
                    <a:pt x="96" y="71"/>
                    <a:pt x="95" y="71"/>
                  </a:cubicBezTo>
                  <a:cubicBezTo>
                    <a:pt x="91" y="70"/>
                    <a:pt x="91" y="70"/>
                    <a:pt x="87" y="68"/>
                  </a:cubicBezTo>
                  <a:cubicBezTo>
                    <a:pt x="79" y="66"/>
                    <a:pt x="72" y="62"/>
                    <a:pt x="65" y="58"/>
                  </a:cubicBezTo>
                  <a:cubicBezTo>
                    <a:pt x="53" y="52"/>
                    <a:pt x="39" y="42"/>
                    <a:pt x="34" y="29"/>
                  </a:cubicBezTo>
                  <a:cubicBezTo>
                    <a:pt x="32" y="24"/>
                    <a:pt x="32" y="21"/>
                    <a:pt x="35" y="18"/>
                  </a:cubicBezTo>
                  <a:cubicBezTo>
                    <a:pt x="34" y="19"/>
                    <a:pt x="35" y="18"/>
                    <a:pt x="35" y="18"/>
                  </a:cubicBezTo>
                  <a:cubicBezTo>
                    <a:pt x="35" y="18"/>
                    <a:pt x="37" y="17"/>
                    <a:pt x="35" y="17"/>
                  </a:cubicBezTo>
                  <a:cubicBezTo>
                    <a:pt x="41" y="16"/>
                    <a:pt x="42" y="15"/>
                    <a:pt x="49" y="15"/>
                  </a:cubicBezTo>
                  <a:cubicBezTo>
                    <a:pt x="45" y="14"/>
                    <a:pt x="41" y="13"/>
                    <a:pt x="37" y="12"/>
                  </a:cubicBezTo>
                  <a:cubicBezTo>
                    <a:pt x="40" y="23"/>
                    <a:pt x="50" y="30"/>
                    <a:pt x="55" y="40"/>
                  </a:cubicBezTo>
                  <a:cubicBezTo>
                    <a:pt x="58" y="49"/>
                    <a:pt x="78" y="41"/>
                    <a:pt x="82" y="36"/>
                  </a:cubicBezTo>
                  <a:cubicBezTo>
                    <a:pt x="87" y="30"/>
                    <a:pt x="96" y="26"/>
                    <a:pt x="101" y="19"/>
                  </a:cubicBezTo>
                  <a:cubicBezTo>
                    <a:pt x="92" y="21"/>
                    <a:pt x="84" y="22"/>
                    <a:pt x="75" y="24"/>
                  </a:cubicBezTo>
                  <a:cubicBezTo>
                    <a:pt x="81" y="28"/>
                    <a:pt x="83" y="35"/>
                    <a:pt x="89" y="39"/>
                  </a:cubicBezTo>
                  <a:cubicBezTo>
                    <a:pt x="95" y="43"/>
                    <a:pt x="102" y="41"/>
                    <a:pt x="108" y="39"/>
                  </a:cubicBezTo>
                  <a:cubicBezTo>
                    <a:pt x="110" y="38"/>
                    <a:pt x="121" y="32"/>
                    <a:pt x="116" y="29"/>
                  </a:cubicBezTo>
                  <a:cubicBezTo>
                    <a:pt x="110" y="25"/>
                    <a:pt x="107" y="18"/>
                    <a:pt x="101" y="14"/>
                  </a:cubicBezTo>
                  <a:cubicBezTo>
                    <a:pt x="94" y="9"/>
                    <a:pt x="80" y="13"/>
                    <a:pt x="75" y="19"/>
                  </a:cubicBezTo>
                  <a:cubicBezTo>
                    <a:pt x="69" y="26"/>
                    <a:pt x="61" y="30"/>
                    <a:pt x="56" y="37"/>
                  </a:cubicBezTo>
                  <a:cubicBezTo>
                    <a:pt x="65" y="35"/>
                    <a:pt x="74" y="34"/>
                    <a:pt x="83" y="33"/>
                  </a:cubicBezTo>
                  <a:cubicBezTo>
                    <a:pt x="79" y="22"/>
                    <a:pt x="69" y="15"/>
                    <a:pt x="65" y="4"/>
                  </a:cubicBezTo>
                  <a:cubicBezTo>
                    <a:pt x="64" y="0"/>
                    <a:pt x="56" y="0"/>
                    <a:pt x="53" y="1"/>
                  </a:cubicBezTo>
                  <a:cubicBezTo>
                    <a:pt x="37" y="3"/>
                    <a:pt x="0" y="10"/>
                    <a:pt x="4" y="33"/>
                  </a:cubicBezTo>
                  <a:cubicBezTo>
                    <a:pt x="7" y="50"/>
                    <a:pt x="28" y="63"/>
                    <a:pt x="42" y="71"/>
                  </a:cubicBezTo>
                  <a:cubicBezTo>
                    <a:pt x="59" y="81"/>
                    <a:pt x="80" y="89"/>
                    <a:pt x="100" y="84"/>
                  </a:cubicBezTo>
                  <a:cubicBezTo>
                    <a:pt x="109" y="81"/>
                    <a:pt x="119" y="76"/>
                    <a:pt x="120" y="66"/>
                  </a:cubicBezTo>
                  <a:cubicBezTo>
                    <a:pt x="122" y="55"/>
                    <a:pt x="116" y="44"/>
                    <a:pt x="110" y="35"/>
                  </a:cubicBezTo>
                  <a:cubicBezTo>
                    <a:pt x="105" y="26"/>
                    <a:pt x="78" y="36"/>
                    <a:pt x="82" y="4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6"/>
          <p:cNvSpPr/>
          <p:nvPr/>
        </p:nvSpPr>
        <p:spPr>
          <a:xfrm>
            <a:off x="5157805" y="1739081"/>
            <a:ext cx="1492500" cy="993900"/>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6600">
                <a:solidFill>
                  <a:schemeClr val="dk1"/>
                </a:solidFill>
                <a:latin typeface="Microsoft Yahei"/>
                <a:ea typeface="Microsoft Yahei"/>
                <a:cs typeface="Microsoft Yahei"/>
                <a:sym typeface="Microsoft Yahei"/>
              </a:rPr>
              <a:t>02</a:t>
            </a:r>
            <a:endParaRPr sz="6600">
              <a:solidFill>
                <a:schemeClr val="dk1"/>
              </a:solidFill>
              <a:latin typeface="Microsoft Yahei"/>
              <a:ea typeface="Microsoft Yahei"/>
              <a:cs typeface="Microsoft Yahei"/>
              <a:sym typeface="Microsoft Yahei"/>
            </a:endParaRPr>
          </a:p>
        </p:txBody>
      </p:sp>
      <p:sp>
        <p:nvSpPr>
          <p:cNvPr id="316" name="Google Shape;316;p16"/>
          <p:cNvSpPr txBox="1"/>
          <p:nvPr/>
        </p:nvSpPr>
        <p:spPr>
          <a:xfrm>
            <a:off x="1958934" y="3167243"/>
            <a:ext cx="7890300" cy="1862400"/>
          </a:xfrm>
          <a:prstGeom prst="rect">
            <a:avLst/>
          </a:prstGeom>
          <a:noFill/>
          <a:ln>
            <a:noFill/>
          </a:ln>
          <a:effectLst>
            <a:outerShdw blurRad="71438" rotWithShape="0" algn="bl" dir="7500000" dist="47625">
              <a:srgbClr val="434343"/>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zh-CN" sz="11500">
                <a:solidFill>
                  <a:srgbClr val="FFC000"/>
                </a:solidFill>
                <a:latin typeface="Yusei Magic"/>
                <a:ea typeface="Yusei Magic"/>
                <a:cs typeface="Yusei Magic"/>
                <a:sym typeface="Yusei Magic"/>
              </a:rPr>
              <a:t>繪製草稿圖</a:t>
            </a:r>
            <a:endParaRPr>
              <a:latin typeface="Yusei Magic"/>
              <a:ea typeface="Yusei Magic"/>
              <a:cs typeface="Yusei Magic"/>
              <a:sym typeface="Yusei Magic"/>
            </a:endParaRPr>
          </a:p>
        </p:txBody>
      </p:sp>
      <p:pic>
        <p:nvPicPr>
          <p:cNvPr id="317" name="Google Shape;317;p16"/>
          <p:cNvPicPr preferRelativeResize="0"/>
          <p:nvPr/>
        </p:nvPicPr>
        <p:blipFill rotWithShape="1">
          <a:blip r:embed="rId3">
            <a:alphaModFix/>
          </a:blip>
          <a:srcRect b="0" l="0" r="0" t="0"/>
          <a:stretch/>
        </p:blipFill>
        <p:spPr>
          <a:xfrm>
            <a:off x="819349" y="1455600"/>
            <a:ext cx="2900262" cy="1243277"/>
          </a:xfrm>
          <a:prstGeom prst="rect">
            <a:avLst/>
          </a:prstGeom>
          <a:noFill/>
          <a:ln>
            <a:noFill/>
          </a:ln>
        </p:spPr>
      </p:pic>
      <p:pic>
        <p:nvPicPr>
          <p:cNvPr id="318" name="Google Shape;318;p16"/>
          <p:cNvPicPr preferRelativeResize="0"/>
          <p:nvPr/>
        </p:nvPicPr>
        <p:blipFill rotWithShape="1">
          <a:blip r:embed="rId4">
            <a:alphaModFix/>
          </a:blip>
          <a:srcRect b="0" l="0" r="0" t="0"/>
          <a:stretch/>
        </p:blipFill>
        <p:spPr>
          <a:xfrm>
            <a:off x="7783078" y="560270"/>
            <a:ext cx="3351395" cy="3351395"/>
          </a:xfrm>
          <a:prstGeom prst="rect">
            <a:avLst/>
          </a:prstGeom>
          <a:noFill/>
          <a:ln>
            <a:noFill/>
          </a:ln>
        </p:spPr>
      </p:pic>
      <p:pic>
        <p:nvPicPr>
          <p:cNvPr id="319" name="Google Shape;319;p16"/>
          <p:cNvPicPr preferRelativeResize="0"/>
          <p:nvPr/>
        </p:nvPicPr>
        <p:blipFill rotWithShape="1">
          <a:blip r:embed="rId5">
            <a:alphaModFix/>
          </a:blip>
          <a:srcRect b="0" l="0" r="0" t="0"/>
          <a:stretch/>
        </p:blipFill>
        <p:spPr>
          <a:xfrm>
            <a:off x="5592936" y="1375698"/>
            <a:ext cx="834903" cy="615741"/>
          </a:xfrm>
          <a:prstGeom prst="rect">
            <a:avLst/>
          </a:prstGeom>
          <a:noFill/>
          <a:ln>
            <a:noFill/>
          </a:ln>
        </p:spPr>
      </p:pic>
      <p:pic>
        <p:nvPicPr>
          <p:cNvPr id="320" name="Google Shape;320;p16"/>
          <p:cNvPicPr preferRelativeResize="0"/>
          <p:nvPr/>
        </p:nvPicPr>
        <p:blipFill rotWithShape="1">
          <a:blip r:embed="rId6">
            <a:alphaModFix/>
          </a:blip>
          <a:srcRect b="0" l="0" r="0" t="0"/>
          <a:stretch/>
        </p:blipFill>
        <p:spPr>
          <a:xfrm>
            <a:off x="5000433" y="5275324"/>
            <a:ext cx="463845" cy="495467"/>
          </a:xfrm>
          <a:prstGeom prst="rect">
            <a:avLst/>
          </a:prstGeom>
          <a:noFill/>
          <a:ln>
            <a:noFill/>
          </a:ln>
        </p:spPr>
      </p:pic>
      <p:sp>
        <p:nvSpPr>
          <p:cNvPr id="321" name="Google Shape;321;p16"/>
          <p:cNvSpPr/>
          <p:nvPr/>
        </p:nvSpPr>
        <p:spPr>
          <a:xfrm>
            <a:off x="5592936" y="5353848"/>
            <a:ext cx="26466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2000">
                <a:solidFill>
                  <a:srgbClr val="666666"/>
                </a:solidFill>
                <a:latin typeface="Mochiy Pop One"/>
                <a:ea typeface="Mochiy Pop One"/>
                <a:cs typeface="Mochiy Pop One"/>
                <a:sym typeface="Mochiy Pop One"/>
              </a:rPr>
              <a:t>The part two</a:t>
            </a:r>
            <a:endParaRPr sz="2000">
              <a:solidFill>
                <a:srgbClr val="666666"/>
              </a:solidFill>
              <a:latin typeface="Mochiy Pop One"/>
              <a:ea typeface="Mochiy Pop One"/>
              <a:cs typeface="Mochiy Pop One"/>
              <a:sym typeface="Mochiy Pop One"/>
            </a:endParaRPr>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7"/>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t/>
            </a:r>
            <a:endParaRPr/>
          </a:p>
        </p:txBody>
      </p:sp>
      <p:grpSp>
        <p:nvGrpSpPr>
          <p:cNvPr id="327" name="Google Shape;327;p17"/>
          <p:cNvGrpSpPr/>
          <p:nvPr/>
        </p:nvGrpSpPr>
        <p:grpSpPr>
          <a:xfrm flipH="1">
            <a:off x="9643081" y="2625214"/>
            <a:ext cx="1140746" cy="2174626"/>
            <a:chOff x="7313614" y="5424488"/>
            <a:chExt cx="363538" cy="641350"/>
          </a:xfrm>
        </p:grpSpPr>
        <p:sp>
          <p:nvSpPr>
            <p:cNvPr id="328" name="Google Shape;328;p17"/>
            <p:cNvSpPr/>
            <p:nvPr/>
          </p:nvSpPr>
          <p:spPr>
            <a:xfrm>
              <a:off x="7394577" y="5473701"/>
              <a:ext cx="217488" cy="217488"/>
            </a:xfrm>
            <a:custGeom>
              <a:rect b="b" l="l" r="r" t="t"/>
              <a:pathLst>
                <a:path extrusionOk="0" h="125" w="125">
                  <a:moveTo>
                    <a:pt x="0" y="62"/>
                  </a:moveTo>
                  <a:cubicBezTo>
                    <a:pt x="0" y="28"/>
                    <a:pt x="28" y="0"/>
                    <a:pt x="63" y="0"/>
                  </a:cubicBezTo>
                  <a:cubicBezTo>
                    <a:pt x="63" y="0"/>
                    <a:pt x="63" y="0"/>
                    <a:pt x="63" y="0"/>
                  </a:cubicBezTo>
                  <a:cubicBezTo>
                    <a:pt x="97" y="0"/>
                    <a:pt x="125" y="28"/>
                    <a:pt x="125" y="62"/>
                  </a:cubicBezTo>
                  <a:cubicBezTo>
                    <a:pt x="125" y="62"/>
                    <a:pt x="125" y="62"/>
                    <a:pt x="125" y="62"/>
                  </a:cubicBezTo>
                  <a:cubicBezTo>
                    <a:pt x="125" y="97"/>
                    <a:pt x="97" y="125"/>
                    <a:pt x="63" y="125"/>
                  </a:cubicBezTo>
                  <a:cubicBezTo>
                    <a:pt x="63" y="125"/>
                    <a:pt x="63" y="125"/>
                    <a:pt x="63" y="125"/>
                  </a:cubicBezTo>
                  <a:cubicBezTo>
                    <a:pt x="28" y="125"/>
                    <a:pt x="0" y="97"/>
                    <a:pt x="0" y="62"/>
                  </a:cubicBezTo>
                  <a:close/>
                  <a:moveTo>
                    <a:pt x="4" y="62"/>
                  </a:moveTo>
                  <a:cubicBezTo>
                    <a:pt x="4" y="95"/>
                    <a:pt x="30" y="121"/>
                    <a:pt x="63" y="121"/>
                  </a:cubicBezTo>
                  <a:cubicBezTo>
                    <a:pt x="63" y="121"/>
                    <a:pt x="63" y="121"/>
                    <a:pt x="63" y="121"/>
                  </a:cubicBezTo>
                  <a:cubicBezTo>
                    <a:pt x="95" y="121"/>
                    <a:pt x="121" y="95"/>
                    <a:pt x="121" y="62"/>
                  </a:cubicBezTo>
                  <a:cubicBezTo>
                    <a:pt x="121" y="62"/>
                    <a:pt x="121" y="62"/>
                    <a:pt x="121" y="62"/>
                  </a:cubicBezTo>
                  <a:cubicBezTo>
                    <a:pt x="121" y="30"/>
                    <a:pt x="95" y="4"/>
                    <a:pt x="63" y="4"/>
                  </a:cubicBezTo>
                  <a:cubicBezTo>
                    <a:pt x="63" y="4"/>
                    <a:pt x="63" y="4"/>
                    <a:pt x="63" y="4"/>
                  </a:cubicBezTo>
                  <a:cubicBezTo>
                    <a:pt x="30" y="4"/>
                    <a:pt x="4" y="30"/>
                    <a:pt x="4" y="62"/>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29" name="Google Shape;329;p17"/>
            <p:cNvSpPr/>
            <p:nvPr/>
          </p:nvSpPr>
          <p:spPr>
            <a:xfrm>
              <a:off x="7391402" y="5470526"/>
              <a:ext cx="225425" cy="223838"/>
            </a:xfrm>
            <a:custGeom>
              <a:rect b="b" l="l" r="r" t="t"/>
              <a:pathLst>
                <a:path extrusionOk="0" h="129" w="129">
                  <a:moveTo>
                    <a:pt x="0" y="64"/>
                  </a:moveTo>
                  <a:cubicBezTo>
                    <a:pt x="0" y="29"/>
                    <a:pt x="29" y="0"/>
                    <a:pt x="65" y="0"/>
                  </a:cubicBezTo>
                  <a:cubicBezTo>
                    <a:pt x="65" y="0"/>
                    <a:pt x="65" y="0"/>
                    <a:pt x="65" y="0"/>
                  </a:cubicBezTo>
                  <a:cubicBezTo>
                    <a:pt x="100" y="0"/>
                    <a:pt x="129" y="29"/>
                    <a:pt x="129" y="64"/>
                  </a:cubicBezTo>
                  <a:cubicBezTo>
                    <a:pt x="129" y="64"/>
                    <a:pt x="129" y="64"/>
                    <a:pt x="129" y="64"/>
                  </a:cubicBezTo>
                  <a:cubicBezTo>
                    <a:pt x="129" y="100"/>
                    <a:pt x="100" y="129"/>
                    <a:pt x="65" y="129"/>
                  </a:cubicBezTo>
                  <a:cubicBezTo>
                    <a:pt x="65" y="129"/>
                    <a:pt x="65" y="129"/>
                    <a:pt x="65" y="129"/>
                  </a:cubicBezTo>
                  <a:cubicBezTo>
                    <a:pt x="29" y="129"/>
                    <a:pt x="0" y="100"/>
                    <a:pt x="0" y="64"/>
                  </a:cubicBezTo>
                  <a:close/>
                  <a:moveTo>
                    <a:pt x="125" y="64"/>
                  </a:moveTo>
                  <a:cubicBezTo>
                    <a:pt x="125" y="96"/>
                    <a:pt x="100" y="122"/>
                    <a:pt x="69" y="125"/>
                  </a:cubicBezTo>
                  <a:cubicBezTo>
                    <a:pt x="69" y="125"/>
                    <a:pt x="69" y="125"/>
                    <a:pt x="69" y="125"/>
                  </a:cubicBezTo>
                  <a:cubicBezTo>
                    <a:pt x="100" y="122"/>
                    <a:pt x="125" y="96"/>
                    <a:pt x="125" y="64"/>
                  </a:cubicBezTo>
                  <a:cubicBezTo>
                    <a:pt x="125" y="64"/>
                    <a:pt x="125" y="64"/>
                    <a:pt x="125" y="64"/>
                  </a:cubicBezTo>
                  <a:cubicBezTo>
                    <a:pt x="125" y="31"/>
                    <a:pt x="98" y="4"/>
                    <a:pt x="65" y="4"/>
                  </a:cubicBezTo>
                  <a:cubicBezTo>
                    <a:pt x="65" y="4"/>
                    <a:pt x="65" y="4"/>
                    <a:pt x="65" y="4"/>
                  </a:cubicBezTo>
                  <a:cubicBezTo>
                    <a:pt x="98" y="4"/>
                    <a:pt x="125" y="31"/>
                    <a:pt x="125" y="64"/>
                  </a:cubicBezTo>
                  <a:close/>
                  <a:moveTo>
                    <a:pt x="65" y="121"/>
                  </a:moveTo>
                  <a:cubicBezTo>
                    <a:pt x="96" y="121"/>
                    <a:pt x="121" y="95"/>
                    <a:pt x="121" y="64"/>
                  </a:cubicBezTo>
                  <a:cubicBezTo>
                    <a:pt x="121" y="64"/>
                    <a:pt x="121" y="64"/>
                    <a:pt x="121" y="64"/>
                  </a:cubicBezTo>
                  <a:cubicBezTo>
                    <a:pt x="121" y="33"/>
                    <a:pt x="96" y="8"/>
                    <a:pt x="65" y="8"/>
                  </a:cubicBezTo>
                  <a:cubicBezTo>
                    <a:pt x="65" y="8"/>
                    <a:pt x="65" y="8"/>
                    <a:pt x="65" y="8"/>
                  </a:cubicBezTo>
                  <a:cubicBezTo>
                    <a:pt x="33" y="8"/>
                    <a:pt x="8" y="33"/>
                    <a:pt x="8" y="64"/>
                  </a:cubicBezTo>
                  <a:cubicBezTo>
                    <a:pt x="8" y="64"/>
                    <a:pt x="8" y="64"/>
                    <a:pt x="8" y="64"/>
                  </a:cubicBezTo>
                  <a:cubicBezTo>
                    <a:pt x="8" y="95"/>
                    <a:pt x="33" y="121"/>
                    <a:pt x="65" y="121"/>
                  </a:cubicBezTo>
                  <a:close/>
                  <a:moveTo>
                    <a:pt x="22" y="22"/>
                  </a:moveTo>
                  <a:cubicBezTo>
                    <a:pt x="33" y="11"/>
                    <a:pt x="47" y="4"/>
                    <a:pt x="63" y="4"/>
                  </a:cubicBezTo>
                  <a:cubicBezTo>
                    <a:pt x="63" y="4"/>
                    <a:pt x="63" y="4"/>
                    <a:pt x="63" y="4"/>
                  </a:cubicBezTo>
                  <a:cubicBezTo>
                    <a:pt x="47" y="4"/>
                    <a:pt x="33" y="11"/>
                    <a:pt x="22" y="22"/>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0" name="Google Shape;330;p17"/>
            <p:cNvSpPr/>
            <p:nvPr/>
          </p:nvSpPr>
          <p:spPr>
            <a:xfrm>
              <a:off x="7377114" y="5583238"/>
              <a:ext cx="22225" cy="19050"/>
            </a:xfrm>
            <a:custGeom>
              <a:rect b="b" l="l" r="r" t="t"/>
              <a:pathLst>
                <a:path extrusionOk="0" h="12" w="14">
                  <a:moveTo>
                    <a:pt x="0" y="8"/>
                  </a:moveTo>
                  <a:lnTo>
                    <a:pt x="12" y="0"/>
                  </a:lnTo>
                  <a:lnTo>
                    <a:pt x="14" y="4"/>
                  </a:lnTo>
                  <a:lnTo>
                    <a:pt x="2" y="12"/>
                  </a:lnTo>
                  <a:lnTo>
                    <a:pt x="0" y="8"/>
                  </a:lnTo>
                  <a:lnTo>
                    <a:pt x="0" y="8"/>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1" name="Google Shape;331;p17"/>
            <p:cNvSpPr/>
            <p:nvPr/>
          </p:nvSpPr>
          <p:spPr>
            <a:xfrm>
              <a:off x="7372352" y="5580063"/>
              <a:ext cx="33338" cy="25400"/>
            </a:xfrm>
            <a:custGeom>
              <a:rect b="b" l="l" r="r" t="t"/>
              <a:pathLst>
                <a:path extrusionOk="0" h="16" w="21">
                  <a:moveTo>
                    <a:pt x="1" y="11"/>
                  </a:moveTo>
                  <a:lnTo>
                    <a:pt x="3" y="10"/>
                  </a:lnTo>
                  <a:lnTo>
                    <a:pt x="4" y="12"/>
                  </a:lnTo>
                  <a:lnTo>
                    <a:pt x="3" y="10"/>
                  </a:lnTo>
                  <a:lnTo>
                    <a:pt x="1" y="11"/>
                  </a:lnTo>
                  <a:lnTo>
                    <a:pt x="0" y="9"/>
                  </a:lnTo>
                  <a:lnTo>
                    <a:pt x="16" y="0"/>
                  </a:lnTo>
                  <a:lnTo>
                    <a:pt x="21" y="8"/>
                  </a:lnTo>
                  <a:lnTo>
                    <a:pt x="4" y="16"/>
                  </a:lnTo>
                  <a:lnTo>
                    <a:pt x="1" y="11"/>
                  </a:lnTo>
                  <a:lnTo>
                    <a:pt x="1" y="11"/>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2" name="Google Shape;332;p17"/>
            <p:cNvSpPr/>
            <p:nvPr/>
          </p:nvSpPr>
          <p:spPr>
            <a:xfrm>
              <a:off x="7413627" y="5589588"/>
              <a:ext cx="84138" cy="58738"/>
            </a:xfrm>
            <a:custGeom>
              <a:rect b="b" l="l" r="r" t="t"/>
              <a:pathLst>
                <a:path extrusionOk="0" h="33" w="48">
                  <a:moveTo>
                    <a:pt x="0" y="30"/>
                  </a:moveTo>
                  <a:cubicBezTo>
                    <a:pt x="0" y="30"/>
                    <a:pt x="0" y="30"/>
                    <a:pt x="0" y="30"/>
                  </a:cubicBezTo>
                  <a:cubicBezTo>
                    <a:pt x="2" y="26"/>
                    <a:pt x="2" y="26"/>
                    <a:pt x="2" y="26"/>
                  </a:cubicBezTo>
                  <a:cubicBezTo>
                    <a:pt x="2" y="26"/>
                    <a:pt x="3" y="27"/>
                    <a:pt x="5" y="28"/>
                  </a:cubicBezTo>
                  <a:cubicBezTo>
                    <a:pt x="5" y="28"/>
                    <a:pt x="5" y="28"/>
                    <a:pt x="5" y="28"/>
                  </a:cubicBezTo>
                  <a:cubicBezTo>
                    <a:pt x="7" y="28"/>
                    <a:pt x="10" y="29"/>
                    <a:pt x="13" y="29"/>
                  </a:cubicBezTo>
                  <a:cubicBezTo>
                    <a:pt x="13" y="29"/>
                    <a:pt x="13" y="29"/>
                    <a:pt x="13" y="29"/>
                  </a:cubicBezTo>
                  <a:cubicBezTo>
                    <a:pt x="17" y="29"/>
                    <a:pt x="20" y="28"/>
                    <a:pt x="23" y="26"/>
                  </a:cubicBezTo>
                  <a:cubicBezTo>
                    <a:pt x="23" y="26"/>
                    <a:pt x="23" y="26"/>
                    <a:pt x="23" y="26"/>
                  </a:cubicBezTo>
                  <a:cubicBezTo>
                    <a:pt x="27" y="23"/>
                    <a:pt x="33" y="17"/>
                    <a:pt x="37" y="11"/>
                  </a:cubicBezTo>
                  <a:cubicBezTo>
                    <a:pt x="37" y="11"/>
                    <a:pt x="37" y="11"/>
                    <a:pt x="37" y="11"/>
                  </a:cubicBezTo>
                  <a:cubicBezTo>
                    <a:pt x="41" y="5"/>
                    <a:pt x="44" y="0"/>
                    <a:pt x="44" y="0"/>
                  </a:cubicBezTo>
                  <a:cubicBezTo>
                    <a:pt x="44" y="0"/>
                    <a:pt x="44" y="0"/>
                    <a:pt x="44" y="0"/>
                  </a:cubicBezTo>
                  <a:cubicBezTo>
                    <a:pt x="48" y="3"/>
                    <a:pt x="48" y="3"/>
                    <a:pt x="48" y="3"/>
                  </a:cubicBezTo>
                  <a:cubicBezTo>
                    <a:pt x="48" y="3"/>
                    <a:pt x="35" y="22"/>
                    <a:pt x="25" y="30"/>
                  </a:cubicBezTo>
                  <a:cubicBezTo>
                    <a:pt x="25" y="30"/>
                    <a:pt x="25" y="30"/>
                    <a:pt x="25" y="30"/>
                  </a:cubicBezTo>
                  <a:cubicBezTo>
                    <a:pt x="21" y="32"/>
                    <a:pt x="17" y="33"/>
                    <a:pt x="13" y="33"/>
                  </a:cubicBezTo>
                  <a:cubicBezTo>
                    <a:pt x="13" y="33"/>
                    <a:pt x="13" y="33"/>
                    <a:pt x="13" y="33"/>
                  </a:cubicBezTo>
                  <a:cubicBezTo>
                    <a:pt x="6" y="33"/>
                    <a:pt x="0" y="30"/>
                    <a:pt x="0" y="30"/>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3" name="Google Shape;333;p17"/>
            <p:cNvSpPr/>
            <p:nvPr/>
          </p:nvSpPr>
          <p:spPr>
            <a:xfrm>
              <a:off x="7410452" y="5586413"/>
              <a:ext cx="92075" cy="65088"/>
            </a:xfrm>
            <a:custGeom>
              <a:rect b="b" l="l" r="r" t="t"/>
              <a:pathLst>
                <a:path extrusionOk="0" h="37" w="53">
                  <a:moveTo>
                    <a:pt x="1" y="34"/>
                  </a:moveTo>
                  <a:cubicBezTo>
                    <a:pt x="1" y="33"/>
                    <a:pt x="1" y="33"/>
                    <a:pt x="1" y="33"/>
                  </a:cubicBezTo>
                  <a:cubicBezTo>
                    <a:pt x="1" y="31"/>
                    <a:pt x="1" y="31"/>
                    <a:pt x="1" y="31"/>
                  </a:cubicBezTo>
                  <a:cubicBezTo>
                    <a:pt x="0" y="31"/>
                    <a:pt x="0" y="31"/>
                    <a:pt x="0" y="31"/>
                  </a:cubicBezTo>
                  <a:cubicBezTo>
                    <a:pt x="2" y="27"/>
                    <a:pt x="2" y="27"/>
                    <a:pt x="2" y="27"/>
                  </a:cubicBezTo>
                  <a:cubicBezTo>
                    <a:pt x="2" y="27"/>
                    <a:pt x="2" y="27"/>
                    <a:pt x="2" y="27"/>
                  </a:cubicBezTo>
                  <a:cubicBezTo>
                    <a:pt x="2" y="27"/>
                    <a:pt x="2" y="27"/>
                    <a:pt x="2" y="27"/>
                  </a:cubicBezTo>
                  <a:cubicBezTo>
                    <a:pt x="3" y="26"/>
                    <a:pt x="3" y="26"/>
                    <a:pt x="4" y="26"/>
                  </a:cubicBezTo>
                  <a:cubicBezTo>
                    <a:pt x="4" y="26"/>
                    <a:pt x="4" y="26"/>
                    <a:pt x="4" y="26"/>
                  </a:cubicBezTo>
                  <a:cubicBezTo>
                    <a:pt x="4" y="26"/>
                    <a:pt x="4" y="26"/>
                    <a:pt x="4" y="26"/>
                  </a:cubicBezTo>
                  <a:cubicBezTo>
                    <a:pt x="4" y="26"/>
                    <a:pt x="4" y="26"/>
                    <a:pt x="4" y="26"/>
                  </a:cubicBezTo>
                  <a:cubicBezTo>
                    <a:pt x="4" y="26"/>
                    <a:pt x="4" y="26"/>
                    <a:pt x="4" y="26"/>
                  </a:cubicBezTo>
                  <a:cubicBezTo>
                    <a:pt x="4" y="26"/>
                    <a:pt x="4" y="26"/>
                    <a:pt x="4" y="26"/>
                  </a:cubicBezTo>
                  <a:cubicBezTo>
                    <a:pt x="4" y="26"/>
                    <a:pt x="4" y="26"/>
                    <a:pt x="4" y="26"/>
                  </a:cubicBezTo>
                  <a:cubicBezTo>
                    <a:pt x="4" y="26"/>
                    <a:pt x="4" y="26"/>
                    <a:pt x="4" y="26"/>
                  </a:cubicBezTo>
                  <a:cubicBezTo>
                    <a:pt x="4" y="26"/>
                    <a:pt x="4" y="26"/>
                    <a:pt x="5" y="26"/>
                  </a:cubicBezTo>
                  <a:cubicBezTo>
                    <a:pt x="5" y="26"/>
                    <a:pt x="5" y="26"/>
                    <a:pt x="5" y="26"/>
                  </a:cubicBezTo>
                  <a:cubicBezTo>
                    <a:pt x="5" y="26"/>
                    <a:pt x="5" y="26"/>
                    <a:pt x="5" y="26"/>
                  </a:cubicBezTo>
                  <a:cubicBezTo>
                    <a:pt x="5" y="26"/>
                    <a:pt x="5" y="26"/>
                    <a:pt x="5" y="26"/>
                  </a:cubicBezTo>
                  <a:cubicBezTo>
                    <a:pt x="5" y="26"/>
                    <a:pt x="5" y="27"/>
                    <a:pt x="5" y="27"/>
                  </a:cubicBezTo>
                  <a:cubicBezTo>
                    <a:pt x="5" y="27"/>
                    <a:pt x="5" y="27"/>
                    <a:pt x="5" y="27"/>
                  </a:cubicBezTo>
                  <a:cubicBezTo>
                    <a:pt x="6" y="27"/>
                    <a:pt x="7" y="27"/>
                    <a:pt x="8" y="28"/>
                  </a:cubicBezTo>
                  <a:cubicBezTo>
                    <a:pt x="8" y="28"/>
                    <a:pt x="8" y="28"/>
                    <a:pt x="8" y="28"/>
                  </a:cubicBezTo>
                  <a:cubicBezTo>
                    <a:pt x="10" y="28"/>
                    <a:pt x="13" y="29"/>
                    <a:pt x="15" y="29"/>
                  </a:cubicBezTo>
                  <a:cubicBezTo>
                    <a:pt x="15" y="29"/>
                    <a:pt x="15" y="29"/>
                    <a:pt x="15" y="29"/>
                  </a:cubicBezTo>
                  <a:cubicBezTo>
                    <a:pt x="15" y="29"/>
                    <a:pt x="15" y="29"/>
                    <a:pt x="15" y="29"/>
                  </a:cubicBezTo>
                  <a:cubicBezTo>
                    <a:pt x="15" y="29"/>
                    <a:pt x="16" y="29"/>
                    <a:pt x="16" y="29"/>
                  </a:cubicBezTo>
                  <a:cubicBezTo>
                    <a:pt x="16" y="29"/>
                    <a:pt x="16" y="29"/>
                    <a:pt x="16" y="29"/>
                  </a:cubicBezTo>
                  <a:cubicBezTo>
                    <a:pt x="18" y="29"/>
                    <a:pt x="21" y="28"/>
                    <a:pt x="24" y="27"/>
                  </a:cubicBezTo>
                  <a:cubicBezTo>
                    <a:pt x="24" y="27"/>
                    <a:pt x="24" y="27"/>
                    <a:pt x="24" y="27"/>
                  </a:cubicBezTo>
                  <a:cubicBezTo>
                    <a:pt x="28" y="24"/>
                    <a:pt x="33" y="17"/>
                    <a:pt x="37" y="12"/>
                  </a:cubicBezTo>
                  <a:cubicBezTo>
                    <a:pt x="37" y="12"/>
                    <a:pt x="37" y="12"/>
                    <a:pt x="37" y="12"/>
                  </a:cubicBezTo>
                  <a:cubicBezTo>
                    <a:pt x="42" y="6"/>
                    <a:pt x="45" y="1"/>
                    <a:pt x="45" y="1"/>
                  </a:cubicBezTo>
                  <a:cubicBezTo>
                    <a:pt x="45" y="1"/>
                    <a:pt x="45" y="1"/>
                    <a:pt x="45" y="1"/>
                  </a:cubicBezTo>
                  <a:cubicBezTo>
                    <a:pt x="45" y="1"/>
                    <a:pt x="45" y="1"/>
                    <a:pt x="45" y="1"/>
                  </a:cubicBezTo>
                  <a:cubicBezTo>
                    <a:pt x="45" y="1"/>
                    <a:pt x="45" y="1"/>
                    <a:pt x="45" y="1"/>
                  </a:cubicBezTo>
                  <a:cubicBezTo>
                    <a:pt x="46" y="0"/>
                    <a:pt x="46" y="0"/>
                    <a:pt x="46" y="0"/>
                  </a:cubicBezTo>
                  <a:cubicBezTo>
                    <a:pt x="53" y="4"/>
                    <a:pt x="53" y="4"/>
                    <a:pt x="53" y="4"/>
                  </a:cubicBezTo>
                  <a:cubicBezTo>
                    <a:pt x="51" y="6"/>
                    <a:pt x="51" y="6"/>
                    <a:pt x="51" y="6"/>
                  </a:cubicBezTo>
                  <a:cubicBezTo>
                    <a:pt x="51" y="6"/>
                    <a:pt x="51" y="6"/>
                    <a:pt x="51" y="6"/>
                  </a:cubicBezTo>
                  <a:cubicBezTo>
                    <a:pt x="51" y="6"/>
                    <a:pt x="51" y="6"/>
                    <a:pt x="51" y="6"/>
                  </a:cubicBezTo>
                  <a:cubicBezTo>
                    <a:pt x="51" y="6"/>
                    <a:pt x="51" y="6"/>
                    <a:pt x="51" y="7"/>
                  </a:cubicBezTo>
                  <a:cubicBezTo>
                    <a:pt x="51" y="7"/>
                    <a:pt x="51" y="7"/>
                    <a:pt x="51" y="7"/>
                  </a:cubicBezTo>
                  <a:cubicBezTo>
                    <a:pt x="50" y="7"/>
                    <a:pt x="50" y="8"/>
                    <a:pt x="49" y="9"/>
                  </a:cubicBezTo>
                  <a:cubicBezTo>
                    <a:pt x="49" y="9"/>
                    <a:pt x="49" y="9"/>
                    <a:pt x="49" y="9"/>
                  </a:cubicBezTo>
                  <a:cubicBezTo>
                    <a:pt x="48" y="11"/>
                    <a:pt x="46" y="14"/>
                    <a:pt x="44" y="17"/>
                  </a:cubicBezTo>
                  <a:cubicBezTo>
                    <a:pt x="44" y="17"/>
                    <a:pt x="44" y="17"/>
                    <a:pt x="44" y="17"/>
                  </a:cubicBezTo>
                  <a:cubicBezTo>
                    <a:pt x="39" y="22"/>
                    <a:pt x="34" y="29"/>
                    <a:pt x="28" y="33"/>
                  </a:cubicBezTo>
                  <a:cubicBezTo>
                    <a:pt x="28" y="33"/>
                    <a:pt x="28" y="33"/>
                    <a:pt x="28" y="33"/>
                  </a:cubicBezTo>
                  <a:cubicBezTo>
                    <a:pt x="24" y="36"/>
                    <a:pt x="19" y="37"/>
                    <a:pt x="15" y="37"/>
                  </a:cubicBezTo>
                  <a:cubicBezTo>
                    <a:pt x="15" y="37"/>
                    <a:pt x="15" y="37"/>
                    <a:pt x="15" y="37"/>
                  </a:cubicBezTo>
                  <a:cubicBezTo>
                    <a:pt x="8" y="37"/>
                    <a:pt x="2" y="34"/>
                    <a:pt x="1" y="34"/>
                  </a:cubicBezTo>
                  <a:close/>
                  <a:moveTo>
                    <a:pt x="1" y="34"/>
                  </a:moveTo>
                  <a:cubicBezTo>
                    <a:pt x="2" y="32"/>
                    <a:pt x="2" y="32"/>
                    <a:pt x="2" y="32"/>
                  </a:cubicBezTo>
                  <a:cubicBezTo>
                    <a:pt x="1" y="34"/>
                    <a:pt x="1" y="34"/>
                    <a:pt x="1" y="34"/>
                  </a:cubicBezTo>
                  <a:close/>
                  <a:moveTo>
                    <a:pt x="15" y="33"/>
                  </a:moveTo>
                  <a:cubicBezTo>
                    <a:pt x="17" y="33"/>
                    <a:pt x="20" y="33"/>
                    <a:pt x="22" y="32"/>
                  </a:cubicBezTo>
                  <a:cubicBezTo>
                    <a:pt x="22" y="32"/>
                    <a:pt x="22" y="32"/>
                    <a:pt x="22" y="32"/>
                  </a:cubicBezTo>
                  <a:cubicBezTo>
                    <a:pt x="20" y="33"/>
                    <a:pt x="17" y="33"/>
                    <a:pt x="15" y="33"/>
                  </a:cubicBezTo>
                  <a:cubicBezTo>
                    <a:pt x="15" y="33"/>
                    <a:pt x="15" y="33"/>
                    <a:pt x="15" y="33"/>
                  </a:cubicBezTo>
                  <a:cubicBezTo>
                    <a:pt x="15" y="33"/>
                    <a:pt x="15" y="33"/>
                    <a:pt x="15" y="33"/>
                  </a:cubicBezTo>
                  <a:cubicBezTo>
                    <a:pt x="15" y="33"/>
                    <a:pt x="15" y="33"/>
                    <a:pt x="15" y="33"/>
                  </a:cubicBezTo>
                  <a:cubicBezTo>
                    <a:pt x="15" y="33"/>
                    <a:pt x="15" y="33"/>
                    <a:pt x="14" y="33"/>
                  </a:cubicBezTo>
                  <a:cubicBezTo>
                    <a:pt x="14" y="33"/>
                    <a:pt x="14" y="33"/>
                    <a:pt x="14" y="33"/>
                  </a:cubicBezTo>
                  <a:cubicBezTo>
                    <a:pt x="15" y="33"/>
                    <a:pt x="15" y="33"/>
                    <a:pt x="15" y="33"/>
                  </a:cubicBezTo>
                  <a:close/>
                  <a:moveTo>
                    <a:pt x="11" y="32"/>
                  </a:moveTo>
                  <a:cubicBezTo>
                    <a:pt x="9" y="32"/>
                    <a:pt x="8" y="32"/>
                    <a:pt x="7" y="31"/>
                  </a:cubicBezTo>
                  <a:cubicBezTo>
                    <a:pt x="7" y="31"/>
                    <a:pt x="7" y="31"/>
                    <a:pt x="7" y="31"/>
                  </a:cubicBezTo>
                  <a:cubicBezTo>
                    <a:pt x="6" y="31"/>
                    <a:pt x="5" y="31"/>
                    <a:pt x="5" y="31"/>
                  </a:cubicBezTo>
                  <a:cubicBezTo>
                    <a:pt x="5" y="31"/>
                    <a:pt x="5" y="31"/>
                    <a:pt x="5" y="31"/>
                  </a:cubicBezTo>
                  <a:cubicBezTo>
                    <a:pt x="5" y="31"/>
                    <a:pt x="5" y="31"/>
                    <a:pt x="5" y="31"/>
                  </a:cubicBezTo>
                  <a:cubicBezTo>
                    <a:pt x="6" y="31"/>
                    <a:pt x="8" y="32"/>
                    <a:pt x="11" y="32"/>
                  </a:cubicBezTo>
                  <a:close/>
                  <a:moveTo>
                    <a:pt x="22" y="32"/>
                  </a:moveTo>
                  <a:cubicBezTo>
                    <a:pt x="22" y="32"/>
                    <a:pt x="22" y="32"/>
                    <a:pt x="22" y="32"/>
                  </a:cubicBezTo>
                  <a:cubicBezTo>
                    <a:pt x="22" y="32"/>
                    <a:pt x="22" y="32"/>
                    <a:pt x="22" y="32"/>
                  </a:cubicBezTo>
                  <a:cubicBezTo>
                    <a:pt x="22" y="32"/>
                    <a:pt x="22" y="32"/>
                    <a:pt x="22" y="32"/>
                  </a:cubicBezTo>
                  <a:close/>
                  <a:moveTo>
                    <a:pt x="3" y="30"/>
                  </a:move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lose/>
                  <a:moveTo>
                    <a:pt x="2" y="29"/>
                  </a:moveTo>
                  <a:cubicBezTo>
                    <a:pt x="2" y="29"/>
                    <a:pt x="2" y="29"/>
                    <a:pt x="2" y="29"/>
                  </a:cubicBezTo>
                  <a:cubicBezTo>
                    <a:pt x="2" y="29"/>
                    <a:pt x="2" y="29"/>
                    <a:pt x="2" y="29"/>
                  </a:cubicBezTo>
                  <a:cubicBezTo>
                    <a:pt x="2" y="29"/>
                    <a:pt x="2" y="29"/>
                    <a:pt x="2" y="29"/>
                  </a:cubicBezTo>
                  <a:close/>
                  <a:moveTo>
                    <a:pt x="41" y="14"/>
                  </a:moveTo>
                  <a:cubicBezTo>
                    <a:pt x="40" y="15"/>
                    <a:pt x="39" y="16"/>
                    <a:pt x="39" y="17"/>
                  </a:cubicBezTo>
                  <a:cubicBezTo>
                    <a:pt x="39" y="17"/>
                    <a:pt x="39" y="17"/>
                    <a:pt x="39" y="17"/>
                  </a:cubicBezTo>
                  <a:cubicBezTo>
                    <a:pt x="41" y="13"/>
                    <a:pt x="44" y="10"/>
                    <a:pt x="46" y="7"/>
                  </a:cubicBezTo>
                  <a:cubicBezTo>
                    <a:pt x="46" y="7"/>
                    <a:pt x="46" y="7"/>
                    <a:pt x="46" y="7"/>
                  </a:cubicBezTo>
                  <a:cubicBezTo>
                    <a:pt x="44" y="9"/>
                    <a:pt x="43" y="11"/>
                    <a:pt x="41" y="14"/>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4" name="Google Shape;334;p17"/>
            <p:cNvSpPr/>
            <p:nvPr/>
          </p:nvSpPr>
          <p:spPr>
            <a:xfrm>
              <a:off x="7483477" y="5580063"/>
              <a:ext cx="17463" cy="15875"/>
            </a:xfrm>
            <a:custGeom>
              <a:rect b="b" l="l" r="r" t="t"/>
              <a:pathLst>
                <a:path extrusionOk="0" h="10" w="11">
                  <a:moveTo>
                    <a:pt x="0" y="3"/>
                  </a:moveTo>
                  <a:lnTo>
                    <a:pt x="3" y="0"/>
                  </a:lnTo>
                  <a:lnTo>
                    <a:pt x="11" y="6"/>
                  </a:lnTo>
                  <a:lnTo>
                    <a:pt x="8" y="10"/>
                  </a:lnTo>
                  <a:lnTo>
                    <a:pt x="0" y="3"/>
                  </a:lnTo>
                  <a:lnTo>
                    <a:pt x="0" y="3"/>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5" name="Google Shape;335;p17"/>
            <p:cNvSpPr/>
            <p:nvPr/>
          </p:nvSpPr>
          <p:spPr>
            <a:xfrm>
              <a:off x="7478714" y="5575301"/>
              <a:ext cx="26988" cy="25400"/>
            </a:xfrm>
            <a:custGeom>
              <a:rect b="b" l="l" r="r" t="t"/>
              <a:pathLst>
                <a:path extrusionOk="0" h="16" w="17">
                  <a:moveTo>
                    <a:pt x="2" y="7"/>
                  </a:moveTo>
                  <a:lnTo>
                    <a:pt x="3" y="6"/>
                  </a:lnTo>
                  <a:lnTo>
                    <a:pt x="5" y="7"/>
                  </a:lnTo>
                  <a:lnTo>
                    <a:pt x="3" y="6"/>
                  </a:lnTo>
                  <a:lnTo>
                    <a:pt x="2" y="7"/>
                  </a:lnTo>
                  <a:lnTo>
                    <a:pt x="0" y="6"/>
                  </a:lnTo>
                  <a:lnTo>
                    <a:pt x="6" y="0"/>
                  </a:lnTo>
                  <a:lnTo>
                    <a:pt x="17" y="9"/>
                  </a:lnTo>
                  <a:lnTo>
                    <a:pt x="11" y="16"/>
                  </a:lnTo>
                  <a:lnTo>
                    <a:pt x="2" y="7"/>
                  </a:lnTo>
                  <a:lnTo>
                    <a:pt x="2" y="7"/>
                  </a:lnTo>
                  <a:close/>
                  <a:moveTo>
                    <a:pt x="11" y="11"/>
                  </a:moveTo>
                  <a:lnTo>
                    <a:pt x="11" y="11"/>
                  </a:lnTo>
                  <a:lnTo>
                    <a:pt x="8" y="6"/>
                  </a:lnTo>
                  <a:lnTo>
                    <a:pt x="11" y="11"/>
                  </a:lnTo>
                  <a:lnTo>
                    <a:pt x="11" y="11"/>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6" name="Google Shape;336;p17"/>
            <p:cNvSpPr/>
            <p:nvPr/>
          </p:nvSpPr>
          <p:spPr>
            <a:xfrm>
              <a:off x="7410452" y="5438776"/>
              <a:ext cx="36513" cy="58738"/>
            </a:xfrm>
            <a:custGeom>
              <a:rect b="b" l="l" r="r" t="t"/>
              <a:pathLst>
                <a:path extrusionOk="0" h="34" w="21">
                  <a:moveTo>
                    <a:pt x="10" y="29"/>
                  </a:moveTo>
                  <a:cubicBezTo>
                    <a:pt x="5" y="26"/>
                    <a:pt x="0" y="21"/>
                    <a:pt x="0" y="15"/>
                  </a:cubicBezTo>
                  <a:cubicBezTo>
                    <a:pt x="0" y="15"/>
                    <a:pt x="0" y="15"/>
                    <a:pt x="0" y="15"/>
                  </a:cubicBezTo>
                  <a:cubicBezTo>
                    <a:pt x="0" y="13"/>
                    <a:pt x="0" y="11"/>
                    <a:pt x="1" y="9"/>
                  </a:cubicBezTo>
                  <a:cubicBezTo>
                    <a:pt x="1" y="9"/>
                    <a:pt x="1" y="9"/>
                    <a:pt x="1" y="9"/>
                  </a:cubicBezTo>
                  <a:cubicBezTo>
                    <a:pt x="3" y="6"/>
                    <a:pt x="4" y="4"/>
                    <a:pt x="5" y="2"/>
                  </a:cubicBezTo>
                  <a:cubicBezTo>
                    <a:pt x="5" y="2"/>
                    <a:pt x="5" y="2"/>
                    <a:pt x="5" y="2"/>
                  </a:cubicBezTo>
                  <a:cubicBezTo>
                    <a:pt x="5" y="1"/>
                    <a:pt x="5" y="0"/>
                    <a:pt x="7" y="0"/>
                  </a:cubicBezTo>
                  <a:cubicBezTo>
                    <a:pt x="7" y="0"/>
                    <a:pt x="7" y="0"/>
                    <a:pt x="7" y="0"/>
                  </a:cubicBezTo>
                  <a:cubicBezTo>
                    <a:pt x="9" y="0"/>
                    <a:pt x="9" y="0"/>
                    <a:pt x="9" y="0"/>
                  </a:cubicBezTo>
                  <a:cubicBezTo>
                    <a:pt x="9" y="0"/>
                    <a:pt x="9" y="0"/>
                    <a:pt x="9" y="0"/>
                  </a:cubicBezTo>
                  <a:cubicBezTo>
                    <a:pt x="9" y="0"/>
                    <a:pt x="10" y="0"/>
                    <a:pt x="10" y="0"/>
                  </a:cubicBezTo>
                  <a:cubicBezTo>
                    <a:pt x="10" y="0"/>
                    <a:pt x="10" y="0"/>
                    <a:pt x="10" y="0"/>
                  </a:cubicBezTo>
                  <a:cubicBezTo>
                    <a:pt x="11" y="0"/>
                    <a:pt x="11" y="0"/>
                    <a:pt x="11" y="0"/>
                  </a:cubicBezTo>
                  <a:cubicBezTo>
                    <a:pt x="11" y="0"/>
                    <a:pt x="11" y="0"/>
                    <a:pt x="11" y="0"/>
                  </a:cubicBezTo>
                  <a:cubicBezTo>
                    <a:pt x="17" y="0"/>
                    <a:pt x="17" y="0"/>
                    <a:pt x="17" y="0"/>
                  </a:cubicBezTo>
                  <a:cubicBezTo>
                    <a:pt x="17" y="4"/>
                    <a:pt x="17" y="4"/>
                    <a:pt x="17" y="4"/>
                  </a:cubicBezTo>
                  <a:cubicBezTo>
                    <a:pt x="11" y="4"/>
                    <a:pt x="11" y="4"/>
                    <a:pt x="11" y="4"/>
                  </a:cubicBezTo>
                  <a:cubicBezTo>
                    <a:pt x="11" y="4"/>
                    <a:pt x="11" y="4"/>
                    <a:pt x="10" y="4"/>
                  </a:cubicBezTo>
                  <a:cubicBezTo>
                    <a:pt x="10" y="4"/>
                    <a:pt x="10" y="4"/>
                    <a:pt x="10" y="4"/>
                  </a:cubicBezTo>
                  <a:cubicBezTo>
                    <a:pt x="10" y="4"/>
                    <a:pt x="9" y="4"/>
                    <a:pt x="8" y="4"/>
                  </a:cubicBezTo>
                  <a:cubicBezTo>
                    <a:pt x="8" y="4"/>
                    <a:pt x="8" y="4"/>
                    <a:pt x="8" y="4"/>
                  </a:cubicBezTo>
                  <a:cubicBezTo>
                    <a:pt x="8" y="4"/>
                    <a:pt x="8" y="4"/>
                    <a:pt x="8" y="4"/>
                  </a:cubicBezTo>
                  <a:cubicBezTo>
                    <a:pt x="8" y="4"/>
                    <a:pt x="8" y="4"/>
                    <a:pt x="8" y="4"/>
                  </a:cubicBezTo>
                  <a:cubicBezTo>
                    <a:pt x="7" y="5"/>
                    <a:pt x="6" y="8"/>
                    <a:pt x="4" y="11"/>
                  </a:cubicBezTo>
                  <a:cubicBezTo>
                    <a:pt x="4" y="11"/>
                    <a:pt x="4" y="11"/>
                    <a:pt x="4" y="11"/>
                  </a:cubicBezTo>
                  <a:cubicBezTo>
                    <a:pt x="4" y="12"/>
                    <a:pt x="4" y="13"/>
                    <a:pt x="4" y="15"/>
                  </a:cubicBezTo>
                  <a:cubicBezTo>
                    <a:pt x="4" y="15"/>
                    <a:pt x="4" y="15"/>
                    <a:pt x="4" y="15"/>
                  </a:cubicBezTo>
                  <a:cubicBezTo>
                    <a:pt x="3" y="18"/>
                    <a:pt x="7" y="23"/>
                    <a:pt x="12" y="26"/>
                  </a:cubicBezTo>
                  <a:cubicBezTo>
                    <a:pt x="12" y="26"/>
                    <a:pt x="12" y="26"/>
                    <a:pt x="12" y="26"/>
                  </a:cubicBezTo>
                  <a:cubicBezTo>
                    <a:pt x="16" y="29"/>
                    <a:pt x="21" y="30"/>
                    <a:pt x="21" y="30"/>
                  </a:cubicBezTo>
                  <a:cubicBezTo>
                    <a:pt x="21" y="30"/>
                    <a:pt x="21" y="30"/>
                    <a:pt x="21" y="30"/>
                  </a:cubicBezTo>
                  <a:cubicBezTo>
                    <a:pt x="19" y="34"/>
                    <a:pt x="19" y="34"/>
                    <a:pt x="19" y="34"/>
                  </a:cubicBezTo>
                  <a:cubicBezTo>
                    <a:pt x="19" y="34"/>
                    <a:pt x="14" y="32"/>
                    <a:pt x="10" y="29"/>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7" name="Google Shape;337;p17"/>
            <p:cNvSpPr/>
            <p:nvPr/>
          </p:nvSpPr>
          <p:spPr>
            <a:xfrm>
              <a:off x="7405689" y="5435601"/>
              <a:ext cx="44450" cy="68263"/>
            </a:xfrm>
            <a:custGeom>
              <a:rect b="b" l="l" r="r" t="t"/>
              <a:pathLst>
                <a:path extrusionOk="0" h="39" w="26">
                  <a:moveTo>
                    <a:pt x="21" y="38"/>
                  </a:moveTo>
                  <a:cubicBezTo>
                    <a:pt x="21" y="38"/>
                    <a:pt x="16" y="36"/>
                    <a:pt x="11" y="33"/>
                  </a:cubicBezTo>
                  <a:cubicBezTo>
                    <a:pt x="11" y="33"/>
                    <a:pt x="11" y="33"/>
                    <a:pt x="11" y="33"/>
                  </a:cubicBezTo>
                  <a:cubicBezTo>
                    <a:pt x="13" y="31"/>
                    <a:pt x="13" y="31"/>
                    <a:pt x="13" y="31"/>
                  </a:cubicBezTo>
                  <a:cubicBezTo>
                    <a:pt x="11" y="33"/>
                    <a:pt x="11" y="33"/>
                    <a:pt x="11" y="33"/>
                  </a:cubicBezTo>
                  <a:cubicBezTo>
                    <a:pt x="7" y="29"/>
                    <a:pt x="1" y="24"/>
                    <a:pt x="1" y="17"/>
                  </a:cubicBezTo>
                  <a:cubicBezTo>
                    <a:pt x="1" y="17"/>
                    <a:pt x="1" y="17"/>
                    <a:pt x="1" y="17"/>
                  </a:cubicBezTo>
                  <a:cubicBezTo>
                    <a:pt x="0" y="14"/>
                    <a:pt x="1" y="12"/>
                    <a:pt x="2" y="10"/>
                  </a:cubicBezTo>
                  <a:cubicBezTo>
                    <a:pt x="2" y="10"/>
                    <a:pt x="2" y="10"/>
                    <a:pt x="2" y="10"/>
                  </a:cubicBezTo>
                  <a:cubicBezTo>
                    <a:pt x="4" y="7"/>
                    <a:pt x="5" y="5"/>
                    <a:pt x="6" y="3"/>
                  </a:cubicBezTo>
                  <a:cubicBezTo>
                    <a:pt x="6" y="3"/>
                    <a:pt x="6" y="3"/>
                    <a:pt x="6" y="3"/>
                  </a:cubicBezTo>
                  <a:cubicBezTo>
                    <a:pt x="6" y="3"/>
                    <a:pt x="6" y="3"/>
                    <a:pt x="6" y="3"/>
                  </a:cubicBezTo>
                  <a:cubicBezTo>
                    <a:pt x="6" y="3"/>
                    <a:pt x="6" y="3"/>
                    <a:pt x="6" y="3"/>
                  </a:cubicBezTo>
                  <a:cubicBezTo>
                    <a:pt x="6" y="3"/>
                    <a:pt x="6" y="3"/>
                    <a:pt x="7" y="2"/>
                  </a:cubicBezTo>
                  <a:cubicBezTo>
                    <a:pt x="7" y="2"/>
                    <a:pt x="7" y="2"/>
                    <a:pt x="7" y="2"/>
                  </a:cubicBezTo>
                  <a:cubicBezTo>
                    <a:pt x="7" y="1"/>
                    <a:pt x="8" y="0"/>
                    <a:pt x="10" y="0"/>
                  </a:cubicBezTo>
                  <a:cubicBezTo>
                    <a:pt x="10" y="0"/>
                    <a:pt x="10" y="0"/>
                    <a:pt x="10" y="0"/>
                  </a:cubicBezTo>
                  <a:cubicBezTo>
                    <a:pt x="10" y="0"/>
                    <a:pt x="10" y="0"/>
                    <a:pt x="10" y="0"/>
                  </a:cubicBezTo>
                  <a:cubicBezTo>
                    <a:pt x="11" y="0"/>
                    <a:pt x="11" y="0"/>
                    <a:pt x="11" y="0"/>
                  </a:cubicBezTo>
                  <a:cubicBezTo>
                    <a:pt x="12" y="0"/>
                    <a:pt x="13" y="0"/>
                    <a:pt x="13" y="0"/>
                  </a:cubicBezTo>
                  <a:cubicBezTo>
                    <a:pt x="13" y="0"/>
                    <a:pt x="13" y="0"/>
                    <a:pt x="13" y="0"/>
                  </a:cubicBezTo>
                  <a:cubicBezTo>
                    <a:pt x="13" y="0"/>
                    <a:pt x="13" y="0"/>
                    <a:pt x="13" y="0"/>
                  </a:cubicBezTo>
                  <a:cubicBezTo>
                    <a:pt x="13" y="0"/>
                    <a:pt x="13" y="0"/>
                    <a:pt x="13" y="0"/>
                  </a:cubicBezTo>
                  <a:cubicBezTo>
                    <a:pt x="13" y="0"/>
                    <a:pt x="14" y="0"/>
                    <a:pt x="14" y="0"/>
                  </a:cubicBezTo>
                  <a:cubicBezTo>
                    <a:pt x="14" y="0"/>
                    <a:pt x="14" y="0"/>
                    <a:pt x="14" y="0"/>
                  </a:cubicBezTo>
                  <a:cubicBezTo>
                    <a:pt x="14" y="0"/>
                    <a:pt x="14" y="0"/>
                    <a:pt x="14" y="0"/>
                  </a:cubicBezTo>
                  <a:cubicBezTo>
                    <a:pt x="14" y="0"/>
                    <a:pt x="14" y="0"/>
                    <a:pt x="14" y="0"/>
                  </a:cubicBezTo>
                  <a:cubicBezTo>
                    <a:pt x="22" y="0"/>
                    <a:pt x="22" y="0"/>
                    <a:pt x="22" y="0"/>
                  </a:cubicBezTo>
                  <a:cubicBezTo>
                    <a:pt x="22" y="8"/>
                    <a:pt x="22" y="8"/>
                    <a:pt x="22" y="8"/>
                  </a:cubicBezTo>
                  <a:cubicBezTo>
                    <a:pt x="14" y="8"/>
                    <a:pt x="14" y="8"/>
                    <a:pt x="14" y="8"/>
                  </a:cubicBezTo>
                  <a:cubicBezTo>
                    <a:pt x="14" y="8"/>
                    <a:pt x="14" y="8"/>
                    <a:pt x="13" y="8"/>
                  </a:cubicBezTo>
                  <a:cubicBezTo>
                    <a:pt x="13" y="8"/>
                    <a:pt x="13" y="8"/>
                    <a:pt x="13" y="8"/>
                  </a:cubicBezTo>
                  <a:cubicBezTo>
                    <a:pt x="13" y="8"/>
                    <a:pt x="13" y="8"/>
                    <a:pt x="13" y="8"/>
                  </a:cubicBezTo>
                  <a:cubicBezTo>
                    <a:pt x="13" y="8"/>
                    <a:pt x="13" y="8"/>
                    <a:pt x="13" y="8"/>
                  </a:cubicBezTo>
                  <a:cubicBezTo>
                    <a:pt x="13" y="8"/>
                    <a:pt x="13" y="8"/>
                    <a:pt x="12" y="8"/>
                  </a:cubicBezTo>
                  <a:cubicBezTo>
                    <a:pt x="12" y="8"/>
                    <a:pt x="12" y="8"/>
                    <a:pt x="12" y="8"/>
                  </a:cubicBezTo>
                  <a:cubicBezTo>
                    <a:pt x="12" y="10"/>
                    <a:pt x="11" y="12"/>
                    <a:pt x="9" y="14"/>
                  </a:cubicBezTo>
                  <a:cubicBezTo>
                    <a:pt x="9" y="14"/>
                    <a:pt x="9" y="14"/>
                    <a:pt x="9" y="14"/>
                  </a:cubicBezTo>
                  <a:cubicBezTo>
                    <a:pt x="9" y="15"/>
                    <a:pt x="9" y="16"/>
                    <a:pt x="8" y="17"/>
                  </a:cubicBezTo>
                  <a:cubicBezTo>
                    <a:pt x="8" y="17"/>
                    <a:pt x="8" y="17"/>
                    <a:pt x="8" y="17"/>
                  </a:cubicBezTo>
                  <a:cubicBezTo>
                    <a:pt x="8" y="17"/>
                    <a:pt x="8" y="17"/>
                    <a:pt x="8" y="17"/>
                  </a:cubicBezTo>
                  <a:cubicBezTo>
                    <a:pt x="8" y="19"/>
                    <a:pt x="12" y="23"/>
                    <a:pt x="16" y="26"/>
                  </a:cubicBezTo>
                  <a:cubicBezTo>
                    <a:pt x="16" y="26"/>
                    <a:pt x="16" y="26"/>
                    <a:pt x="16" y="26"/>
                  </a:cubicBezTo>
                  <a:cubicBezTo>
                    <a:pt x="20" y="29"/>
                    <a:pt x="24" y="31"/>
                    <a:pt x="25" y="31"/>
                  </a:cubicBezTo>
                  <a:cubicBezTo>
                    <a:pt x="25" y="31"/>
                    <a:pt x="25" y="31"/>
                    <a:pt x="25" y="31"/>
                  </a:cubicBezTo>
                  <a:cubicBezTo>
                    <a:pt x="25" y="31"/>
                    <a:pt x="25" y="31"/>
                    <a:pt x="25" y="31"/>
                  </a:cubicBezTo>
                  <a:cubicBezTo>
                    <a:pt x="25" y="31"/>
                    <a:pt x="25" y="31"/>
                    <a:pt x="25" y="31"/>
                  </a:cubicBezTo>
                  <a:cubicBezTo>
                    <a:pt x="26" y="32"/>
                    <a:pt x="26" y="32"/>
                    <a:pt x="26" y="32"/>
                  </a:cubicBezTo>
                  <a:cubicBezTo>
                    <a:pt x="23" y="39"/>
                    <a:pt x="23" y="39"/>
                    <a:pt x="23" y="39"/>
                  </a:cubicBezTo>
                  <a:cubicBezTo>
                    <a:pt x="21" y="38"/>
                    <a:pt x="21" y="38"/>
                    <a:pt x="21" y="38"/>
                  </a:cubicBezTo>
                  <a:close/>
                  <a:moveTo>
                    <a:pt x="14" y="29"/>
                  </a:moveTo>
                  <a:cubicBezTo>
                    <a:pt x="13" y="29"/>
                    <a:pt x="13" y="29"/>
                    <a:pt x="12" y="28"/>
                  </a:cubicBezTo>
                  <a:cubicBezTo>
                    <a:pt x="12" y="28"/>
                    <a:pt x="12" y="28"/>
                    <a:pt x="12" y="28"/>
                  </a:cubicBezTo>
                  <a:cubicBezTo>
                    <a:pt x="13" y="29"/>
                    <a:pt x="13" y="29"/>
                    <a:pt x="14" y="29"/>
                  </a:cubicBezTo>
                  <a:close/>
                  <a:moveTo>
                    <a:pt x="12" y="28"/>
                  </a:moveTo>
                  <a:cubicBezTo>
                    <a:pt x="12" y="28"/>
                    <a:pt x="12" y="28"/>
                    <a:pt x="12" y="28"/>
                  </a:cubicBezTo>
                  <a:cubicBezTo>
                    <a:pt x="12" y="28"/>
                    <a:pt x="12" y="28"/>
                    <a:pt x="12" y="28"/>
                  </a:cubicBezTo>
                  <a:cubicBezTo>
                    <a:pt x="12" y="28"/>
                    <a:pt x="12" y="28"/>
                    <a:pt x="12" y="28"/>
                  </a:cubicBezTo>
                  <a:close/>
                  <a:moveTo>
                    <a:pt x="6" y="12"/>
                  </a:moveTo>
                  <a:cubicBezTo>
                    <a:pt x="6" y="12"/>
                    <a:pt x="5" y="13"/>
                    <a:pt x="5" y="13"/>
                  </a:cubicBezTo>
                  <a:cubicBezTo>
                    <a:pt x="5" y="13"/>
                    <a:pt x="5" y="13"/>
                    <a:pt x="5" y="13"/>
                  </a:cubicBezTo>
                  <a:cubicBezTo>
                    <a:pt x="5" y="13"/>
                    <a:pt x="6" y="12"/>
                    <a:pt x="6" y="12"/>
                  </a:cubicBezTo>
                  <a:cubicBezTo>
                    <a:pt x="6" y="12"/>
                    <a:pt x="6" y="12"/>
                    <a:pt x="6" y="12"/>
                  </a:cubicBezTo>
                  <a:cubicBezTo>
                    <a:pt x="8" y="9"/>
                    <a:pt x="9" y="7"/>
                    <a:pt x="9" y="5"/>
                  </a:cubicBezTo>
                  <a:cubicBezTo>
                    <a:pt x="9" y="5"/>
                    <a:pt x="9" y="5"/>
                    <a:pt x="9" y="5"/>
                  </a:cubicBezTo>
                  <a:cubicBezTo>
                    <a:pt x="9" y="5"/>
                    <a:pt x="9" y="5"/>
                    <a:pt x="9" y="5"/>
                  </a:cubicBezTo>
                  <a:cubicBezTo>
                    <a:pt x="9" y="5"/>
                    <a:pt x="9" y="5"/>
                    <a:pt x="9" y="5"/>
                  </a:cubicBezTo>
                  <a:cubicBezTo>
                    <a:pt x="9" y="7"/>
                    <a:pt x="8" y="9"/>
                    <a:pt x="6" y="12"/>
                  </a:cubicBezTo>
                  <a:close/>
                  <a:moveTo>
                    <a:pt x="14" y="4"/>
                  </a:moveTo>
                  <a:cubicBezTo>
                    <a:pt x="18" y="4"/>
                    <a:pt x="18" y="4"/>
                    <a:pt x="18" y="4"/>
                  </a:cubicBezTo>
                  <a:cubicBezTo>
                    <a:pt x="14" y="4"/>
                    <a:pt x="14" y="4"/>
                    <a:pt x="14" y="4"/>
                  </a:cubicBezTo>
                  <a:cubicBezTo>
                    <a:pt x="14" y="4"/>
                    <a:pt x="14" y="4"/>
                    <a:pt x="14" y="4"/>
                  </a:cubicBezTo>
                  <a:close/>
                  <a:moveTo>
                    <a:pt x="13" y="4"/>
                  </a:moveTo>
                  <a:cubicBezTo>
                    <a:pt x="13" y="4"/>
                    <a:pt x="13" y="4"/>
                    <a:pt x="13" y="4"/>
                  </a:cubicBezTo>
                  <a:cubicBezTo>
                    <a:pt x="13" y="4"/>
                    <a:pt x="13" y="4"/>
                    <a:pt x="13" y="4"/>
                  </a:cubicBezTo>
                  <a:cubicBezTo>
                    <a:pt x="13" y="4"/>
                    <a:pt x="12" y="4"/>
                    <a:pt x="12" y="4"/>
                  </a:cubicBezTo>
                  <a:cubicBezTo>
                    <a:pt x="12" y="4"/>
                    <a:pt x="12" y="4"/>
                    <a:pt x="12" y="4"/>
                  </a:cubicBezTo>
                  <a:cubicBezTo>
                    <a:pt x="12" y="4"/>
                    <a:pt x="13" y="4"/>
                    <a:pt x="13" y="4"/>
                  </a:cubicBezTo>
                  <a:close/>
                  <a:moveTo>
                    <a:pt x="12" y="4"/>
                  </a:moveTo>
                  <a:cubicBezTo>
                    <a:pt x="12" y="4"/>
                    <a:pt x="12"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0" y="4"/>
                    <a:pt x="10" y="4"/>
                    <a:pt x="10" y="4"/>
                  </a:cubicBezTo>
                  <a:cubicBezTo>
                    <a:pt x="10" y="4"/>
                    <a:pt x="10" y="4"/>
                    <a:pt x="10" y="4"/>
                  </a:cubicBezTo>
                  <a:cubicBezTo>
                    <a:pt x="12" y="4"/>
                    <a:pt x="12" y="4"/>
                    <a:pt x="12" y="4"/>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8" name="Google Shape;338;p17"/>
            <p:cNvSpPr/>
            <p:nvPr/>
          </p:nvSpPr>
          <p:spPr>
            <a:xfrm>
              <a:off x="7446964" y="5427663"/>
              <a:ext cx="44450" cy="52388"/>
            </a:xfrm>
            <a:custGeom>
              <a:rect b="b" l="l" r="r" t="t"/>
              <a:pathLst>
                <a:path extrusionOk="0" h="30" w="25">
                  <a:moveTo>
                    <a:pt x="0" y="14"/>
                  </a:moveTo>
                  <a:cubicBezTo>
                    <a:pt x="0" y="11"/>
                    <a:pt x="1" y="9"/>
                    <a:pt x="3" y="7"/>
                  </a:cubicBezTo>
                  <a:cubicBezTo>
                    <a:pt x="3" y="7"/>
                    <a:pt x="3" y="7"/>
                    <a:pt x="3" y="7"/>
                  </a:cubicBezTo>
                  <a:cubicBezTo>
                    <a:pt x="8" y="2"/>
                    <a:pt x="14" y="0"/>
                    <a:pt x="18" y="0"/>
                  </a:cubicBezTo>
                  <a:cubicBezTo>
                    <a:pt x="18" y="0"/>
                    <a:pt x="18" y="0"/>
                    <a:pt x="18" y="0"/>
                  </a:cubicBezTo>
                  <a:cubicBezTo>
                    <a:pt x="21" y="0"/>
                    <a:pt x="24" y="1"/>
                    <a:pt x="25" y="5"/>
                  </a:cubicBezTo>
                  <a:cubicBezTo>
                    <a:pt x="25" y="5"/>
                    <a:pt x="25" y="5"/>
                    <a:pt x="25" y="5"/>
                  </a:cubicBezTo>
                  <a:cubicBezTo>
                    <a:pt x="25" y="5"/>
                    <a:pt x="24" y="6"/>
                    <a:pt x="24" y="6"/>
                  </a:cubicBezTo>
                  <a:cubicBezTo>
                    <a:pt x="24" y="6"/>
                    <a:pt x="24" y="6"/>
                    <a:pt x="24" y="6"/>
                  </a:cubicBezTo>
                  <a:cubicBezTo>
                    <a:pt x="24" y="7"/>
                    <a:pt x="24" y="9"/>
                    <a:pt x="24" y="10"/>
                  </a:cubicBezTo>
                  <a:cubicBezTo>
                    <a:pt x="24" y="10"/>
                    <a:pt x="24" y="10"/>
                    <a:pt x="24" y="10"/>
                  </a:cubicBezTo>
                  <a:cubicBezTo>
                    <a:pt x="24" y="13"/>
                    <a:pt x="24" y="15"/>
                    <a:pt x="24" y="15"/>
                  </a:cubicBezTo>
                  <a:cubicBezTo>
                    <a:pt x="24" y="15"/>
                    <a:pt x="24" y="15"/>
                    <a:pt x="24" y="15"/>
                  </a:cubicBezTo>
                  <a:cubicBezTo>
                    <a:pt x="21" y="16"/>
                    <a:pt x="21" y="16"/>
                    <a:pt x="21" y="16"/>
                  </a:cubicBezTo>
                  <a:cubicBezTo>
                    <a:pt x="20" y="16"/>
                    <a:pt x="20" y="13"/>
                    <a:pt x="20" y="10"/>
                  </a:cubicBezTo>
                  <a:cubicBezTo>
                    <a:pt x="20" y="10"/>
                    <a:pt x="20" y="10"/>
                    <a:pt x="20" y="10"/>
                  </a:cubicBezTo>
                  <a:cubicBezTo>
                    <a:pt x="20" y="9"/>
                    <a:pt x="20" y="7"/>
                    <a:pt x="21" y="5"/>
                  </a:cubicBezTo>
                  <a:cubicBezTo>
                    <a:pt x="21" y="5"/>
                    <a:pt x="21" y="5"/>
                    <a:pt x="21" y="5"/>
                  </a:cubicBezTo>
                  <a:cubicBezTo>
                    <a:pt x="21" y="5"/>
                    <a:pt x="21" y="5"/>
                    <a:pt x="21" y="5"/>
                  </a:cubicBezTo>
                  <a:cubicBezTo>
                    <a:pt x="21" y="5"/>
                    <a:pt x="21" y="5"/>
                    <a:pt x="21" y="5"/>
                  </a:cubicBezTo>
                  <a:cubicBezTo>
                    <a:pt x="21" y="5"/>
                    <a:pt x="21" y="5"/>
                    <a:pt x="20" y="5"/>
                  </a:cubicBezTo>
                  <a:cubicBezTo>
                    <a:pt x="20" y="5"/>
                    <a:pt x="20" y="5"/>
                    <a:pt x="20" y="5"/>
                  </a:cubicBezTo>
                  <a:cubicBezTo>
                    <a:pt x="20" y="4"/>
                    <a:pt x="19" y="4"/>
                    <a:pt x="18" y="4"/>
                  </a:cubicBezTo>
                  <a:cubicBezTo>
                    <a:pt x="18" y="4"/>
                    <a:pt x="18" y="4"/>
                    <a:pt x="18" y="4"/>
                  </a:cubicBezTo>
                  <a:cubicBezTo>
                    <a:pt x="15" y="4"/>
                    <a:pt x="10" y="6"/>
                    <a:pt x="6" y="10"/>
                  </a:cubicBezTo>
                  <a:cubicBezTo>
                    <a:pt x="6" y="10"/>
                    <a:pt x="6" y="10"/>
                    <a:pt x="6" y="10"/>
                  </a:cubicBezTo>
                  <a:cubicBezTo>
                    <a:pt x="4" y="11"/>
                    <a:pt x="4" y="12"/>
                    <a:pt x="4" y="14"/>
                  </a:cubicBezTo>
                  <a:cubicBezTo>
                    <a:pt x="4" y="14"/>
                    <a:pt x="4" y="14"/>
                    <a:pt x="4" y="14"/>
                  </a:cubicBezTo>
                  <a:cubicBezTo>
                    <a:pt x="4" y="16"/>
                    <a:pt x="7" y="19"/>
                    <a:pt x="10" y="22"/>
                  </a:cubicBezTo>
                  <a:cubicBezTo>
                    <a:pt x="10" y="22"/>
                    <a:pt x="10" y="22"/>
                    <a:pt x="10" y="22"/>
                  </a:cubicBezTo>
                  <a:cubicBezTo>
                    <a:pt x="13" y="25"/>
                    <a:pt x="16" y="26"/>
                    <a:pt x="16" y="26"/>
                  </a:cubicBezTo>
                  <a:cubicBezTo>
                    <a:pt x="16" y="26"/>
                    <a:pt x="16" y="26"/>
                    <a:pt x="16" y="26"/>
                  </a:cubicBezTo>
                  <a:cubicBezTo>
                    <a:pt x="16" y="26"/>
                    <a:pt x="16" y="26"/>
                    <a:pt x="16" y="26"/>
                  </a:cubicBezTo>
                  <a:cubicBezTo>
                    <a:pt x="14" y="30"/>
                    <a:pt x="14" y="30"/>
                    <a:pt x="14" y="30"/>
                  </a:cubicBezTo>
                  <a:cubicBezTo>
                    <a:pt x="14" y="30"/>
                    <a:pt x="0" y="23"/>
                    <a:pt x="0" y="14"/>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39" name="Google Shape;339;p17"/>
            <p:cNvSpPr/>
            <p:nvPr/>
          </p:nvSpPr>
          <p:spPr>
            <a:xfrm>
              <a:off x="7443789" y="5424488"/>
              <a:ext cx="50800" cy="66675"/>
            </a:xfrm>
            <a:custGeom>
              <a:rect b="b" l="l" r="r" t="t"/>
              <a:pathLst>
                <a:path extrusionOk="0" h="38" w="29">
                  <a:moveTo>
                    <a:pt x="14" y="33"/>
                  </a:moveTo>
                  <a:cubicBezTo>
                    <a:pt x="13" y="33"/>
                    <a:pt x="13" y="32"/>
                    <a:pt x="12" y="32"/>
                  </a:cubicBezTo>
                  <a:cubicBezTo>
                    <a:pt x="12" y="32"/>
                    <a:pt x="12" y="32"/>
                    <a:pt x="12" y="32"/>
                  </a:cubicBezTo>
                  <a:cubicBezTo>
                    <a:pt x="11" y="31"/>
                    <a:pt x="9" y="30"/>
                    <a:pt x="8" y="29"/>
                  </a:cubicBezTo>
                  <a:cubicBezTo>
                    <a:pt x="8" y="29"/>
                    <a:pt x="8" y="29"/>
                    <a:pt x="8" y="29"/>
                  </a:cubicBezTo>
                  <a:cubicBezTo>
                    <a:pt x="4" y="26"/>
                    <a:pt x="0" y="21"/>
                    <a:pt x="0" y="16"/>
                  </a:cubicBezTo>
                  <a:cubicBezTo>
                    <a:pt x="0" y="16"/>
                    <a:pt x="0" y="16"/>
                    <a:pt x="0" y="16"/>
                  </a:cubicBezTo>
                  <a:cubicBezTo>
                    <a:pt x="0" y="16"/>
                    <a:pt x="0" y="16"/>
                    <a:pt x="0" y="16"/>
                  </a:cubicBezTo>
                  <a:cubicBezTo>
                    <a:pt x="0" y="16"/>
                    <a:pt x="0" y="15"/>
                    <a:pt x="0" y="15"/>
                  </a:cubicBezTo>
                  <a:cubicBezTo>
                    <a:pt x="0" y="15"/>
                    <a:pt x="0" y="15"/>
                    <a:pt x="0" y="15"/>
                  </a:cubicBezTo>
                  <a:cubicBezTo>
                    <a:pt x="0" y="13"/>
                    <a:pt x="1" y="10"/>
                    <a:pt x="4" y="8"/>
                  </a:cubicBezTo>
                  <a:cubicBezTo>
                    <a:pt x="4" y="8"/>
                    <a:pt x="4" y="8"/>
                    <a:pt x="4" y="8"/>
                  </a:cubicBezTo>
                  <a:cubicBezTo>
                    <a:pt x="9" y="2"/>
                    <a:pt x="15" y="0"/>
                    <a:pt x="20" y="0"/>
                  </a:cubicBezTo>
                  <a:cubicBezTo>
                    <a:pt x="20" y="0"/>
                    <a:pt x="20" y="0"/>
                    <a:pt x="20" y="0"/>
                  </a:cubicBezTo>
                  <a:cubicBezTo>
                    <a:pt x="23" y="0"/>
                    <a:pt x="28" y="2"/>
                    <a:pt x="29" y="7"/>
                  </a:cubicBezTo>
                  <a:cubicBezTo>
                    <a:pt x="29" y="7"/>
                    <a:pt x="29" y="7"/>
                    <a:pt x="29" y="7"/>
                  </a:cubicBezTo>
                  <a:cubicBezTo>
                    <a:pt x="29" y="7"/>
                    <a:pt x="29" y="7"/>
                    <a:pt x="29" y="7"/>
                  </a:cubicBezTo>
                  <a:cubicBezTo>
                    <a:pt x="29" y="8"/>
                    <a:pt x="28" y="8"/>
                    <a:pt x="28" y="9"/>
                  </a:cubicBezTo>
                  <a:cubicBezTo>
                    <a:pt x="28" y="9"/>
                    <a:pt x="28" y="9"/>
                    <a:pt x="28" y="9"/>
                  </a:cubicBezTo>
                  <a:cubicBezTo>
                    <a:pt x="28" y="10"/>
                    <a:pt x="28" y="11"/>
                    <a:pt x="28" y="12"/>
                  </a:cubicBezTo>
                  <a:cubicBezTo>
                    <a:pt x="28" y="12"/>
                    <a:pt x="28" y="12"/>
                    <a:pt x="28" y="12"/>
                  </a:cubicBezTo>
                  <a:cubicBezTo>
                    <a:pt x="28" y="14"/>
                    <a:pt x="28" y="16"/>
                    <a:pt x="28" y="16"/>
                  </a:cubicBezTo>
                  <a:cubicBezTo>
                    <a:pt x="28" y="16"/>
                    <a:pt x="28" y="16"/>
                    <a:pt x="28" y="16"/>
                  </a:cubicBezTo>
                  <a:cubicBezTo>
                    <a:pt x="28" y="16"/>
                    <a:pt x="28" y="16"/>
                    <a:pt x="28" y="17"/>
                  </a:cubicBezTo>
                  <a:cubicBezTo>
                    <a:pt x="28" y="17"/>
                    <a:pt x="28" y="17"/>
                    <a:pt x="28" y="17"/>
                  </a:cubicBezTo>
                  <a:cubicBezTo>
                    <a:pt x="28" y="18"/>
                    <a:pt x="28" y="18"/>
                    <a:pt x="28" y="18"/>
                  </a:cubicBezTo>
                  <a:cubicBezTo>
                    <a:pt x="21" y="20"/>
                    <a:pt x="21" y="20"/>
                    <a:pt x="21" y="20"/>
                  </a:cubicBezTo>
                  <a:cubicBezTo>
                    <a:pt x="21" y="18"/>
                    <a:pt x="21" y="18"/>
                    <a:pt x="21" y="18"/>
                  </a:cubicBezTo>
                  <a:cubicBezTo>
                    <a:pt x="21" y="18"/>
                    <a:pt x="20" y="15"/>
                    <a:pt x="20" y="12"/>
                  </a:cubicBezTo>
                  <a:cubicBezTo>
                    <a:pt x="20" y="12"/>
                    <a:pt x="20" y="12"/>
                    <a:pt x="20" y="12"/>
                  </a:cubicBezTo>
                  <a:cubicBezTo>
                    <a:pt x="20" y="11"/>
                    <a:pt x="20" y="10"/>
                    <a:pt x="20" y="8"/>
                  </a:cubicBezTo>
                  <a:cubicBezTo>
                    <a:pt x="20" y="8"/>
                    <a:pt x="20" y="8"/>
                    <a:pt x="20" y="8"/>
                  </a:cubicBezTo>
                  <a:cubicBezTo>
                    <a:pt x="20" y="8"/>
                    <a:pt x="20" y="8"/>
                    <a:pt x="20" y="8"/>
                  </a:cubicBezTo>
                  <a:cubicBezTo>
                    <a:pt x="17" y="8"/>
                    <a:pt x="13" y="10"/>
                    <a:pt x="9" y="13"/>
                  </a:cubicBezTo>
                  <a:cubicBezTo>
                    <a:pt x="9" y="13"/>
                    <a:pt x="9" y="13"/>
                    <a:pt x="9" y="13"/>
                  </a:cubicBezTo>
                  <a:cubicBezTo>
                    <a:pt x="8" y="14"/>
                    <a:pt x="8" y="15"/>
                    <a:pt x="8" y="16"/>
                  </a:cubicBezTo>
                  <a:cubicBezTo>
                    <a:pt x="8" y="16"/>
                    <a:pt x="8" y="16"/>
                    <a:pt x="8" y="16"/>
                  </a:cubicBezTo>
                  <a:cubicBezTo>
                    <a:pt x="8" y="16"/>
                    <a:pt x="8" y="16"/>
                    <a:pt x="8" y="16"/>
                  </a:cubicBezTo>
                  <a:cubicBezTo>
                    <a:pt x="8" y="17"/>
                    <a:pt x="10" y="20"/>
                    <a:pt x="13" y="23"/>
                  </a:cubicBezTo>
                  <a:cubicBezTo>
                    <a:pt x="13" y="23"/>
                    <a:pt x="13" y="23"/>
                    <a:pt x="13" y="23"/>
                  </a:cubicBezTo>
                  <a:cubicBezTo>
                    <a:pt x="15" y="24"/>
                    <a:pt x="17" y="26"/>
                    <a:pt x="18" y="26"/>
                  </a:cubicBezTo>
                  <a:cubicBezTo>
                    <a:pt x="18" y="26"/>
                    <a:pt x="18" y="26"/>
                    <a:pt x="18" y="26"/>
                  </a:cubicBezTo>
                  <a:cubicBezTo>
                    <a:pt x="21" y="26"/>
                    <a:pt x="21" y="26"/>
                    <a:pt x="21" y="26"/>
                  </a:cubicBezTo>
                  <a:cubicBezTo>
                    <a:pt x="14" y="38"/>
                    <a:pt x="14" y="38"/>
                    <a:pt x="14" y="38"/>
                  </a:cubicBezTo>
                  <a:cubicBezTo>
                    <a:pt x="14" y="33"/>
                    <a:pt x="14" y="33"/>
                    <a:pt x="14" y="33"/>
                  </a:cubicBezTo>
                  <a:close/>
                  <a:moveTo>
                    <a:pt x="10" y="25"/>
                  </a:moveTo>
                  <a:cubicBezTo>
                    <a:pt x="11" y="26"/>
                    <a:pt x="12" y="27"/>
                    <a:pt x="13" y="28"/>
                  </a:cubicBezTo>
                  <a:cubicBezTo>
                    <a:pt x="13" y="28"/>
                    <a:pt x="13" y="28"/>
                    <a:pt x="13" y="28"/>
                  </a:cubicBezTo>
                  <a:cubicBezTo>
                    <a:pt x="12" y="27"/>
                    <a:pt x="11" y="26"/>
                    <a:pt x="10" y="26"/>
                  </a:cubicBezTo>
                  <a:cubicBezTo>
                    <a:pt x="10" y="26"/>
                    <a:pt x="10" y="26"/>
                    <a:pt x="10" y="26"/>
                  </a:cubicBezTo>
                  <a:cubicBezTo>
                    <a:pt x="9" y="24"/>
                    <a:pt x="8" y="23"/>
                    <a:pt x="7" y="22"/>
                  </a:cubicBezTo>
                  <a:cubicBezTo>
                    <a:pt x="7" y="22"/>
                    <a:pt x="7" y="22"/>
                    <a:pt x="7" y="22"/>
                  </a:cubicBezTo>
                  <a:cubicBezTo>
                    <a:pt x="8" y="23"/>
                    <a:pt x="9" y="24"/>
                    <a:pt x="10" y="25"/>
                  </a:cubicBezTo>
                  <a:close/>
                  <a:moveTo>
                    <a:pt x="24" y="17"/>
                  </a:moveTo>
                  <a:cubicBezTo>
                    <a:pt x="24" y="17"/>
                    <a:pt x="24" y="17"/>
                    <a:pt x="24" y="17"/>
                  </a:cubicBezTo>
                  <a:cubicBezTo>
                    <a:pt x="24" y="17"/>
                    <a:pt x="24" y="17"/>
                    <a:pt x="24" y="17"/>
                  </a:cubicBezTo>
                  <a:cubicBezTo>
                    <a:pt x="24" y="17"/>
                    <a:pt x="24" y="17"/>
                    <a:pt x="24" y="17"/>
                  </a:cubicBezTo>
                  <a:cubicBezTo>
                    <a:pt x="24" y="17"/>
                    <a:pt x="24" y="17"/>
                    <a:pt x="24" y="17"/>
                  </a:cubicBezTo>
                  <a:close/>
                  <a:moveTo>
                    <a:pt x="2" y="16"/>
                  </a:moveTo>
                  <a:cubicBezTo>
                    <a:pt x="4" y="15"/>
                    <a:pt x="4" y="15"/>
                    <a:pt x="4" y="15"/>
                  </a:cubicBezTo>
                  <a:cubicBezTo>
                    <a:pt x="3" y="15"/>
                    <a:pt x="3" y="15"/>
                    <a:pt x="3" y="15"/>
                  </a:cubicBezTo>
                  <a:cubicBezTo>
                    <a:pt x="4" y="15"/>
                    <a:pt x="4" y="15"/>
                    <a:pt x="4" y="15"/>
                  </a:cubicBezTo>
                  <a:cubicBezTo>
                    <a:pt x="2" y="16"/>
                    <a:pt x="2" y="16"/>
                    <a:pt x="2" y="16"/>
                  </a:cubicBezTo>
                  <a:close/>
                  <a:moveTo>
                    <a:pt x="4" y="15"/>
                  </a:moveTo>
                  <a:cubicBezTo>
                    <a:pt x="4" y="15"/>
                    <a:pt x="4" y="15"/>
                    <a:pt x="4" y="15"/>
                  </a:cubicBezTo>
                  <a:cubicBezTo>
                    <a:pt x="4" y="15"/>
                    <a:pt x="4" y="15"/>
                    <a:pt x="4" y="15"/>
                  </a:cubicBezTo>
                  <a:cubicBezTo>
                    <a:pt x="4" y="14"/>
                    <a:pt x="5" y="12"/>
                    <a:pt x="6" y="11"/>
                  </a:cubicBezTo>
                  <a:cubicBezTo>
                    <a:pt x="6" y="11"/>
                    <a:pt x="6" y="11"/>
                    <a:pt x="6" y="11"/>
                  </a:cubicBezTo>
                  <a:cubicBezTo>
                    <a:pt x="5" y="12"/>
                    <a:pt x="4" y="14"/>
                    <a:pt x="4" y="15"/>
                  </a:cubicBezTo>
                  <a:cubicBezTo>
                    <a:pt x="4" y="15"/>
                    <a:pt x="4" y="15"/>
                    <a:pt x="4" y="15"/>
                  </a:cubicBezTo>
                  <a:cubicBezTo>
                    <a:pt x="4" y="15"/>
                    <a:pt x="4" y="15"/>
                    <a:pt x="4" y="15"/>
                  </a:cubicBezTo>
                  <a:close/>
                  <a:moveTo>
                    <a:pt x="24" y="13"/>
                  </a:moveTo>
                  <a:cubicBezTo>
                    <a:pt x="24" y="13"/>
                    <a:pt x="24" y="13"/>
                    <a:pt x="24" y="13"/>
                  </a:cubicBezTo>
                  <a:cubicBezTo>
                    <a:pt x="24" y="13"/>
                    <a:pt x="24" y="13"/>
                    <a:pt x="24" y="13"/>
                  </a:cubicBezTo>
                  <a:cubicBezTo>
                    <a:pt x="24" y="13"/>
                    <a:pt x="24" y="13"/>
                    <a:pt x="24" y="13"/>
                  </a:cubicBezTo>
                  <a:close/>
                  <a:moveTo>
                    <a:pt x="24" y="13"/>
                  </a:moveTo>
                  <a:cubicBezTo>
                    <a:pt x="24" y="13"/>
                    <a:pt x="24" y="13"/>
                    <a:pt x="24" y="13"/>
                  </a:cubicBezTo>
                  <a:cubicBezTo>
                    <a:pt x="24" y="13"/>
                    <a:pt x="24" y="13"/>
                    <a:pt x="24" y="13"/>
                  </a:cubicBezTo>
                  <a:cubicBezTo>
                    <a:pt x="24" y="13"/>
                    <a:pt x="24" y="13"/>
                    <a:pt x="24" y="13"/>
                  </a:cubicBezTo>
                  <a:close/>
                  <a:moveTo>
                    <a:pt x="24" y="13"/>
                  </a:moveTo>
                  <a:cubicBezTo>
                    <a:pt x="24" y="13"/>
                    <a:pt x="24" y="12"/>
                    <a:pt x="24" y="12"/>
                  </a:cubicBezTo>
                  <a:cubicBezTo>
                    <a:pt x="24" y="12"/>
                    <a:pt x="24" y="12"/>
                    <a:pt x="24" y="12"/>
                  </a:cubicBezTo>
                  <a:cubicBezTo>
                    <a:pt x="24" y="12"/>
                    <a:pt x="24" y="13"/>
                    <a:pt x="24" y="13"/>
                  </a:cubicBezTo>
                  <a:close/>
                  <a:moveTo>
                    <a:pt x="24" y="12"/>
                  </a:moveTo>
                  <a:cubicBezTo>
                    <a:pt x="24" y="12"/>
                    <a:pt x="24" y="12"/>
                    <a:pt x="24" y="12"/>
                  </a:cubicBezTo>
                  <a:cubicBezTo>
                    <a:pt x="24" y="12"/>
                    <a:pt x="24" y="12"/>
                    <a:pt x="24" y="12"/>
                  </a:cubicBezTo>
                  <a:cubicBezTo>
                    <a:pt x="24" y="12"/>
                    <a:pt x="24" y="12"/>
                    <a:pt x="24" y="12"/>
                  </a:cubicBezTo>
                  <a:cubicBezTo>
                    <a:pt x="24" y="12"/>
                    <a:pt x="24" y="12"/>
                    <a:pt x="24" y="12"/>
                  </a:cubicBezTo>
                  <a:cubicBezTo>
                    <a:pt x="24" y="12"/>
                    <a:pt x="24" y="12"/>
                    <a:pt x="24" y="12"/>
                  </a:cubicBezTo>
                  <a:close/>
                  <a:moveTo>
                    <a:pt x="25" y="7"/>
                  </a:moveTo>
                  <a:cubicBezTo>
                    <a:pt x="25" y="7"/>
                    <a:pt x="25" y="7"/>
                    <a:pt x="25" y="7"/>
                  </a:cubicBezTo>
                  <a:cubicBezTo>
                    <a:pt x="25" y="7"/>
                    <a:pt x="25" y="7"/>
                    <a:pt x="25" y="7"/>
                  </a:cubicBezTo>
                  <a:cubicBezTo>
                    <a:pt x="25" y="7"/>
                    <a:pt x="25" y="7"/>
                    <a:pt x="25" y="7"/>
                  </a:cubicBezTo>
                  <a:cubicBezTo>
                    <a:pt x="25" y="7"/>
                    <a:pt x="25" y="7"/>
                    <a:pt x="25" y="7"/>
                  </a:cubicBezTo>
                  <a:cubicBezTo>
                    <a:pt x="25" y="7"/>
                    <a:pt x="25" y="7"/>
                    <a:pt x="25" y="7"/>
                  </a:cubicBezTo>
                  <a:close/>
                  <a:moveTo>
                    <a:pt x="25" y="7"/>
                  </a:moveTo>
                  <a:cubicBezTo>
                    <a:pt x="25" y="7"/>
                    <a:pt x="25" y="7"/>
                    <a:pt x="25" y="7"/>
                  </a:cubicBezTo>
                  <a:cubicBezTo>
                    <a:pt x="25" y="7"/>
                    <a:pt x="25" y="7"/>
                    <a:pt x="25" y="7"/>
                  </a:cubicBezTo>
                  <a:cubicBezTo>
                    <a:pt x="25" y="7"/>
                    <a:pt x="25" y="7"/>
                    <a:pt x="25" y="7"/>
                  </a:cubicBezTo>
                  <a:close/>
                  <a:moveTo>
                    <a:pt x="24" y="5"/>
                  </a:moveTo>
                  <a:cubicBezTo>
                    <a:pt x="24" y="5"/>
                    <a:pt x="24" y="5"/>
                    <a:pt x="24" y="5"/>
                  </a:cubicBezTo>
                  <a:cubicBezTo>
                    <a:pt x="24" y="5"/>
                    <a:pt x="24" y="5"/>
                    <a:pt x="24" y="5"/>
                  </a:cubicBezTo>
                  <a:cubicBezTo>
                    <a:pt x="24" y="5"/>
                    <a:pt x="24" y="5"/>
                    <a:pt x="24" y="5"/>
                  </a:cubicBezTo>
                  <a:close/>
                  <a:moveTo>
                    <a:pt x="19" y="4"/>
                  </a:moveTo>
                  <a:cubicBezTo>
                    <a:pt x="19" y="4"/>
                    <a:pt x="19" y="4"/>
                    <a:pt x="19" y="4"/>
                  </a:cubicBezTo>
                  <a:cubicBezTo>
                    <a:pt x="19" y="4"/>
                    <a:pt x="19" y="4"/>
                    <a:pt x="19" y="4"/>
                  </a:cubicBezTo>
                  <a:cubicBezTo>
                    <a:pt x="19" y="4"/>
                    <a:pt x="19" y="4"/>
                    <a:pt x="19" y="4"/>
                  </a:cubicBezTo>
                  <a:close/>
                  <a:moveTo>
                    <a:pt x="20" y="4"/>
                  </a:moveTo>
                  <a:cubicBezTo>
                    <a:pt x="20" y="4"/>
                    <a:pt x="20" y="4"/>
                    <a:pt x="20" y="4"/>
                  </a:cubicBezTo>
                  <a:cubicBezTo>
                    <a:pt x="20" y="4"/>
                    <a:pt x="20" y="4"/>
                    <a:pt x="20" y="4"/>
                  </a:cubicBezTo>
                  <a:cubicBezTo>
                    <a:pt x="20" y="4"/>
                    <a:pt x="20" y="4"/>
                    <a:pt x="20" y="4"/>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0" name="Google Shape;340;p17"/>
            <p:cNvSpPr/>
            <p:nvPr/>
          </p:nvSpPr>
          <p:spPr>
            <a:xfrm>
              <a:off x="7429502" y="5559426"/>
              <a:ext cx="9525" cy="6350"/>
            </a:xfrm>
            <a:custGeom>
              <a:rect b="b" l="l" r="r" t="t"/>
              <a:pathLst>
                <a:path extrusionOk="0" h="4" w="6">
                  <a:moveTo>
                    <a:pt x="0" y="4"/>
                  </a:moveTo>
                  <a:lnTo>
                    <a:pt x="0" y="0"/>
                  </a:lnTo>
                  <a:lnTo>
                    <a:pt x="6" y="0"/>
                  </a:lnTo>
                  <a:lnTo>
                    <a:pt x="6" y="4"/>
                  </a:lnTo>
                  <a:lnTo>
                    <a:pt x="0" y="4"/>
                  </a:lnTo>
                  <a:lnTo>
                    <a:pt x="0" y="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1" name="Google Shape;341;p17"/>
            <p:cNvSpPr/>
            <p:nvPr/>
          </p:nvSpPr>
          <p:spPr>
            <a:xfrm>
              <a:off x="7426327" y="5556251"/>
              <a:ext cx="15875" cy="12700"/>
            </a:xfrm>
            <a:custGeom>
              <a:rect b="b" l="l" r="r" t="t"/>
              <a:pathLst>
                <a:path extrusionOk="0" h="8" w="10">
                  <a:moveTo>
                    <a:pt x="8" y="8"/>
                  </a:moveTo>
                  <a:lnTo>
                    <a:pt x="2" y="8"/>
                  </a:lnTo>
                  <a:lnTo>
                    <a:pt x="2" y="6"/>
                  </a:lnTo>
                  <a:lnTo>
                    <a:pt x="4" y="6"/>
                  </a:lnTo>
                  <a:lnTo>
                    <a:pt x="2" y="6"/>
                  </a:lnTo>
                  <a:lnTo>
                    <a:pt x="2" y="8"/>
                  </a:lnTo>
                  <a:lnTo>
                    <a:pt x="0" y="8"/>
                  </a:lnTo>
                  <a:lnTo>
                    <a:pt x="0" y="0"/>
                  </a:lnTo>
                  <a:lnTo>
                    <a:pt x="10" y="0"/>
                  </a:lnTo>
                  <a:lnTo>
                    <a:pt x="10" y="8"/>
                  </a:lnTo>
                  <a:lnTo>
                    <a:pt x="8" y="8"/>
                  </a:lnTo>
                  <a:lnTo>
                    <a:pt x="8" y="8"/>
                  </a:lnTo>
                  <a:close/>
                  <a:moveTo>
                    <a:pt x="5" y="4"/>
                  </a:moveTo>
                  <a:lnTo>
                    <a:pt x="5" y="4"/>
                  </a:lnTo>
                  <a:lnTo>
                    <a:pt x="4" y="4"/>
                  </a:lnTo>
                  <a:lnTo>
                    <a:pt x="4" y="4"/>
                  </a:lnTo>
                  <a:lnTo>
                    <a:pt x="5" y="4"/>
                  </a:lnTo>
                  <a:lnTo>
                    <a:pt x="5" y="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2" name="Google Shape;342;p17"/>
            <p:cNvSpPr/>
            <p:nvPr/>
          </p:nvSpPr>
          <p:spPr>
            <a:xfrm>
              <a:off x="7496177" y="5688013"/>
              <a:ext cx="6350" cy="23813"/>
            </a:xfrm>
            <a:custGeom>
              <a:rect b="b" l="l" r="r" t="t"/>
              <a:pathLst>
                <a:path extrusionOk="0" h="15" w="4">
                  <a:moveTo>
                    <a:pt x="0" y="15"/>
                  </a:moveTo>
                  <a:lnTo>
                    <a:pt x="0" y="0"/>
                  </a:lnTo>
                  <a:lnTo>
                    <a:pt x="4" y="0"/>
                  </a:lnTo>
                  <a:lnTo>
                    <a:pt x="4" y="15"/>
                  </a:lnTo>
                  <a:lnTo>
                    <a:pt x="0" y="15"/>
                  </a:lnTo>
                  <a:lnTo>
                    <a:pt x="0" y="15"/>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3" name="Google Shape;343;p17"/>
            <p:cNvSpPr/>
            <p:nvPr/>
          </p:nvSpPr>
          <p:spPr>
            <a:xfrm>
              <a:off x="7493002" y="5684838"/>
              <a:ext cx="12700" cy="30163"/>
            </a:xfrm>
            <a:custGeom>
              <a:rect b="b" l="l" r="r" t="t"/>
              <a:pathLst>
                <a:path extrusionOk="0" h="19" w="8">
                  <a:moveTo>
                    <a:pt x="6" y="19"/>
                  </a:moveTo>
                  <a:lnTo>
                    <a:pt x="2" y="19"/>
                  </a:lnTo>
                  <a:lnTo>
                    <a:pt x="2" y="17"/>
                  </a:lnTo>
                  <a:lnTo>
                    <a:pt x="4" y="17"/>
                  </a:lnTo>
                  <a:lnTo>
                    <a:pt x="2" y="17"/>
                  </a:lnTo>
                  <a:lnTo>
                    <a:pt x="2" y="19"/>
                  </a:lnTo>
                  <a:lnTo>
                    <a:pt x="0" y="19"/>
                  </a:lnTo>
                  <a:lnTo>
                    <a:pt x="0" y="0"/>
                  </a:lnTo>
                  <a:lnTo>
                    <a:pt x="8" y="0"/>
                  </a:lnTo>
                  <a:lnTo>
                    <a:pt x="8" y="19"/>
                  </a:lnTo>
                  <a:lnTo>
                    <a:pt x="6" y="19"/>
                  </a:lnTo>
                  <a:lnTo>
                    <a:pt x="6" y="19"/>
                  </a:lnTo>
                  <a:close/>
                  <a:moveTo>
                    <a:pt x="4" y="15"/>
                  </a:moveTo>
                  <a:lnTo>
                    <a:pt x="4" y="4"/>
                  </a:lnTo>
                  <a:lnTo>
                    <a:pt x="4" y="15"/>
                  </a:lnTo>
                  <a:lnTo>
                    <a:pt x="4" y="15"/>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4" name="Google Shape;344;p17"/>
            <p:cNvSpPr/>
            <p:nvPr/>
          </p:nvSpPr>
          <p:spPr>
            <a:xfrm>
              <a:off x="7410452" y="5708651"/>
              <a:ext cx="142875" cy="190500"/>
            </a:xfrm>
            <a:custGeom>
              <a:rect b="b" l="l" r="r" t="t"/>
              <a:pathLst>
                <a:path extrusionOk="0" h="109" w="82">
                  <a:moveTo>
                    <a:pt x="35" y="109"/>
                  </a:moveTo>
                  <a:cubicBezTo>
                    <a:pt x="25" y="108"/>
                    <a:pt x="16" y="98"/>
                    <a:pt x="10" y="85"/>
                  </a:cubicBezTo>
                  <a:cubicBezTo>
                    <a:pt x="10" y="85"/>
                    <a:pt x="10" y="85"/>
                    <a:pt x="10" y="85"/>
                  </a:cubicBezTo>
                  <a:cubicBezTo>
                    <a:pt x="4" y="72"/>
                    <a:pt x="0" y="56"/>
                    <a:pt x="0" y="43"/>
                  </a:cubicBezTo>
                  <a:cubicBezTo>
                    <a:pt x="0" y="43"/>
                    <a:pt x="0" y="43"/>
                    <a:pt x="0" y="43"/>
                  </a:cubicBezTo>
                  <a:cubicBezTo>
                    <a:pt x="0" y="13"/>
                    <a:pt x="28" y="0"/>
                    <a:pt x="51" y="0"/>
                  </a:cubicBezTo>
                  <a:cubicBezTo>
                    <a:pt x="51" y="0"/>
                    <a:pt x="51" y="0"/>
                    <a:pt x="51" y="0"/>
                  </a:cubicBezTo>
                  <a:cubicBezTo>
                    <a:pt x="62" y="0"/>
                    <a:pt x="70" y="6"/>
                    <a:pt x="75" y="16"/>
                  </a:cubicBezTo>
                  <a:cubicBezTo>
                    <a:pt x="75" y="16"/>
                    <a:pt x="75" y="16"/>
                    <a:pt x="75" y="16"/>
                  </a:cubicBezTo>
                  <a:cubicBezTo>
                    <a:pt x="80" y="26"/>
                    <a:pt x="82" y="39"/>
                    <a:pt x="82" y="54"/>
                  </a:cubicBezTo>
                  <a:cubicBezTo>
                    <a:pt x="82" y="54"/>
                    <a:pt x="82" y="54"/>
                    <a:pt x="82" y="54"/>
                  </a:cubicBezTo>
                  <a:cubicBezTo>
                    <a:pt x="82" y="83"/>
                    <a:pt x="60" y="97"/>
                    <a:pt x="42" y="107"/>
                  </a:cubicBezTo>
                  <a:cubicBezTo>
                    <a:pt x="42" y="107"/>
                    <a:pt x="42" y="107"/>
                    <a:pt x="42" y="107"/>
                  </a:cubicBezTo>
                  <a:cubicBezTo>
                    <a:pt x="40" y="108"/>
                    <a:pt x="37" y="109"/>
                    <a:pt x="35" y="109"/>
                  </a:cubicBezTo>
                  <a:cubicBezTo>
                    <a:pt x="35" y="109"/>
                    <a:pt x="35" y="109"/>
                    <a:pt x="35" y="109"/>
                  </a:cubicBezTo>
                  <a:cubicBezTo>
                    <a:pt x="35" y="109"/>
                    <a:pt x="35" y="109"/>
                    <a:pt x="35" y="109"/>
                  </a:cubicBezTo>
                  <a:close/>
                  <a:moveTo>
                    <a:pt x="19" y="13"/>
                  </a:moveTo>
                  <a:cubicBezTo>
                    <a:pt x="10" y="20"/>
                    <a:pt x="4" y="29"/>
                    <a:pt x="4" y="43"/>
                  </a:cubicBezTo>
                  <a:cubicBezTo>
                    <a:pt x="4" y="43"/>
                    <a:pt x="4" y="43"/>
                    <a:pt x="4" y="43"/>
                  </a:cubicBezTo>
                  <a:cubicBezTo>
                    <a:pt x="4" y="55"/>
                    <a:pt x="7" y="71"/>
                    <a:pt x="14" y="83"/>
                  </a:cubicBezTo>
                  <a:cubicBezTo>
                    <a:pt x="14" y="83"/>
                    <a:pt x="14" y="83"/>
                    <a:pt x="14" y="83"/>
                  </a:cubicBezTo>
                  <a:cubicBezTo>
                    <a:pt x="20" y="96"/>
                    <a:pt x="28" y="105"/>
                    <a:pt x="35" y="105"/>
                  </a:cubicBezTo>
                  <a:cubicBezTo>
                    <a:pt x="35" y="105"/>
                    <a:pt x="35" y="105"/>
                    <a:pt x="35" y="105"/>
                  </a:cubicBezTo>
                  <a:cubicBezTo>
                    <a:pt x="37" y="105"/>
                    <a:pt x="38" y="104"/>
                    <a:pt x="40" y="103"/>
                  </a:cubicBezTo>
                  <a:cubicBezTo>
                    <a:pt x="40" y="103"/>
                    <a:pt x="40" y="103"/>
                    <a:pt x="40" y="103"/>
                  </a:cubicBezTo>
                  <a:cubicBezTo>
                    <a:pt x="58" y="93"/>
                    <a:pt x="78" y="81"/>
                    <a:pt x="78" y="54"/>
                  </a:cubicBezTo>
                  <a:cubicBezTo>
                    <a:pt x="78" y="54"/>
                    <a:pt x="78" y="54"/>
                    <a:pt x="78" y="54"/>
                  </a:cubicBezTo>
                  <a:cubicBezTo>
                    <a:pt x="78" y="40"/>
                    <a:pt x="76" y="27"/>
                    <a:pt x="72" y="18"/>
                  </a:cubicBezTo>
                  <a:cubicBezTo>
                    <a:pt x="72" y="18"/>
                    <a:pt x="72" y="18"/>
                    <a:pt x="72" y="18"/>
                  </a:cubicBezTo>
                  <a:cubicBezTo>
                    <a:pt x="67" y="9"/>
                    <a:pt x="61" y="4"/>
                    <a:pt x="51" y="4"/>
                  </a:cubicBezTo>
                  <a:cubicBezTo>
                    <a:pt x="51" y="4"/>
                    <a:pt x="51" y="4"/>
                    <a:pt x="51" y="4"/>
                  </a:cubicBezTo>
                  <a:cubicBezTo>
                    <a:pt x="51" y="4"/>
                    <a:pt x="51" y="4"/>
                    <a:pt x="51" y="4"/>
                  </a:cubicBezTo>
                  <a:cubicBezTo>
                    <a:pt x="51" y="4"/>
                    <a:pt x="51" y="4"/>
                    <a:pt x="51" y="4"/>
                  </a:cubicBezTo>
                  <a:cubicBezTo>
                    <a:pt x="40" y="4"/>
                    <a:pt x="28" y="7"/>
                    <a:pt x="19" y="13"/>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5" name="Google Shape;345;p17"/>
            <p:cNvSpPr/>
            <p:nvPr/>
          </p:nvSpPr>
          <p:spPr>
            <a:xfrm>
              <a:off x="7407277" y="5705476"/>
              <a:ext cx="149225" cy="196850"/>
            </a:xfrm>
            <a:custGeom>
              <a:rect b="b" l="l" r="r" t="t"/>
              <a:pathLst>
                <a:path extrusionOk="0" h="113" w="86">
                  <a:moveTo>
                    <a:pt x="37" y="113"/>
                  </a:moveTo>
                  <a:cubicBezTo>
                    <a:pt x="37" y="111"/>
                    <a:pt x="37" y="111"/>
                    <a:pt x="37" y="111"/>
                  </a:cubicBezTo>
                  <a:cubicBezTo>
                    <a:pt x="37" y="113"/>
                    <a:pt x="37" y="113"/>
                    <a:pt x="37" y="113"/>
                  </a:cubicBezTo>
                  <a:cubicBezTo>
                    <a:pt x="25" y="112"/>
                    <a:pt x="17" y="101"/>
                    <a:pt x="10" y="88"/>
                  </a:cubicBezTo>
                  <a:cubicBezTo>
                    <a:pt x="10" y="88"/>
                    <a:pt x="10" y="88"/>
                    <a:pt x="10" y="88"/>
                  </a:cubicBezTo>
                  <a:cubicBezTo>
                    <a:pt x="4" y="75"/>
                    <a:pt x="0" y="59"/>
                    <a:pt x="0" y="45"/>
                  </a:cubicBezTo>
                  <a:cubicBezTo>
                    <a:pt x="0" y="45"/>
                    <a:pt x="0" y="45"/>
                    <a:pt x="0" y="45"/>
                  </a:cubicBezTo>
                  <a:cubicBezTo>
                    <a:pt x="0" y="14"/>
                    <a:pt x="30" y="0"/>
                    <a:pt x="52" y="0"/>
                  </a:cubicBezTo>
                  <a:cubicBezTo>
                    <a:pt x="52" y="0"/>
                    <a:pt x="52" y="0"/>
                    <a:pt x="52" y="0"/>
                  </a:cubicBezTo>
                  <a:cubicBezTo>
                    <a:pt x="53" y="0"/>
                    <a:pt x="53" y="0"/>
                    <a:pt x="53" y="0"/>
                  </a:cubicBezTo>
                  <a:cubicBezTo>
                    <a:pt x="53" y="0"/>
                    <a:pt x="53" y="0"/>
                    <a:pt x="53" y="0"/>
                  </a:cubicBezTo>
                  <a:cubicBezTo>
                    <a:pt x="65" y="0"/>
                    <a:pt x="74" y="7"/>
                    <a:pt x="79" y="17"/>
                  </a:cubicBezTo>
                  <a:cubicBezTo>
                    <a:pt x="79" y="17"/>
                    <a:pt x="79" y="17"/>
                    <a:pt x="79" y="17"/>
                  </a:cubicBezTo>
                  <a:cubicBezTo>
                    <a:pt x="84" y="28"/>
                    <a:pt x="86" y="41"/>
                    <a:pt x="86" y="56"/>
                  </a:cubicBezTo>
                  <a:cubicBezTo>
                    <a:pt x="86" y="56"/>
                    <a:pt x="86" y="56"/>
                    <a:pt x="86" y="56"/>
                  </a:cubicBezTo>
                  <a:cubicBezTo>
                    <a:pt x="86" y="86"/>
                    <a:pt x="63" y="101"/>
                    <a:pt x="45" y="111"/>
                  </a:cubicBezTo>
                  <a:cubicBezTo>
                    <a:pt x="45" y="111"/>
                    <a:pt x="45" y="111"/>
                    <a:pt x="45" y="111"/>
                  </a:cubicBezTo>
                  <a:cubicBezTo>
                    <a:pt x="42" y="112"/>
                    <a:pt x="40" y="113"/>
                    <a:pt x="37" y="113"/>
                  </a:cubicBezTo>
                  <a:cubicBezTo>
                    <a:pt x="37" y="113"/>
                    <a:pt x="37" y="113"/>
                    <a:pt x="37" y="113"/>
                  </a:cubicBezTo>
                  <a:cubicBezTo>
                    <a:pt x="37" y="113"/>
                    <a:pt x="37" y="113"/>
                    <a:pt x="37" y="113"/>
                  </a:cubicBezTo>
                  <a:close/>
                  <a:moveTo>
                    <a:pt x="37" y="109"/>
                  </a:moveTo>
                  <a:cubicBezTo>
                    <a:pt x="39" y="109"/>
                    <a:pt x="41" y="108"/>
                    <a:pt x="43" y="107"/>
                  </a:cubicBezTo>
                  <a:cubicBezTo>
                    <a:pt x="43" y="107"/>
                    <a:pt x="43" y="107"/>
                    <a:pt x="43" y="107"/>
                  </a:cubicBezTo>
                  <a:cubicBezTo>
                    <a:pt x="61" y="97"/>
                    <a:pt x="82" y="84"/>
                    <a:pt x="82" y="56"/>
                  </a:cubicBezTo>
                  <a:cubicBezTo>
                    <a:pt x="82" y="56"/>
                    <a:pt x="82" y="56"/>
                    <a:pt x="82" y="56"/>
                  </a:cubicBezTo>
                  <a:cubicBezTo>
                    <a:pt x="82" y="84"/>
                    <a:pt x="61" y="97"/>
                    <a:pt x="43" y="107"/>
                  </a:cubicBezTo>
                  <a:cubicBezTo>
                    <a:pt x="43" y="107"/>
                    <a:pt x="43" y="107"/>
                    <a:pt x="43" y="107"/>
                  </a:cubicBezTo>
                  <a:cubicBezTo>
                    <a:pt x="41" y="108"/>
                    <a:pt x="39" y="109"/>
                    <a:pt x="37" y="109"/>
                  </a:cubicBezTo>
                  <a:cubicBezTo>
                    <a:pt x="37" y="109"/>
                    <a:pt x="37" y="109"/>
                    <a:pt x="37" y="109"/>
                  </a:cubicBezTo>
                  <a:cubicBezTo>
                    <a:pt x="37" y="109"/>
                    <a:pt x="37" y="109"/>
                    <a:pt x="37" y="109"/>
                  </a:cubicBezTo>
                  <a:cubicBezTo>
                    <a:pt x="37" y="109"/>
                    <a:pt x="37" y="109"/>
                    <a:pt x="37" y="109"/>
                  </a:cubicBezTo>
                  <a:cubicBezTo>
                    <a:pt x="37" y="109"/>
                    <a:pt x="37" y="109"/>
                    <a:pt x="37" y="109"/>
                  </a:cubicBezTo>
                  <a:cubicBezTo>
                    <a:pt x="37" y="109"/>
                    <a:pt x="37" y="109"/>
                    <a:pt x="37" y="109"/>
                  </a:cubicBezTo>
                  <a:close/>
                  <a:moveTo>
                    <a:pt x="36" y="108"/>
                  </a:moveTo>
                  <a:cubicBezTo>
                    <a:pt x="36" y="108"/>
                    <a:pt x="36" y="108"/>
                    <a:pt x="36" y="108"/>
                  </a:cubicBezTo>
                  <a:cubicBezTo>
                    <a:pt x="36" y="108"/>
                    <a:pt x="36" y="108"/>
                    <a:pt x="36" y="108"/>
                  </a:cubicBezTo>
                  <a:cubicBezTo>
                    <a:pt x="36" y="108"/>
                    <a:pt x="36" y="108"/>
                    <a:pt x="36" y="108"/>
                  </a:cubicBezTo>
                  <a:close/>
                  <a:moveTo>
                    <a:pt x="35" y="108"/>
                  </a:moveTo>
                  <a:cubicBezTo>
                    <a:pt x="34" y="108"/>
                    <a:pt x="32" y="107"/>
                    <a:pt x="30" y="106"/>
                  </a:cubicBezTo>
                  <a:cubicBezTo>
                    <a:pt x="30" y="106"/>
                    <a:pt x="30" y="106"/>
                    <a:pt x="30" y="106"/>
                  </a:cubicBezTo>
                  <a:cubicBezTo>
                    <a:pt x="32" y="107"/>
                    <a:pt x="34" y="108"/>
                    <a:pt x="35" y="108"/>
                  </a:cubicBezTo>
                  <a:close/>
                  <a:moveTo>
                    <a:pt x="37" y="105"/>
                  </a:moveTo>
                  <a:cubicBezTo>
                    <a:pt x="38" y="105"/>
                    <a:pt x="39" y="104"/>
                    <a:pt x="41" y="104"/>
                  </a:cubicBezTo>
                  <a:cubicBezTo>
                    <a:pt x="41" y="104"/>
                    <a:pt x="41" y="104"/>
                    <a:pt x="41" y="104"/>
                  </a:cubicBezTo>
                  <a:cubicBezTo>
                    <a:pt x="59" y="94"/>
                    <a:pt x="78" y="82"/>
                    <a:pt x="78" y="56"/>
                  </a:cubicBezTo>
                  <a:cubicBezTo>
                    <a:pt x="78" y="56"/>
                    <a:pt x="78" y="56"/>
                    <a:pt x="78" y="56"/>
                  </a:cubicBezTo>
                  <a:cubicBezTo>
                    <a:pt x="78" y="56"/>
                    <a:pt x="78" y="56"/>
                    <a:pt x="78" y="56"/>
                  </a:cubicBezTo>
                  <a:cubicBezTo>
                    <a:pt x="78" y="56"/>
                    <a:pt x="78" y="56"/>
                    <a:pt x="78" y="56"/>
                  </a:cubicBezTo>
                  <a:cubicBezTo>
                    <a:pt x="78" y="42"/>
                    <a:pt x="76" y="29"/>
                    <a:pt x="72" y="21"/>
                  </a:cubicBezTo>
                  <a:cubicBezTo>
                    <a:pt x="72" y="21"/>
                    <a:pt x="72" y="21"/>
                    <a:pt x="72" y="21"/>
                  </a:cubicBezTo>
                  <a:cubicBezTo>
                    <a:pt x="67" y="12"/>
                    <a:pt x="62" y="8"/>
                    <a:pt x="53" y="8"/>
                  </a:cubicBezTo>
                  <a:cubicBezTo>
                    <a:pt x="53" y="8"/>
                    <a:pt x="53" y="8"/>
                    <a:pt x="53" y="8"/>
                  </a:cubicBezTo>
                  <a:cubicBezTo>
                    <a:pt x="53" y="8"/>
                    <a:pt x="53" y="8"/>
                    <a:pt x="53" y="8"/>
                  </a:cubicBezTo>
                  <a:cubicBezTo>
                    <a:pt x="43" y="8"/>
                    <a:pt x="31" y="11"/>
                    <a:pt x="22" y="17"/>
                  </a:cubicBezTo>
                  <a:cubicBezTo>
                    <a:pt x="22" y="17"/>
                    <a:pt x="22" y="17"/>
                    <a:pt x="22" y="17"/>
                  </a:cubicBezTo>
                  <a:cubicBezTo>
                    <a:pt x="14" y="23"/>
                    <a:pt x="8" y="32"/>
                    <a:pt x="8" y="45"/>
                  </a:cubicBezTo>
                  <a:cubicBezTo>
                    <a:pt x="8" y="45"/>
                    <a:pt x="8" y="45"/>
                    <a:pt x="8" y="45"/>
                  </a:cubicBezTo>
                  <a:cubicBezTo>
                    <a:pt x="8" y="45"/>
                    <a:pt x="8" y="45"/>
                    <a:pt x="8" y="45"/>
                  </a:cubicBezTo>
                  <a:cubicBezTo>
                    <a:pt x="7" y="57"/>
                    <a:pt x="11" y="72"/>
                    <a:pt x="17" y="85"/>
                  </a:cubicBezTo>
                  <a:cubicBezTo>
                    <a:pt x="17" y="85"/>
                    <a:pt x="17" y="85"/>
                    <a:pt x="17" y="85"/>
                  </a:cubicBezTo>
                  <a:cubicBezTo>
                    <a:pt x="23" y="97"/>
                    <a:pt x="31" y="105"/>
                    <a:pt x="37" y="105"/>
                  </a:cubicBezTo>
                  <a:cubicBezTo>
                    <a:pt x="37" y="105"/>
                    <a:pt x="37" y="105"/>
                    <a:pt x="37" y="105"/>
                  </a:cubicBezTo>
                  <a:cubicBezTo>
                    <a:pt x="37" y="105"/>
                    <a:pt x="37" y="105"/>
                    <a:pt x="37" y="105"/>
                  </a:cubicBezTo>
                  <a:cubicBezTo>
                    <a:pt x="37" y="105"/>
                    <a:pt x="37" y="105"/>
                    <a:pt x="37" y="105"/>
                  </a:cubicBezTo>
                  <a:cubicBezTo>
                    <a:pt x="37" y="105"/>
                    <a:pt x="37" y="105"/>
                    <a:pt x="37" y="105"/>
                  </a:cubicBezTo>
                  <a:close/>
                  <a:moveTo>
                    <a:pt x="14" y="86"/>
                  </a:moveTo>
                  <a:cubicBezTo>
                    <a:pt x="15" y="88"/>
                    <a:pt x="16" y="90"/>
                    <a:pt x="17" y="92"/>
                  </a:cubicBezTo>
                  <a:cubicBezTo>
                    <a:pt x="17" y="92"/>
                    <a:pt x="17" y="92"/>
                    <a:pt x="17" y="92"/>
                  </a:cubicBezTo>
                  <a:cubicBezTo>
                    <a:pt x="16" y="90"/>
                    <a:pt x="15" y="88"/>
                    <a:pt x="14" y="86"/>
                  </a:cubicBezTo>
                  <a:cubicBezTo>
                    <a:pt x="14" y="86"/>
                    <a:pt x="14" y="86"/>
                    <a:pt x="14" y="86"/>
                  </a:cubicBezTo>
                  <a:cubicBezTo>
                    <a:pt x="12" y="82"/>
                    <a:pt x="10" y="78"/>
                    <a:pt x="9" y="74"/>
                  </a:cubicBezTo>
                  <a:cubicBezTo>
                    <a:pt x="9" y="74"/>
                    <a:pt x="9" y="74"/>
                    <a:pt x="9" y="74"/>
                  </a:cubicBezTo>
                  <a:cubicBezTo>
                    <a:pt x="10" y="78"/>
                    <a:pt x="12" y="82"/>
                    <a:pt x="14" y="86"/>
                  </a:cubicBezTo>
                  <a:close/>
                  <a:moveTo>
                    <a:pt x="82" y="56"/>
                  </a:moveTo>
                  <a:cubicBezTo>
                    <a:pt x="82" y="56"/>
                    <a:pt x="82" y="56"/>
                    <a:pt x="82" y="56"/>
                  </a:cubicBezTo>
                  <a:cubicBezTo>
                    <a:pt x="82" y="56"/>
                    <a:pt x="82" y="56"/>
                    <a:pt x="82" y="56"/>
                  </a:cubicBezTo>
                  <a:cubicBezTo>
                    <a:pt x="82" y="43"/>
                    <a:pt x="80" y="31"/>
                    <a:pt x="76" y="21"/>
                  </a:cubicBezTo>
                  <a:cubicBezTo>
                    <a:pt x="76" y="21"/>
                    <a:pt x="76" y="21"/>
                    <a:pt x="76" y="21"/>
                  </a:cubicBezTo>
                  <a:cubicBezTo>
                    <a:pt x="80" y="31"/>
                    <a:pt x="82" y="43"/>
                    <a:pt x="82" y="56"/>
                  </a:cubicBezTo>
                  <a:close/>
                  <a:moveTo>
                    <a:pt x="4" y="45"/>
                  </a:moveTo>
                  <a:cubicBezTo>
                    <a:pt x="4" y="45"/>
                    <a:pt x="4" y="45"/>
                    <a:pt x="4" y="45"/>
                  </a:cubicBezTo>
                  <a:cubicBezTo>
                    <a:pt x="4" y="45"/>
                    <a:pt x="4" y="45"/>
                    <a:pt x="4" y="45"/>
                  </a:cubicBezTo>
                  <a:cubicBezTo>
                    <a:pt x="4" y="45"/>
                    <a:pt x="4" y="45"/>
                    <a:pt x="4" y="45"/>
                  </a:cubicBezTo>
                  <a:cubicBezTo>
                    <a:pt x="4" y="45"/>
                    <a:pt x="4" y="45"/>
                    <a:pt x="4" y="45"/>
                  </a:cubicBezTo>
                  <a:cubicBezTo>
                    <a:pt x="4" y="40"/>
                    <a:pt x="4" y="35"/>
                    <a:pt x="6" y="31"/>
                  </a:cubicBezTo>
                  <a:cubicBezTo>
                    <a:pt x="6" y="31"/>
                    <a:pt x="6" y="31"/>
                    <a:pt x="6" y="31"/>
                  </a:cubicBezTo>
                  <a:cubicBezTo>
                    <a:pt x="4" y="35"/>
                    <a:pt x="4" y="40"/>
                    <a:pt x="4" y="45"/>
                  </a:cubicBezTo>
                  <a:close/>
                  <a:moveTo>
                    <a:pt x="76" y="21"/>
                  </a:moveTo>
                  <a:cubicBezTo>
                    <a:pt x="76" y="21"/>
                    <a:pt x="76" y="21"/>
                    <a:pt x="76" y="21"/>
                  </a:cubicBezTo>
                  <a:cubicBezTo>
                    <a:pt x="76" y="21"/>
                    <a:pt x="76" y="21"/>
                    <a:pt x="76" y="21"/>
                  </a:cubicBezTo>
                  <a:cubicBezTo>
                    <a:pt x="76" y="21"/>
                    <a:pt x="76" y="21"/>
                    <a:pt x="76" y="21"/>
                  </a:cubicBezTo>
                  <a:close/>
                  <a:moveTo>
                    <a:pt x="75" y="18"/>
                  </a:moveTo>
                  <a:cubicBezTo>
                    <a:pt x="75" y="18"/>
                    <a:pt x="75" y="18"/>
                    <a:pt x="75" y="18"/>
                  </a:cubicBezTo>
                  <a:cubicBezTo>
                    <a:pt x="75" y="18"/>
                    <a:pt x="75" y="18"/>
                    <a:pt x="75" y="18"/>
                  </a:cubicBezTo>
                  <a:cubicBezTo>
                    <a:pt x="75" y="18"/>
                    <a:pt x="75" y="18"/>
                    <a:pt x="75" y="18"/>
                  </a:cubicBezTo>
                  <a:close/>
                  <a:moveTo>
                    <a:pt x="75" y="18"/>
                  </a:moveTo>
                  <a:cubicBezTo>
                    <a:pt x="75" y="18"/>
                    <a:pt x="75" y="18"/>
                    <a:pt x="75" y="18"/>
                  </a:cubicBezTo>
                  <a:cubicBezTo>
                    <a:pt x="75" y="18"/>
                    <a:pt x="75" y="18"/>
                    <a:pt x="75" y="18"/>
                  </a:cubicBezTo>
                  <a:cubicBezTo>
                    <a:pt x="75" y="18"/>
                    <a:pt x="75" y="18"/>
                    <a:pt x="75" y="18"/>
                  </a:cubicBezTo>
                  <a:close/>
                  <a:moveTo>
                    <a:pt x="75" y="18"/>
                  </a:moveTo>
                  <a:cubicBezTo>
                    <a:pt x="70" y="9"/>
                    <a:pt x="63" y="4"/>
                    <a:pt x="53" y="4"/>
                  </a:cubicBezTo>
                  <a:cubicBezTo>
                    <a:pt x="53" y="4"/>
                    <a:pt x="53" y="4"/>
                    <a:pt x="53" y="4"/>
                  </a:cubicBezTo>
                  <a:cubicBezTo>
                    <a:pt x="53" y="3"/>
                    <a:pt x="53" y="3"/>
                    <a:pt x="53" y="3"/>
                  </a:cubicBezTo>
                  <a:cubicBezTo>
                    <a:pt x="53" y="4"/>
                    <a:pt x="53" y="4"/>
                    <a:pt x="53" y="4"/>
                  </a:cubicBezTo>
                  <a:cubicBezTo>
                    <a:pt x="52" y="4"/>
                    <a:pt x="51" y="4"/>
                    <a:pt x="51" y="4"/>
                  </a:cubicBezTo>
                  <a:cubicBezTo>
                    <a:pt x="51" y="4"/>
                    <a:pt x="51" y="4"/>
                    <a:pt x="51" y="4"/>
                  </a:cubicBezTo>
                  <a:cubicBezTo>
                    <a:pt x="51" y="4"/>
                    <a:pt x="52" y="4"/>
                    <a:pt x="53" y="4"/>
                  </a:cubicBezTo>
                  <a:cubicBezTo>
                    <a:pt x="53" y="4"/>
                    <a:pt x="53" y="4"/>
                    <a:pt x="53" y="4"/>
                  </a:cubicBezTo>
                  <a:cubicBezTo>
                    <a:pt x="53" y="4"/>
                    <a:pt x="53" y="4"/>
                    <a:pt x="53" y="4"/>
                  </a:cubicBezTo>
                  <a:cubicBezTo>
                    <a:pt x="53" y="4"/>
                    <a:pt x="53" y="4"/>
                    <a:pt x="53" y="4"/>
                  </a:cubicBezTo>
                  <a:cubicBezTo>
                    <a:pt x="63" y="4"/>
                    <a:pt x="70" y="9"/>
                    <a:pt x="75" y="18"/>
                  </a:cubicBezTo>
                  <a:close/>
                  <a:moveTo>
                    <a:pt x="21" y="15"/>
                  </a:moveTo>
                  <a:cubicBezTo>
                    <a:pt x="20" y="14"/>
                    <a:pt x="20" y="14"/>
                    <a:pt x="20" y="14"/>
                  </a:cubicBezTo>
                  <a:cubicBezTo>
                    <a:pt x="20" y="14"/>
                    <a:pt x="20" y="14"/>
                    <a:pt x="20" y="14"/>
                  </a:cubicBezTo>
                  <a:cubicBezTo>
                    <a:pt x="20" y="14"/>
                    <a:pt x="20" y="14"/>
                    <a:pt x="20" y="14"/>
                  </a:cubicBezTo>
                  <a:cubicBezTo>
                    <a:pt x="21" y="15"/>
                    <a:pt x="21" y="15"/>
                    <a:pt x="21" y="15"/>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6" name="Google Shape;346;p17"/>
            <p:cNvSpPr/>
            <p:nvPr/>
          </p:nvSpPr>
          <p:spPr>
            <a:xfrm>
              <a:off x="7531102" y="5711826"/>
              <a:ext cx="128588" cy="122238"/>
            </a:xfrm>
            <a:custGeom>
              <a:rect b="b" l="l" r="r" t="t"/>
              <a:pathLst>
                <a:path extrusionOk="0" h="70" w="74">
                  <a:moveTo>
                    <a:pt x="55" y="67"/>
                  </a:moveTo>
                  <a:cubicBezTo>
                    <a:pt x="70" y="58"/>
                    <a:pt x="70" y="58"/>
                    <a:pt x="70" y="58"/>
                  </a:cubicBezTo>
                  <a:cubicBezTo>
                    <a:pt x="70" y="58"/>
                    <a:pt x="70" y="57"/>
                    <a:pt x="70" y="56"/>
                  </a:cubicBezTo>
                  <a:cubicBezTo>
                    <a:pt x="70" y="56"/>
                    <a:pt x="70" y="56"/>
                    <a:pt x="70" y="56"/>
                  </a:cubicBezTo>
                  <a:cubicBezTo>
                    <a:pt x="71" y="45"/>
                    <a:pt x="55" y="12"/>
                    <a:pt x="50" y="6"/>
                  </a:cubicBezTo>
                  <a:cubicBezTo>
                    <a:pt x="50" y="6"/>
                    <a:pt x="50" y="6"/>
                    <a:pt x="50" y="6"/>
                  </a:cubicBezTo>
                  <a:cubicBezTo>
                    <a:pt x="49" y="5"/>
                    <a:pt x="46" y="4"/>
                    <a:pt x="41" y="4"/>
                  </a:cubicBezTo>
                  <a:cubicBezTo>
                    <a:pt x="41" y="4"/>
                    <a:pt x="41" y="4"/>
                    <a:pt x="41" y="4"/>
                  </a:cubicBezTo>
                  <a:cubicBezTo>
                    <a:pt x="27" y="4"/>
                    <a:pt x="2" y="11"/>
                    <a:pt x="2" y="11"/>
                  </a:cubicBezTo>
                  <a:cubicBezTo>
                    <a:pt x="2" y="11"/>
                    <a:pt x="2" y="11"/>
                    <a:pt x="2" y="11"/>
                  </a:cubicBezTo>
                  <a:cubicBezTo>
                    <a:pt x="0" y="7"/>
                    <a:pt x="0" y="7"/>
                    <a:pt x="0" y="7"/>
                  </a:cubicBezTo>
                  <a:cubicBezTo>
                    <a:pt x="1" y="7"/>
                    <a:pt x="26" y="0"/>
                    <a:pt x="41" y="0"/>
                  </a:cubicBezTo>
                  <a:cubicBezTo>
                    <a:pt x="41" y="0"/>
                    <a:pt x="41" y="0"/>
                    <a:pt x="41" y="0"/>
                  </a:cubicBezTo>
                  <a:cubicBezTo>
                    <a:pt x="46" y="0"/>
                    <a:pt x="51" y="0"/>
                    <a:pt x="53" y="3"/>
                  </a:cubicBezTo>
                  <a:cubicBezTo>
                    <a:pt x="53" y="3"/>
                    <a:pt x="53" y="3"/>
                    <a:pt x="53" y="3"/>
                  </a:cubicBezTo>
                  <a:cubicBezTo>
                    <a:pt x="59" y="11"/>
                    <a:pt x="74" y="43"/>
                    <a:pt x="74" y="56"/>
                  </a:cubicBezTo>
                  <a:cubicBezTo>
                    <a:pt x="74" y="56"/>
                    <a:pt x="74" y="56"/>
                    <a:pt x="74" y="56"/>
                  </a:cubicBezTo>
                  <a:cubicBezTo>
                    <a:pt x="74" y="58"/>
                    <a:pt x="74" y="60"/>
                    <a:pt x="72" y="62"/>
                  </a:cubicBezTo>
                  <a:cubicBezTo>
                    <a:pt x="72" y="62"/>
                    <a:pt x="72" y="62"/>
                    <a:pt x="72" y="62"/>
                  </a:cubicBezTo>
                  <a:cubicBezTo>
                    <a:pt x="72" y="62"/>
                    <a:pt x="72" y="62"/>
                    <a:pt x="72" y="62"/>
                  </a:cubicBezTo>
                  <a:cubicBezTo>
                    <a:pt x="57" y="70"/>
                    <a:pt x="57" y="70"/>
                    <a:pt x="57" y="70"/>
                  </a:cubicBezTo>
                  <a:cubicBezTo>
                    <a:pt x="57" y="70"/>
                    <a:pt x="57" y="70"/>
                    <a:pt x="57" y="70"/>
                  </a:cubicBezTo>
                  <a:cubicBezTo>
                    <a:pt x="55" y="67"/>
                    <a:pt x="55" y="67"/>
                    <a:pt x="55" y="67"/>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7" name="Google Shape;347;p17"/>
            <p:cNvSpPr/>
            <p:nvPr/>
          </p:nvSpPr>
          <p:spPr>
            <a:xfrm>
              <a:off x="7527927" y="5708651"/>
              <a:ext cx="134938" cy="139700"/>
            </a:xfrm>
            <a:custGeom>
              <a:rect b="b" l="l" r="r" t="t"/>
              <a:pathLst>
                <a:path extrusionOk="0" h="80" w="78">
                  <a:moveTo>
                    <a:pt x="55" y="70"/>
                  </a:moveTo>
                  <a:cubicBezTo>
                    <a:pt x="57" y="69"/>
                    <a:pt x="57" y="69"/>
                    <a:pt x="57" y="69"/>
                  </a:cubicBezTo>
                  <a:cubicBezTo>
                    <a:pt x="58" y="70"/>
                    <a:pt x="58" y="70"/>
                    <a:pt x="58" y="70"/>
                  </a:cubicBezTo>
                  <a:cubicBezTo>
                    <a:pt x="57" y="69"/>
                    <a:pt x="57" y="69"/>
                    <a:pt x="57" y="69"/>
                  </a:cubicBezTo>
                  <a:cubicBezTo>
                    <a:pt x="55" y="70"/>
                    <a:pt x="55" y="70"/>
                    <a:pt x="55" y="70"/>
                  </a:cubicBezTo>
                  <a:cubicBezTo>
                    <a:pt x="54" y="68"/>
                    <a:pt x="54" y="68"/>
                    <a:pt x="54" y="68"/>
                  </a:cubicBezTo>
                  <a:cubicBezTo>
                    <a:pt x="70" y="59"/>
                    <a:pt x="70" y="59"/>
                    <a:pt x="70" y="59"/>
                  </a:cubicBezTo>
                  <a:cubicBezTo>
                    <a:pt x="70" y="59"/>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1" y="48"/>
                    <a:pt x="55" y="15"/>
                    <a:pt x="50" y="9"/>
                  </a:cubicBezTo>
                  <a:cubicBezTo>
                    <a:pt x="50" y="9"/>
                    <a:pt x="50" y="9"/>
                    <a:pt x="50" y="9"/>
                  </a:cubicBezTo>
                  <a:cubicBezTo>
                    <a:pt x="50" y="9"/>
                    <a:pt x="50" y="9"/>
                    <a:pt x="50" y="9"/>
                  </a:cubicBezTo>
                  <a:cubicBezTo>
                    <a:pt x="50" y="9"/>
                    <a:pt x="50" y="9"/>
                    <a:pt x="50" y="9"/>
                  </a:cubicBezTo>
                  <a:cubicBezTo>
                    <a:pt x="50" y="9"/>
                    <a:pt x="50" y="9"/>
                    <a:pt x="50" y="9"/>
                  </a:cubicBezTo>
                  <a:cubicBezTo>
                    <a:pt x="50" y="9"/>
                    <a:pt x="50" y="9"/>
                    <a:pt x="50" y="9"/>
                  </a:cubicBezTo>
                  <a:cubicBezTo>
                    <a:pt x="50" y="9"/>
                    <a:pt x="50" y="9"/>
                    <a:pt x="50" y="9"/>
                  </a:cubicBezTo>
                  <a:cubicBezTo>
                    <a:pt x="50" y="9"/>
                    <a:pt x="49" y="8"/>
                    <a:pt x="49" y="8"/>
                  </a:cubicBezTo>
                  <a:cubicBezTo>
                    <a:pt x="49" y="8"/>
                    <a:pt x="49" y="8"/>
                    <a:pt x="49" y="8"/>
                  </a:cubicBezTo>
                  <a:cubicBezTo>
                    <a:pt x="48" y="8"/>
                    <a:pt x="46" y="8"/>
                    <a:pt x="44" y="8"/>
                  </a:cubicBezTo>
                  <a:cubicBezTo>
                    <a:pt x="44" y="8"/>
                    <a:pt x="44" y="8"/>
                    <a:pt x="44" y="8"/>
                  </a:cubicBezTo>
                  <a:cubicBezTo>
                    <a:pt x="44" y="8"/>
                    <a:pt x="44" y="8"/>
                    <a:pt x="44" y="8"/>
                  </a:cubicBezTo>
                  <a:cubicBezTo>
                    <a:pt x="44" y="8"/>
                    <a:pt x="44" y="8"/>
                    <a:pt x="44" y="8"/>
                  </a:cubicBezTo>
                  <a:cubicBezTo>
                    <a:pt x="43" y="8"/>
                    <a:pt x="43" y="8"/>
                    <a:pt x="43" y="8"/>
                  </a:cubicBezTo>
                  <a:cubicBezTo>
                    <a:pt x="43" y="8"/>
                    <a:pt x="43" y="8"/>
                    <a:pt x="43" y="8"/>
                  </a:cubicBezTo>
                  <a:cubicBezTo>
                    <a:pt x="43" y="8"/>
                    <a:pt x="43" y="8"/>
                    <a:pt x="43" y="8"/>
                  </a:cubicBezTo>
                  <a:cubicBezTo>
                    <a:pt x="31" y="8"/>
                    <a:pt x="9" y="14"/>
                    <a:pt x="5" y="15"/>
                  </a:cubicBezTo>
                  <a:cubicBezTo>
                    <a:pt x="5" y="15"/>
                    <a:pt x="5" y="15"/>
                    <a:pt x="5" y="15"/>
                  </a:cubicBezTo>
                  <a:cubicBezTo>
                    <a:pt x="3" y="18"/>
                    <a:pt x="3" y="18"/>
                    <a:pt x="3" y="18"/>
                  </a:cubicBezTo>
                  <a:cubicBezTo>
                    <a:pt x="0" y="8"/>
                    <a:pt x="0" y="8"/>
                    <a:pt x="0" y="8"/>
                  </a:cubicBezTo>
                  <a:cubicBezTo>
                    <a:pt x="2" y="7"/>
                    <a:pt x="2" y="7"/>
                    <a:pt x="2" y="7"/>
                  </a:cubicBezTo>
                  <a:cubicBezTo>
                    <a:pt x="2" y="7"/>
                    <a:pt x="2" y="7"/>
                    <a:pt x="2" y="7"/>
                  </a:cubicBezTo>
                  <a:cubicBezTo>
                    <a:pt x="2" y="7"/>
                    <a:pt x="2" y="7"/>
                    <a:pt x="2" y="7"/>
                  </a:cubicBezTo>
                  <a:cubicBezTo>
                    <a:pt x="2" y="7"/>
                    <a:pt x="3" y="7"/>
                    <a:pt x="3" y="7"/>
                  </a:cubicBezTo>
                  <a:cubicBezTo>
                    <a:pt x="3" y="7"/>
                    <a:pt x="3" y="7"/>
                    <a:pt x="3" y="7"/>
                  </a:cubicBezTo>
                  <a:cubicBezTo>
                    <a:pt x="4" y="7"/>
                    <a:pt x="5" y="7"/>
                    <a:pt x="6" y="6"/>
                  </a:cubicBezTo>
                  <a:cubicBezTo>
                    <a:pt x="6" y="6"/>
                    <a:pt x="6" y="6"/>
                    <a:pt x="6" y="6"/>
                  </a:cubicBezTo>
                  <a:cubicBezTo>
                    <a:pt x="9" y="6"/>
                    <a:pt x="12" y="5"/>
                    <a:pt x="17" y="4"/>
                  </a:cubicBezTo>
                  <a:cubicBezTo>
                    <a:pt x="17" y="4"/>
                    <a:pt x="17" y="4"/>
                    <a:pt x="17" y="4"/>
                  </a:cubicBezTo>
                  <a:cubicBezTo>
                    <a:pt x="25" y="2"/>
                    <a:pt x="35" y="0"/>
                    <a:pt x="43" y="0"/>
                  </a:cubicBezTo>
                  <a:cubicBezTo>
                    <a:pt x="43" y="0"/>
                    <a:pt x="43" y="0"/>
                    <a:pt x="43" y="0"/>
                  </a:cubicBezTo>
                  <a:cubicBezTo>
                    <a:pt x="48" y="0"/>
                    <a:pt x="53" y="0"/>
                    <a:pt x="57" y="4"/>
                  </a:cubicBezTo>
                  <a:cubicBezTo>
                    <a:pt x="57" y="4"/>
                    <a:pt x="57" y="4"/>
                    <a:pt x="57" y="4"/>
                  </a:cubicBezTo>
                  <a:cubicBezTo>
                    <a:pt x="63" y="13"/>
                    <a:pt x="78" y="43"/>
                    <a:pt x="78" y="58"/>
                  </a:cubicBezTo>
                  <a:cubicBezTo>
                    <a:pt x="78" y="58"/>
                    <a:pt x="78" y="58"/>
                    <a:pt x="78" y="58"/>
                  </a:cubicBezTo>
                  <a:cubicBezTo>
                    <a:pt x="78" y="60"/>
                    <a:pt x="78" y="63"/>
                    <a:pt x="76" y="65"/>
                  </a:cubicBezTo>
                  <a:cubicBezTo>
                    <a:pt x="76" y="65"/>
                    <a:pt x="76" y="65"/>
                    <a:pt x="76" y="65"/>
                  </a:cubicBezTo>
                  <a:cubicBezTo>
                    <a:pt x="75" y="65"/>
                    <a:pt x="75" y="65"/>
                    <a:pt x="75" y="65"/>
                  </a:cubicBezTo>
                  <a:cubicBezTo>
                    <a:pt x="61" y="73"/>
                    <a:pt x="61" y="73"/>
                    <a:pt x="61" y="73"/>
                  </a:cubicBezTo>
                  <a:cubicBezTo>
                    <a:pt x="61" y="80"/>
                    <a:pt x="61" y="80"/>
                    <a:pt x="61" y="80"/>
                  </a:cubicBezTo>
                  <a:cubicBezTo>
                    <a:pt x="55" y="70"/>
                    <a:pt x="55" y="70"/>
                    <a:pt x="55" y="70"/>
                  </a:cubicBezTo>
                  <a:close/>
                  <a:moveTo>
                    <a:pt x="60" y="69"/>
                  </a:moveTo>
                  <a:cubicBezTo>
                    <a:pt x="73" y="62"/>
                    <a:pt x="73" y="62"/>
                    <a:pt x="73" y="62"/>
                  </a:cubicBezTo>
                  <a:cubicBezTo>
                    <a:pt x="73" y="62"/>
                    <a:pt x="73" y="62"/>
                    <a:pt x="73" y="62"/>
                  </a:cubicBezTo>
                  <a:cubicBezTo>
                    <a:pt x="73" y="62"/>
                    <a:pt x="73" y="62"/>
                    <a:pt x="73" y="62"/>
                  </a:cubicBezTo>
                  <a:cubicBezTo>
                    <a:pt x="73" y="62"/>
                    <a:pt x="73" y="62"/>
                    <a:pt x="73" y="62"/>
                  </a:cubicBezTo>
                  <a:cubicBezTo>
                    <a:pt x="60" y="69"/>
                    <a:pt x="60" y="69"/>
                    <a:pt x="60" y="69"/>
                  </a:cubicBezTo>
                  <a:cubicBezTo>
                    <a:pt x="60" y="69"/>
                    <a:pt x="60" y="69"/>
                    <a:pt x="60" y="69"/>
                  </a:cubicBezTo>
                  <a:close/>
                  <a:moveTo>
                    <a:pt x="74" y="61"/>
                  </a:moveTo>
                  <a:cubicBezTo>
                    <a:pt x="74" y="60"/>
                    <a:pt x="74" y="59"/>
                    <a:pt x="74" y="58"/>
                  </a:cubicBezTo>
                  <a:cubicBezTo>
                    <a:pt x="74" y="58"/>
                    <a:pt x="74" y="58"/>
                    <a:pt x="74" y="58"/>
                  </a:cubicBezTo>
                  <a:cubicBezTo>
                    <a:pt x="74" y="46"/>
                    <a:pt x="59" y="14"/>
                    <a:pt x="54" y="7"/>
                  </a:cubicBezTo>
                  <a:cubicBezTo>
                    <a:pt x="54" y="7"/>
                    <a:pt x="54" y="7"/>
                    <a:pt x="54" y="7"/>
                  </a:cubicBezTo>
                  <a:cubicBezTo>
                    <a:pt x="54" y="7"/>
                    <a:pt x="53" y="7"/>
                    <a:pt x="53" y="7"/>
                  </a:cubicBezTo>
                  <a:cubicBezTo>
                    <a:pt x="53" y="7"/>
                    <a:pt x="53" y="7"/>
                    <a:pt x="53" y="7"/>
                  </a:cubicBezTo>
                  <a:cubicBezTo>
                    <a:pt x="59" y="14"/>
                    <a:pt x="74" y="45"/>
                    <a:pt x="74" y="58"/>
                  </a:cubicBezTo>
                  <a:cubicBezTo>
                    <a:pt x="74" y="58"/>
                    <a:pt x="74" y="58"/>
                    <a:pt x="74" y="58"/>
                  </a:cubicBezTo>
                  <a:cubicBezTo>
                    <a:pt x="74" y="58"/>
                    <a:pt x="74" y="58"/>
                    <a:pt x="74" y="58"/>
                  </a:cubicBezTo>
                  <a:cubicBezTo>
                    <a:pt x="74" y="58"/>
                    <a:pt x="74" y="58"/>
                    <a:pt x="74" y="58"/>
                  </a:cubicBezTo>
                  <a:cubicBezTo>
                    <a:pt x="74" y="58"/>
                    <a:pt x="74" y="58"/>
                    <a:pt x="74" y="58"/>
                  </a:cubicBezTo>
                  <a:cubicBezTo>
                    <a:pt x="74" y="58"/>
                    <a:pt x="74" y="58"/>
                    <a:pt x="74" y="58"/>
                  </a:cubicBezTo>
                  <a:cubicBezTo>
                    <a:pt x="74" y="60"/>
                    <a:pt x="74" y="60"/>
                    <a:pt x="74" y="61"/>
                  </a:cubicBezTo>
                  <a:close/>
                  <a:moveTo>
                    <a:pt x="48" y="4"/>
                  </a:moveTo>
                  <a:cubicBezTo>
                    <a:pt x="47" y="4"/>
                    <a:pt x="46" y="4"/>
                    <a:pt x="44" y="4"/>
                  </a:cubicBezTo>
                  <a:cubicBezTo>
                    <a:pt x="44" y="4"/>
                    <a:pt x="44" y="4"/>
                    <a:pt x="44" y="4"/>
                  </a:cubicBezTo>
                  <a:cubicBezTo>
                    <a:pt x="46" y="4"/>
                    <a:pt x="47" y="4"/>
                    <a:pt x="48" y="4"/>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8" name="Google Shape;348;p17"/>
            <p:cNvSpPr/>
            <p:nvPr/>
          </p:nvSpPr>
          <p:spPr>
            <a:xfrm>
              <a:off x="7646989" y="5818188"/>
              <a:ext cx="7938" cy="20638"/>
            </a:xfrm>
            <a:custGeom>
              <a:rect b="b" l="l" r="r" t="t"/>
              <a:pathLst>
                <a:path extrusionOk="0" h="13" w="5">
                  <a:moveTo>
                    <a:pt x="0" y="13"/>
                  </a:moveTo>
                  <a:lnTo>
                    <a:pt x="0" y="0"/>
                  </a:lnTo>
                  <a:lnTo>
                    <a:pt x="5" y="0"/>
                  </a:lnTo>
                  <a:lnTo>
                    <a:pt x="5" y="13"/>
                  </a:lnTo>
                  <a:lnTo>
                    <a:pt x="0" y="13"/>
                  </a:lnTo>
                  <a:lnTo>
                    <a:pt x="0" y="13"/>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49" name="Google Shape;349;p17"/>
            <p:cNvSpPr/>
            <p:nvPr/>
          </p:nvSpPr>
          <p:spPr>
            <a:xfrm>
              <a:off x="7643814" y="5815013"/>
              <a:ext cx="14288" cy="28575"/>
            </a:xfrm>
            <a:custGeom>
              <a:rect b="b" l="l" r="r" t="t"/>
              <a:pathLst>
                <a:path extrusionOk="0" h="18" w="9">
                  <a:moveTo>
                    <a:pt x="7" y="18"/>
                  </a:moveTo>
                  <a:lnTo>
                    <a:pt x="2" y="18"/>
                  </a:lnTo>
                  <a:lnTo>
                    <a:pt x="2" y="15"/>
                  </a:lnTo>
                  <a:lnTo>
                    <a:pt x="4" y="15"/>
                  </a:lnTo>
                  <a:lnTo>
                    <a:pt x="2" y="15"/>
                  </a:lnTo>
                  <a:lnTo>
                    <a:pt x="2" y="18"/>
                  </a:lnTo>
                  <a:lnTo>
                    <a:pt x="0" y="18"/>
                  </a:lnTo>
                  <a:lnTo>
                    <a:pt x="0" y="0"/>
                  </a:lnTo>
                  <a:lnTo>
                    <a:pt x="9" y="0"/>
                  </a:lnTo>
                  <a:lnTo>
                    <a:pt x="9" y="18"/>
                  </a:lnTo>
                  <a:lnTo>
                    <a:pt x="7" y="18"/>
                  </a:lnTo>
                  <a:lnTo>
                    <a:pt x="7" y="18"/>
                  </a:lnTo>
                  <a:close/>
                  <a:moveTo>
                    <a:pt x="4" y="13"/>
                  </a:moveTo>
                  <a:lnTo>
                    <a:pt x="4" y="4"/>
                  </a:lnTo>
                  <a:lnTo>
                    <a:pt x="4" y="13"/>
                  </a:lnTo>
                  <a:lnTo>
                    <a:pt x="4" y="13"/>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0" name="Google Shape;350;p17"/>
            <p:cNvSpPr/>
            <p:nvPr/>
          </p:nvSpPr>
          <p:spPr>
            <a:xfrm>
              <a:off x="7316789" y="5661026"/>
              <a:ext cx="128588" cy="88900"/>
            </a:xfrm>
            <a:custGeom>
              <a:rect b="b" l="l" r="r" t="t"/>
              <a:pathLst>
                <a:path extrusionOk="0" h="51" w="74">
                  <a:moveTo>
                    <a:pt x="7" y="47"/>
                  </a:moveTo>
                  <a:cubicBezTo>
                    <a:pt x="4" y="44"/>
                    <a:pt x="3" y="40"/>
                    <a:pt x="1" y="34"/>
                  </a:cubicBezTo>
                  <a:cubicBezTo>
                    <a:pt x="1" y="34"/>
                    <a:pt x="1" y="34"/>
                    <a:pt x="1" y="34"/>
                  </a:cubicBezTo>
                  <a:cubicBezTo>
                    <a:pt x="0" y="32"/>
                    <a:pt x="0" y="31"/>
                    <a:pt x="0" y="29"/>
                  </a:cubicBezTo>
                  <a:cubicBezTo>
                    <a:pt x="0" y="29"/>
                    <a:pt x="0" y="29"/>
                    <a:pt x="0" y="29"/>
                  </a:cubicBezTo>
                  <a:cubicBezTo>
                    <a:pt x="0" y="17"/>
                    <a:pt x="11" y="7"/>
                    <a:pt x="13" y="5"/>
                  </a:cubicBezTo>
                  <a:cubicBezTo>
                    <a:pt x="13" y="5"/>
                    <a:pt x="13" y="5"/>
                    <a:pt x="13" y="5"/>
                  </a:cubicBezTo>
                  <a:cubicBezTo>
                    <a:pt x="15" y="0"/>
                    <a:pt x="15" y="0"/>
                    <a:pt x="15" y="0"/>
                  </a:cubicBezTo>
                  <a:cubicBezTo>
                    <a:pt x="15" y="0"/>
                    <a:pt x="15" y="0"/>
                    <a:pt x="15" y="0"/>
                  </a:cubicBezTo>
                  <a:cubicBezTo>
                    <a:pt x="18" y="2"/>
                    <a:pt x="18" y="2"/>
                    <a:pt x="18" y="2"/>
                  </a:cubicBezTo>
                  <a:cubicBezTo>
                    <a:pt x="16" y="7"/>
                    <a:pt x="16" y="7"/>
                    <a:pt x="16" y="7"/>
                  </a:cubicBezTo>
                  <a:cubicBezTo>
                    <a:pt x="16" y="8"/>
                    <a:pt x="16" y="8"/>
                    <a:pt x="16" y="8"/>
                  </a:cubicBezTo>
                  <a:cubicBezTo>
                    <a:pt x="16" y="8"/>
                    <a:pt x="13" y="10"/>
                    <a:pt x="10" y="14"/>
                  </a:cubicBezTo>
                  <a:cubicBezTo>
                    <a:pt x="10" y="14"/>
                    <a:pt x="10" y="14"/>
                    <a:pt x="10" y="14"/>
                  </a:cubicBezTo>
                  <a:cubicBezTo>
                    <a:pt x="7" y="19"/>
                    <a:pt x="4" y="24"/>
                    <a:pt x="4" y="29"/>
                  </a:cubicBezTo>
                  <a:cubicBezTo>
                    <a:pt x="4" y="29"/>
                    <a:pt x="4" y="29"/>
                    <a:pt x="4" y="29"/>
                  </a:cubicBezTo>
                  <a:cubicBezTo>
                    <a:pt x="4" y="30"/>
                    <a:pt x="4" y="32"/>
                    <a:pt x="5" y="33"/>
                  </a:cubicBezTo>
                  <a:cubicBezTo>
                    <a:pt x="5" y="33"/>
                    <a:pt x="5" y="33"/>
                    <a:pt x="5" y="33"/>
                  </a:cubicBezTo>
                  <a:cubicBezTo>
                    <a:pt x="6" y="39"/>
                    <a:pt x="8" y="42"/>
                    <a:pt x="10" y="44"/>
                  </a:cubicBezTo>
                  <a:cubicBezTo>
                    <a:pt x="10" y="44"/>
                    <a:pt x="10" y="44"/>
                    <a:pt x="10" y="44"/>
                  </a:cubicBezTo>
                  <a:cubicBezTo>
                    <a:pt x="11" y="46"/>
                    <a:pt x="13" y="47"/>
                    <a:pt x="18" y="47"/>
                  </a:cubicBezTo>
                  <a:cubicBezTo>
                    <a:pt x="18" y="47"/>
                    <a:pt x="18" y="47"/>
                    <a:pt x="18" y="47"/>
                  </a:cubicBezTo>
                  <a:cubicBezTo>
                    <a:pt x="19" y="47"/>
                    <a:pt x="20" y="47"/>
                    <a:pt x="22" y="47"/>
                  </a:cubicBezTo>
                  <a:cubicBezTo>
                    <a:pt x="22" y="47"/>
                    <a:pt x="22" y="47"/>
                    <a:pt x="22" y="47"/>
                  </a:cubicBezTo>
                  <a:cubicBezTo>
                    <a:pt x="34" y="46"/>
                    <a:pt x="73" y="35"/>
                    <a:pt x="73" y="35"/>
                  </a:cubicBezTo>
                  <a:cubicBezTo>
                    <a:pt x="73" y="35"/>
                    <a:pt x="73" y="35"/>
                    <a:pt x="73" y="35"/>
                  </a:cubicBezTo>
                  <a:cubicBezTo>
                    <a:pt x="74" y="39"/>
                    <a:pt x="74" y="39"/>
                    <a:pt x="74" y="39"/>
                  </a:cubicBezTo>
                  <a:cubicBezTo>
                    <a:pt x="74" y="39"/>
                    <a:pt x="35" y="50"/>
                    <a:pt x="22" y="51"/>
                  </a:cubicBezTo>
                  <a:cubicBezTo>
                    <a:pt x="22" y="51"/>
                    <a:pt x="22" y="51"/>
                    <a:pt x="22" y="51"/>
                  </a:cubicBezTo>
                  <a:cubicBezTo>
                    <a:pt x="20" y="51"/>
                    <a:pt x="19" y="51"/>
                    <a:pt x="18" y="51"/>
                  </a:cubicBezTo>
                  <a:cubicBezTo>
                    <a:pt x="18" y="51"/>
                    <a:pt x="18" y="51"/>
                    <a:pt x="18" y="51"/>
                  </a:cubicBezTo>
                  <a:cubicBezTo>
                    <a:pt x="18" y="51"/>
                    <a:pt x="18" y="51"/>
                    <a:pt x="17" y="51"/>
                  </a:cubicBezTo>
                  <a:cubicBezTo>
                    <a:pt x="17" y="51"/>
                    <a:pt x="17" y="51"/>
                    <a:pt x="17" y="51"/>
                  </a:cubicBezTo>
                  <a:cubicBezTo>
                    <a:pt x="13" y="51"/>
                    <a:pt x="9" y="50"/>
                    <a:pt x="7" y="47"/>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1" name="Google Shape;351;p17"/>
            <p:cNvSpPr/>
            <p:nvPr/>
          </p:nvSpPr>
          <p:spPr>
            <a:xfrm>
              <a:off x="7313614" y="5657851"/>
              <a:ext cx="136525" cy="96838"/>
            </a:xfrm>
            <a:custGeom>
              <a:rect b="b" l="l" r="r" t="t"/>
              <a:pathLst>
                <a:path extrusionOk="0" h="55" w="79">
                  <a:moveTo>
                    <a:pt x="7" y="50"/>
                  </a:moveTo>
                  <a:cubicBezTo>
                    <a:pt x="7" y="50"/>
                    <a:pt x="7" y="50"/>
                    <a:pt x="7" y="50"/>
                  </a:cubicBezTo>
                  <a:cubicBezTo>
                    <a:pt x="4" y="47"/>
                    <a:pt x="3" y="42"/>
                    <a:pt x="1" y="37"/>
                  </a:cubicBezTo>
                  <a:cubicBezTo>
                    <a:pt x="1" y="37"/>
                    <a:pt x="1" y="37"/>
                    <a:pt x="1" y="37"/>
                  </a:cubicBezTo>
                  <a:cubicBezTo>
                    <a:pt x="0" y="35"/>
                    <a:pt x="0" y="33"/>
                    <a:pt x="0" y="31"/>
                  </a:cubicBezTo>
                  <a:cubicBezTo>
                    <a:pt x="0" y="31"/>
                    <a:pt x="0" y="31"/>
                    <a:pt x="0" y="31"/>
                  </a:cubicBezTo>
                  <a:cubicBezTo>
                    <a:pt x="0" y="19"/>
                    <a:pt x="10" y="9"/>
                    <a:pt x="13" y="6"/>
                  </a:cubicBezTo>
                  <a:cubicBezTo>
                    <a:pt x="13" y="6"/>
                    <a:pt x="13" y="6"/>
                    <a:pt x="13" y="6"/>
                  </a:cubicBezTo>
                  <a:cubicBezTo>
                    <a:pt x="15" y="1"/>
                    <a:pt x="15" y="1"/>
                    <a:pt x="15" y="1"/>
                  </a:cubicBezTo>
                  <a:cubicBezTo>
                    <a:pt x="17" y="2"/>
                    <a:pt x="17" y="2"/>
                    <a:pt x="17" y="2"/>
                  </a:cubicBezTo>
                  <a:cubicBezTo>
                    <a:pt x="17" y="0"/>
                    <a:pt x="17" y="0"/>
                    <a:pt x="17" y="0"/>
                  </a:cubicBezTo>
                  <a:cubicBezTo>
                    <a:pt x="23" y="2"/>
                    <a:pt x="23" y="2"/>
                    <a:pt x="23" y="2"/>
                  </a:cubicBezTo>
                  <a:cubicBezTo>
                    <a:pt x="20" y="10"/>
                    <a:pt x="20" y="10"/>
                    <a:pt x="20" y="10"/>
                  </a:cubicBezTo>
                  <a:cubicBezTo>
                    <a:pt x="20" y="11"/>
                    <a:pt x="20" y="11"/>
                    <a:pt x="20" y="11"/>
                  </a:cubicBezTo>
                  <a:cubicBezTo>
                    <a:pt x="19" y="11"/>
                    <a:pt x="19" y="11"/>
                    <a:pt x="19" y="11"/>
                  </a:cubicBezTo>
                  <a:cubicBezTo>
                    <a:pt x="19" y="11"/>
                    <a:pt x="19" y="11"/>
                    <a:pt x="19" y="11"/>
                  </a:cubicBezTo>
                  <a:cubicBezTo>
                    <a:pt x="19" y="11"/>
                    <a:pt x="19" y="11"/>
                    <a:pt x="19" y="11"/>
                  </a:cubicBezTo>
                  <a:cubicBezTo>
                    <a:pt x="19" y="12"/>
                    <a:pt x="18" y="12"/>
                    <a:pt x="18" y="13"/>
                  </a:cubicBezTo>
                  <a:cubicBezTo>
                    <a:pt x="18" y="13"/>
                    <a:pt x="18" y="13"/>
                    <a:pt x="18" y="13"/>
                  </a:cubicBezTo>
                  <a:cubicBezTo>
                    <a:pt x="16" y="14"/>
                    <a:pt x="15" y="16"/>
                    <a:pt x="14" y="18"/>
                  </a:cubicBezTo>
                  <a:cubicBezTo>
                    <a:pt x="14" y="18"/>
                    <a:pt x="14" y="18"/>
                    <a:pt x="14" y="18"/>
                  </a:cubicBezTo>
                  <a:cubicBezTo>
                    <a:pt x="11" y="21"/>
                    <a:pt x="8" y="27"/>
                    <a:pt x="8" y="31"/>
                  </a:cubicBezTo>
                  <a:cubicBezTo>
                    <a:pt x="8" y="31"/>
                    <a:pt x="8" y="31"/>
                    <a:pt x="8" y="31"/>
                  </a:cubicBezTo>
                  <a:cubicBezTo>
                    <a:pt x="8" y="31"/>
                    <a:pt x="8" y="31"/>
                    <a:pt x="8" y="31"/>
                  </a:cubicBezTo>
                  <a:cubicBezTo>
                    <a:pt x="8" y="32"/>
                    <a:pt x="8" y="33"/>
                    <a:pt x="9" y="34"/>
                  </a:cubicBezTo>
                  <a:cubicBezTo>
                    <a:pt x="9" y="34"/>
                    <a:pt x="9" y="34"/>
                    <a:pt x="9" y="34"/>
                  </a:cubicBezTo>
                  <a:cubicBezTo>
                    <a:pt x="10" y="40"/>
                    <a:pt x="12" y="44"/>
                    <a:pt x="13" y="45"/>
                  </a:cubicBezTo>
                  <a:cubicBezTo>
                    <a:pt x="13" y="45"/>
                    <a:pt x="13" y="45"/>
                    <a:pt x="13" y="45"/>
                  </a:cubicBezTo>
                  <a:cubicBezTo>
                    <a:pt x="15" y="47"/>
                    <a:pt x="16" y="47"/>
                    <a:pt x="20" y="47"/>
                  </a:cubicBezTo>
                  <a:cubicBezTo>
                    <a:pt x="20" y="47"/>
                    <a:pt x="20" y="47"/>
                    <a:pt x="20" y="47"/>
                  </a:cubicBezTo>
                  <a:cubicBezTo>
                    <a:pt x="21" y="47"/>
                    <a:pt x="22" y="47"/>
                    <a:pt x="23" y="47"/>
                  </a:cubicBezTo>
                  <a:cubicBezTo>
                    <a:pt x="23" y="47"/>
                    <a:pt x="23" y="47"/>
                    <a:pt x="23" y="47"/>
                  </a:cubicBezTo>
                  <a:cubicBezTo>
                    <a:pt x="34" y="46"/>
                    <a:pt x="70" y="37"/>
                    <a:pt x="74" y="36"/>
                  </a:cubicBezTo>
                  <a:cubicBezTo>
                    <a:pt x="74" y="36"/>
                    <a:pt x="74" y="36"/>
                    <a:pt x="74" y="36"/>
                  </a:cubicBezTo>
                  <a:cubicBezTo>
                    <a:pt x="75" y="36"/>
                    <a:pt x="75" y="36"/>
                    <a:pt x="75" y="36"/>
                  </a:cubicBezTo>
                  <a:cubicBezTo>
                    <a:pt x="77" y="35"/>
                    <a:pt x="77" y="35"/>
                    <a:pt x="77" y="35"/>
                  </a:cubicBezTo>
                  <a:cubicBezTo>
                    <a:pt x="79" y="43"/>
                    <a:pt x="79" y="43"/>
                    <a:pt x="79" y="43"/>
                  </a:cubicBezTo>
                  <a:cubicBezTo>
                    <a:pt x="77" y="43"/>
                    <a:pt x="77" y="43"/>
                    <a:pt x="77" y="43"/>
                  </a:cubicBezTo>
                  <a:cubicBezTo>
                    <a:pt x="77" y="43"/>
                    <a:pt x="77" y="43"/>
                    <a:pt x="76" y="43"/>
                  </a:cubicBezTo>
                  <a:cubicBezTo>
                    <a:pt x="76" y="43"/>
                    <a:pt x="76" y="43"/>
                    <a:pt x="76" y="43"/>
                  </a:cubicBezTo>
                  <a:cubicBezTo>
                    <a:pt x="76" y="43"/>
                    <a:pt x="76" y="44"/>
                    <a:pt x="75" y="44"/>
                  </a:cubicBezTo>
                  <a:cubicBezTo>
                    <a:pt x="75" y="44"/>
                    <a:pt x="75" y="44"/>
                    <a:pt x="75" y="44"/>
                  </a:cubicBezTo>
                  <a:cubicBezTo>
                    <a:pt x="74" y="44"/>
                    <a:pt x="72" y="44"/>
                    <a:pt x="71" y="45"/>
                  </a:cubicBezTo>
                  <a:cubicBezTo>
                    <a:pt x="71" y="45"/>
                    <a:pt x="71" y="45"/>
                    <a:pt x="71" y="45"/>
                  </a:cubicBezTo>
                  <a:cubicBezTo>
                    <a:pt x="67" y="46"/>
                    <a:pt x="61" y="47"/>
                    <a:pt x="55" y="49"/>
                  </a:cubicBezTo>
                  <a:cubicBezTo>
                    <a:pt x="55" y="49"/>
                    <a:pt x="55" y="49"/>
                    <a:pt x="55" y="49"/>
                  </a:cubicBezTo>
                  <a:cubicBezTo>
                    <a:pt x="44" y="51"/>
                    <a:pt x="31" y="54"/>
                    <a:pt x="24" y="55"/>
                  </a:cubicBezTo>
                  <a:cubicBezTo>
                    <a:pt x="24" y="55"/>
                    <a:pt x="24" y="55"/>
                    <a:pt x="24" y="55"/>
                  </a:cubicBezTo>
                  <a:cubicBezTo>
                    <a:pt x="23" y="55"/>
                    <a:pt x="21" y="55"/>
                    <a:pt x="20" y="55"/>
                  </a:cubicBezTo>
                  <a:cubicBezTo>
                    <a:pt x="20" y="55"/>
                    <a:pt x="20" y="55"/>
                    <a:pt x="20" y="55"/>
                  </a:cubicBezTo>
                  <a:cubicBezTo>
                    <a:pt x="20" y="55"/>
                    <a:pt x="20" y="55"/>
                    <a:pt x="19" y="55"/>
                  </a:cubicBezTo>
                  <a:cubicBezTo>
                    <a:pt x="19" y="55"/>
                    <a:pt x="19" y="55"/>
                    <a:pt x="19" y="55"/>
                  </a:cubicBezTo>
                  <a:cubicBezTo>
                    <a:pt x="19" y="55"/>
                    <a:pt x="19" y="55"/>
                    <a:pt x="19" y="55"/>
                  </a:cubicBezTo>
                  <a:cubicBezTo>
                    <a:pt x="19" y="55"/>
                    <a:pt x="19" y="55"/>
                    <a:pt x="19" y="55"/>
                  </a:cubicBezTo>
                  <a:cubicBezTo>
                    <a:pt x="14" y="55"/>
                    <a:pt x="10" y="54"/>
                    <a:pt x="7" y="50"/>
                  </a:cubicBezTo>
                  <a:close/>
                  <a:moveTo>
                    <a:pt x="20" y="51"/>
                  </a:moveTo>
                  <a:cubicBezTo>
                    <a:pt x="21" y="51"/>
                    <a:pt x="22" y="51"/>
                    <a:pt x="23" y="51"/>
                  </a:cubicBezTo>
                  <a:cubicBezTo>
                    <a:pt x="23" y="51"/>
                    <a:pt x="23" y="51"/>
                    <a:pt x="23" y="51"/>
                  </a:cubicBezTo>
                  <a:cubicBezTo>
                    <a:pt x="22" y="51"/>
                    <a:pt x="21" y="51"/>
                    <a:pt x="20" y="51"/>
                  </a:cubicBezTo>
                  <a:cubicBezTo>
                    <a:pt x="20" y="51"/>
                    <a:pt x="20" y="51"/>
                    <a:pt x="20" y="51"/>
                  </a:cubicBezTo>
                  <a:cubicBezTo>
                    <a:pt x="20" y="51"/>
                    <a:pt x="20" y="51"/>
                    <a:pt x="20" y="51"/>
                  </a:cubicBezTo>
                  <a:close/>
                  <a:moveTo>
                    <a:pt x="19" y="51"/>
                  </a:moveTo>
                  <a:cubicBezTo>
                    <a:pt x="19" y="51"/>
                    <a:pt x="19" y="51"/>
                    <a:pt x="19" y="51"/>
                  </a:cubicBezTo>
                  <a:cubicBezTo>
                    <a:pt x="19" y="51"/>
                    <a:pt x="19" y="51"/>
                    <a:pt x="19" y="51"/>
                  </a:cubicBezTo>
                  <a:cubicBezTo>
                    <a:pt x="19" y="51"/>
                    <a:pt x="19" y="51"/>
                    <a:pt x="19" y="51"/>
                  </a:cubicBezTo>
                  <a:cubicBezTo>
                    <a:pt x="19" y="51"/>
                    <a:pt x="19" y="51"/>
                    <a:pt x="19" y="51"/>
                  </a:cubicBezTo>
                  <a:cubicBezTo>
                    <a:pt x="19" y="51"/>
                    <a:pt x="19" y="51"/>
                    <a:pt x="19" y="51"/>
                  </a:cubicBezTo>
                  <a:close/>
                  <a:moveTo>
                    <a:pt x="17" y="51"/>
                  </a:moveTo>
                  <a:cubicBezTo>
                    <a:pt x="17" y="51"/>
                    <a:pt x="17" y="51"/>
                    <a:pt x="17" y="51"/>
                  </a:cubicBezTo>
                  <a:cubicBezTo>
                    <a:pt x="17" y="51"/>
                    <a:pt x="17" y="51"/>
                    <a:pt x="17" y="51"/>
                  </a:cubicBezTo>
                  <a:cubicBezTo>
                    <a:pt x="17" y="51"/>
                    <a:pt x="17" y="51"/>
                    <a:pt x="17" y="51"/>
                  </a:cubicBezTo>
                  <a:close/>
                  <a:moveTo>
                    <a:pt x="17" y="51"/>
                  </a:moveTo>
                  <a:cubicBezTo>
                    <a:pt x="14" y="51"/>
                    <a:pt x="13" y="50"/>
                    <a:pt x="11" y="49"/>
                  </a:cubicBezTo>
                  <a:cubicBezTo>
                    <a:pt x="11" y="49"/>
                    <a:pt x="11" y="49"/>
                    <a:pt x="11" y="49"/>
                  </a:cubicBezTo>
                  <a:cubicBezTo>
                    <a:pt x="13" y="50"/>
                    <a:pt x="14" y="51"/>
                    <a:pt x="17" y="51"/>
                  </a:cubicBezTo>
                  <a:close/>
                  <a:moveTo>
                    <a:pt x="9" y="49"/>
                  </a:moveTo>
                  <a:cubicBezTo>
                    <a:pt x="10" y="48"/>
                    <a:pt x="10" y="48"/>
                    <a:pt x="10" y="48"/>
                  </a:cubicBezTo>
                  <a:cubicBezTo>
                    <a:pt x="10" y="48"/>
                    <a:pt x="10" y="48"/>
                    <a:pt x="10" y="48"/>
                  </a:cubicBezTo>
                  <a:cubicBezTo>
                    <a:pt x="10" y="48"/>
                    <a:pt x="10" y="48"/>
                    <a:pt x="10" y="48"/>
                  </a:cubicBezTo>
                  <a:cubicBezTo>
                    <a:pt x="10" y="48"/>
                    <a:pt x="10" y="48"/>
                    <a:pt x="10" y="48"/>
                  </a:cubicBezTo>
                  <a:cubicBezTo>
                    <a:pt x="10" y="48"/>
                    <a:pt x="10" y="48"/>
                    <a:pt x="10" y="48"/>
                  </a:cubicBezTo>
                  <a:cubicBezTo>
                    <a:pt x="9" y="49"/>
                    <a:pt x="9" y="49"/>
                    <a:pt x="9" y="49"/>
                  </a:cubicBezTo>
                  <a:close/>
                  <a:moveTo>
                    <a:pt x="69" y="41"/>
                  </a:moveTo>
                  <a:cubicBezTo>
                    <a:pt x="66" y="42"/>
                    <a:pt x="60" y="43"/>
                    <a:pt x="54" y="45"/>
                  </a:cubicBezTo>
                  <a:cubicBezTo>
                    <a:pt x="54" y="45"/>
                    <a:pt x="54" y="45"/>
                    <a:pt x="54" y="45"/>
                  </a:cubicBezTo>
                  <a:cubicBezTo>
                    <a:pt x="52" y="45"/>
                    <a:pt x="50" y="46"/>
                    <a:pt x="47" y="46"/>
                  </a:cubicBezTo>
                  <a:cubicBezTo>
                    <a:pt x="47" y="46"/>
                    <a:pt x="47" y="46"/>
                    <a:pt x="47" y="46"/>
                  </a:cubicBezTo>
                  <a:cubicBezTo>
                    <a:pt x="56" y="45"/>
                    <a:pt x="64" y="42"/>
                    <a:pt x="70" y="41"/>
                  </a:cubicBezTo>
                  <a:cubicBezTo>
                    <a:pt x="70" y="41"/>
                    <a:pt x="70" y="41"/>
                    <a:pt x="70" y="41"/>
                  </a:cubicBezTo>
                  <a:cubicBezTo>
                    <a:pt x="71" y="41"/>
                    <a:pt x="73" y="40"/>
                    <a:pt x="74" y="40"/>
                  </a:cubicBezTo>
                  <a:cubicBezTo>
                    <a:pt x="74" y="40"/>
                    <a:pt x="74" y="40"/>
                    <a:pt x="74" y="40"/>
                  </a:cubicBezTo>
                  <a:cubicBezTo>
                    <a:pt x="73" y="40"/>
                    <a:pt x="71" y="41"/>
                    <a:pt x="69" y="41"/>
                  </a:cubicBezTo>
                  <a:close/>
                  <a:moveTo>
                    <a:pt x="5" y="36"/>
                  </a:moveTo>
                  <a:cubicBezTo>
                    <a:pt x="6" y="39"/>
                    <a:pt x="7" y="41"/>
                    <a:pt x="8" y="44"/>
                  </a:cubicBezTo>
                  <a:cubicBezTo>
                    <a:pt x="8" y="44"/>
                    <a:pt x="8" y="44"/>
                    <a:pt x="8" y="44"/>
                  </a:cubicBezTo>
                  <a:cubicBezTo>
                    <a:pt x="7" y="41"/>
                    <a:pt x="6" y="39"/>
                    <a:pt x="5" y="36"/>
                  </a:cubicBezTo>
                  <a:cubicBezTo>
                    <a:pt x="5" y="36"/>
                    <a:pt x="5" y="36"/>
                    <a:pt x="5" y="36"/>
                  </a:cubicBezTo>
                  <a:cubicBezTo>
                    <a:pt x="4" y="34"/>
                    <a:pt x="4" y="33"/>
                    <a:pt x="4" y="31"/>
                  </a:cubicBezTo>
                  <a:cubicBezTo>
                    <a:pt x="4" y="31"/>
                    <a:pt x="4" y="31"/>
                    <a:pt x="4" y="31"/>
                  </a:cubicBezTo>
                  <a:cubicBezTo>
                    <a:pt x="4" y="31"/>
                    <a:pt x="4" y="31"/>
                    <a:pt x="4" y="31"/>
                  </a:cubicBezTo>
                  <a:cubicBezTo>
                    <a:pt x="4" y="31"/>
                    <a:pt x="4" y="31"/>
                    <a:pt x="4" y="31"/>
                  </a:cubicBezTo>
                  <a:cubicBezTo>
                    <a:pt x="4" y="33"/>
                    <a:pt x="4" y="34"/>
                    <a:pt x="5" y="36"/>
                  </a:cubicBezTo>
                  <a:close/>
                  <a:moveTo>
                    <a:pt x="7" y="21"/>
                  </a:moveTo>
                  <a:cubicBezTo>
                    <a:pt x="7" y="21"/>
                    <a:pt x="7" y="21"/>
                    <a:pt x="7" y="21"/>
                  </a:cubicBezTo>
                  <a:cubicBezTo>
                    <a:pt x="7" y="21"/>
                    <a:pt x="7" y="21"/>
                    <a:pt x="7" y="21"/>
                  </a:cubicBezTo>
                  <a:cubicBezTo>
                    <a:pt x="7" y="21"/>
                    <a:pt x="7" y="21"/>
                    <a:pt x="7" y="21"/>
                  </a:cubicBezTo>
                  <a:close/>
                  <a:moveTo>
                    <a:pt x="7" y="21"/>
                  </a:moveTo>
                  <a:cubicBezTo>
                    <a:pt x="8" y="19"/>
                    <a:pt x="9" y="17"/>
                    <a:pt x="10" y="15"/>
                  </a:cubicBezTo>
                  <a:cubicBezTo>
                    <a:pt x="10" y="15"/>
                    <a:pt x="10" y="15"/>
                    <a:pt x="10" y="15"/>
                  </a:cubicBezTo>
                  <a:cubicBezTo>
                    <a:pt x="11" y="14"/>
                    <a:pt x="12" y="13"/>
                    <a:pt x="13" y="12"/>
                  </a:cubicBezTo>
                  <a:cubicBezTo>
                    <a:pt x="13" y="12"/>
                    <a:pt x="13" y="12"/>
                    <a:pt x="13" y="12"/>
                  </a:cubicBezTo>
                  <a:cubicBezTo>
                    <a:pt x="11" y="15"/>
                    <a:pt x="9" y="18"/>
                    <a:pt x="7" y="21"/>
                  </a:cubicBezTo>
                  <a:close/>
                  <a:moveTo>
                    <a:pt x="20" y="10"/>
                  </a:moveTo>
                  <a:cubicBezTo>
                    <a:pt x="20" y="9"/>
                    <a:pt x="20" y="9"/>
                    <a:pt x="20" y="9"/>
                  </a:cubicBezTo>
                  <a:cubicBezTo>
                    <a:pt x="20" y="9"/>
                    <a:pt x="20" y="9"/>
                    <a:pt x="20" y="9"/>
                  </a:cubicBezTo>
                  <a:cubicBezTo>
                    <a:pt x="20" y="9"/>
                    <a:pt x="20" y="9"/>
                    <a:pt x="20" y="10"/>
                  </a:cubicBezTo>
                  <a:close/>
                  <a:moveTo>
                    <a:pt x="16" y="9"/>
                  </a:moveTo>
                  <a:cubicBezTo>
                    <a:pt x="16" y="9"/>
                    <a:pt x="16" y="9"/>
                    <a:pt x="16" y="9"/>
                  </a:cubicBezTo>
                  <a:cubicBezTo>
                    <a:pt x="16" y="9"/>
                    <a:pt x="16" y="9"/>
                    <a:pt x="16" y="9"/>
                  </a:cubicBezTo>
                  <a:cubicBezTo>
                    <a:pt x="16" y="9"/>
                    <a:pt x="16" y="9"/>
                    <a:pt x="16" y="9"/>
                  </a:cubicBezTo>
                  <a:close/>
                  <a:moveTo>
                    <a:pt x="16" y="8"/>
                  </a:move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lose/>
                  <a:moveTo>
                    <a:pt x="19" y="8"/>
                  </a:moveTo>
                  <a:cubicBezTo>
                    <a:pt x="19" y="8"/>
                    <a:pt x="19" y="8"/>
                    <a:pt x="19" y="8"/>
                  </a:cubicBezTo>
                  <a:cubicBezTo>
                    <a:pt x="19" y="8"/>
                    <a:pt x="19" y="8"/>
                    <a:pt x="19" y="8"/>
                  </a:cubicBezTo>
                  <a:cubicBezTo>
                    <a:pt x="19" y="8"/>
                    <a:pt x="19" y="8"/>
                    <a:pt x="19" y="8"/>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2" name="Google Shape;352;p17"/>
            <p:cNvSpPr/>
            <p:nvPr/>
          </p:nvSpPr>
          <p:spPr>
            <a:xfrm>
              <a:off x="7340602" y="5668963"/>
              <a:ext cx="17463" cy="11113"/>
            </a:xfrm>
            <a:custGeom>
              <a:rect b="b" l="l" r="r" t="t"/>
              <a:pathLst>
                <a:path extrusionOk="0" h="7" w="11">
                  <a:moveTo>
                    <a:pt x="0" y="4"/>
                  </a:moveTo>
                  <a:lnTo>
                    <a:pt x="1" y="0"/>
                  </a:lnTo>
                  <a:lnTo>
                    <a:pt x="11" y="3"/>
                  </a:lnTo>
                  <a:lnTo>
                    <a:pt x="9" y="7"/>
                  </a:lnTo>
                  <a:lnTo>
                    <a:pt x="0" y="4"/>
                  </a:lnTo>
                  <a:lnTo>
                    <a:pt x="0" y="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3" name="Google Shape;353;p17"/>
            <p:cNvSpPr/>
            <p:nvPr/>
          </p:nvSpPr>
          <p:spPr>
            <a:xfrm>
              <a:off x="7335839" y="5665788"/>
              <a:ext cx="25400" cy="19050"/>
            </a:xfrm>
            <a:custGeom>
              <a:rect b="b" l="l" r="r" t="t"/>
              <a:pathLst>
                <a:path extrusionOk="0" h="12" w="16">
                  <a:moveTo>
                    <a:pt x="2" y="8"/>
                  </a:moveTo>
                  <a:lnTo>
                    <a:pt x="3" y="6"/>
                  </a:lnTo>
                  <a:lnTo>
                    <a:pt x="5" y="7"/>
                  </a:lnTo>
                  <a:lnTo>
                    <a:pt x="3" y="6"/>
                  </a:lnTo>
                  <a:lnTo>
                    <a:pt x="2" y="8"/>
                  </a:lnTo>
                  <a:lnTo>
                    <a:pt x="0" y="7"/>
                  </a:lnTo>
                  <a:lnTo>
                    <a:pt x="3" y="0"/>
                  </a:lnTo>
                  <a:lnTo>
                    <a:pt x="16" y="3"/>
                  </a:lnTo>
                  <a:lnTo>
                    <a:pt x="14" y="12"/>
                  </a:lnTo>
                  <a:lnTo>
                    <a:pt x="2" y="8"/>
                  </a:lnTo>
                  <a:lnTo>
                    <a:pt x="2" y="8"/>
                  </a:lnTo>
                  <a:close/>
                  <a:moveTo>
                    <a:pt x="11" y="6"/>
                  </a:moveTo>
                  <a:lnTo>
                    <a:pt x="5" y="5"/>
                  </a:lnTo>
                  <a:lnTo>
                    <a:pt x="5" y="5"/>
                  </a:lnTo>
                  <a:lnTo>
                    <a:pt x="11" y="6"/>
                  </a:lnTo>
                  <a:lnTo>
                    <a:pt x="11" y="6"/>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4" name="Google Shape;354;p17"/>
            <p:cNvSpPr/>
            <p:nvPr/>
          </p:nvSpPr>
          <p:spPr>
            <a:xfrm>
              <a:off x="7337427" y="5875338"/>
              <a:ext cx="119063" cy="187325"/>
            </a:xfrm>
            <a:custGeom>
              <a:rect b="b" l="l" r="r" t="t"/>
              <a:pathLst>
                <a:path extrusionOk="0" h="107" w="68">
                  <a:moveTo>
                    <a:pt x="7" y="103"/>
                  </a:moveTo>
                  <a:cubicBezTo>
                    <a:pt x="21" y="103"/>
                    <a:pt x="21" y="103"/>
                    <a:pt x="21" y="103"/>
                  </a:cubicBezTo>
                  <a:cubicBezTo>
                    <a:pt x="18" y="90"/>
                    <a:pt x="1" y="34"/>
                    <a:pt x="0" y="13"/>
                  </a:cubicBezTo>
                  <a:cubicBezTo>
                    <a:pt x="0" y="13"/>
                    <a:pt x="0" y="13"/>
                    <a:pt x="0" y="13"/>
                  </a:cubicBezTo>
                  <a:cubicBezTo>
                    <a:pt x="0" y="12"/>
                    <a:pt x="0" y="11"/>
                    <a:pt x="1" y="10"/>
                  </a:cubicBezTo>
                  <a:cubicBezTo>
                    <a:pt x="1" y="10"/>
                    <a:pt x="1" y="10"/>
                    <a:pt x="1" y="10"/>
                  </a:cubicBezTo>
                  <a:cubicBezTo>
                    <a:pt x="1" y="6"/>
                    <a:pt x="4" y="3"/>
                    <a:pt x="7" y="2"/>
                  </a:cubicBezTo>
                  <a:cubicBezTo>
                    <a:pt x="7" y="2"/>
                    <a:pt x="7" y="2"/>
                    <a:pt x="7" y="2"/>
                  </a:cubicBezTo>
                  <a:cubicBezTo>
                    <a:pt x="11" y="0"/>
                    <a:pt x="15" y="0"/>
                    <a:pt x="20" y="0"/>
                  </a:cubicBezTo>
                  <a:cubicBezTo>
                    <a:pt x="20" y="0"/>
                    <a:pt x="20" y="0"/>
                    <a:pt x="20" y="0"/>
                  </a:cubicBezTo>
                  <a:cubicBezTo>
                    <a:pt x="40" y="0"/>
                    <a:pt x="68" y="9"/>
                    <a:pt x="68" y="9"/>
                  </a:cubicBezTo>
                  <a:cubicBezTo>
                    <a:pt x="68" y="9"/>
                    <a:pt x="68" y="9"/>
                    <a:pt x="68" y="9"/>
                  </a:cubicBezTo>
                  <a:cubicBezTo>
                    <a:pt x="68" y="9"/>
                    <a:pt x="68" y="9"/>
                    <a:pt x="68" y="9"/>
                  </a:cubicBezTo>
                  <a:cubicBezTo>
                    <a:pt x="67" y="12"/>
                    <a:pt x="67" y="12"/>
                    <a:pt x="67" y="12"/>
                  </a:cubicBezTo>
                  <a:cubicBezTo>
                    <a:pt x="67" y="12"/>
                    <a:pt x="60" y="10"/>
                    <a:pt x="50" y="8"/>
                  </a:cubicBezTo>
                  <a:cubicBezTo>
                    <a:pt x="50" y="8"/>
                    <a:pt x="50" y="8"/>
                    <a:pt x="50" y="8"/>
                  </a:cubicBezTo>
                  <a:cubicBezTo>
                    <a:pt x="41" y="6"/>
                    <a:pt x="30" y="4"/>
                    <a:pt x="20" y="4"/>
                  </a:cubicBezTo>
                  <a:cubicBezTo>
                    <a:pt x="20" y="4"/>
                    <a:pt x="20" y="4"/>
                    <a:pt x="20" y="4"/>
                  </a:cubicBezTo>
                  <a:cubicBezTo>
                    <a:pt x="16" y="4"/>
                    <a:pt x="12" y="4"/>
                    <a:pt x="9" y="6"/>
                  </a:cubicBezTo>
                  <a:cubicBezTo>
                    <a:pt x="9" y="6"/>
                    <a:pt x="9" y="6"/>
                    <a:pt x="9" y="6"/>
                  </a:cubicBezTo>
                  <a:cubicBezTo>
                    <a:pt x="6" y="7"/>
                    <a:pt x="5" y="8"/>
                    <a:pt x="5" y="11"/>
                  </a:cubicBezTo>
                  <a:cubicBezTo>
                    <a:pt x="5" y="11"/>
                    <a:pt x="5" y="11"/>
                    <a:pt x="5" y="11"/>
                  </a:cubicBezTo>
                  <a:cubicBezTo>
                    <a:pt x="4" y="11"/>
                    <a:pt x="4" y="12"/>
                    <a:pt x="4" y="13"/>
                  </a:cubicBezTo>
                  <a:cubicBezTo>
                    <a:pt x="4" y="13"/>
                    <a:pt x="4" y="13"/>
                    <a:pt x="4" y="13"/>
                  </a:cubicBezTo>
                  <a:cubicBezTo>
                    <a:pt x="4" y="24"/>
                    <a:pt x="10" y="47"/>
                    <a:pt x="15" y="67"/>
                  </a:cubicBezTo>
                  <a:cubicBezTo>
                    <a:pt x="15" y="67"/>
                    <a:pt x="15" y="67"/>
                    <a:pt x="15" y="67"/>
                  </a:cubicBezTo>
                  <a:cubicBezTo>
                    <a:pt x="21" y="87"/>
                    <a:pt x="26" y="104"/>
                    <a:pt x="26" y="104"/>
                  </a:cubicBezTo>
                  <a:cubicBezTo>
                    <a:pt x="26" y="104"/>
                    <a:pt x="26" y="104"/>
                    <a:pt x="26" y="104"/>
                  </a:cubicBezTo>
                  <a:cubicBezTo>
                    <a:pt x="27" y="107"/>
                    <a:pt x="27" y="107"/>
                    <a:pt x="27" y="107"/>
                  </a:cubicBezTo>
                  <a:cubicBezTo>
                    <a:pt x="7" y="107"/>
                    <a:pt x="7" y="107"/>
                    <a:pt x="7" y="107"/>
                  </a:cubicBezTo>
                  <a:cubicBezTo>
                    <a:pt x="7" y="103"/>
                    <a:pt x="7" y="103"/>
                    <a:pt x="7" y="103"/>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5" name="Google Shape;355;p17"/>
            <p:cNvSpPr/>
            <p:nvPr/>
          </p:nvSpPr>
          <p:spPr>
            <a:xfrm>
              <a:off x="7334252" y="5872163"/>
              <a:ext cx="125413" cy="193675"/>
            </a:xfrm>
            <a:custGeom>
              <a:rect b="b" l="l" r="r" t="t"/>
              <a:pathLst>
                <a:path extrusionOk="0" h="111" w="72">
                  <a:moveTo>
                    <a:pt x="7" y="109"/>
                  </a:moveTo>
                  <a:cubicBezTo>
                    <a:pt x="7" y="105"/>
                    <a:pt x="7" y="105"/>
                    <a:pt x="7" y="105"/>
                  </a:cubicBezTo>
                  <a:cubicBezTo>
                    <a:pt x="7" y="103"/>
                    <a:pt x="7" y="103"/>
                    <a:pt x="7" y="103"/>
                  </a:cubicBezTo>
                  <a:cubicBezTo>
                    <a:pt x="21" y="103"/>
                    <a:pt x="21" y="103"/>
                    <a:pt x="21" y="103"/>
                  </a:cubicBezTo>
                  <a:cubicBezTo>
                    <a:pt x="16" y="86"/>
                    <a:pt x="1" y="35"/>
                    <a:pt x="0" y="15"/>
                  </a:cubicBezTo>
                  <a:cubicBezTo>
                    <a:pt x="0" y="15"/>
                    <a:pt x="0" y="15"/>
                    <a:pt x="0" y="15"/>
                  </a:cubicBezTo>
                  <a:cubicBezTo>
                    <a:pt x="0" y="14"/>
                    <a:pt x="0" y="13"/>
                    <a:pt x="1" y="12"/>
                  </a:cubicBezTo>
                  <a:cubicBezTo>
                    <a:pt x="1" y="12"/>
                    <a:pt x="1" y="12"/>
                    <a:pt x="1" y="12"/>
                  </a:cubicBezTo>
                  <a:cubicBezTo>
                    <a:pt x="1" y="7"/>
                    <a:pt x="4" y="4"/>
                    <a:pt x="8" y="2"/>
                  </a:cubicBezTo>
                  <a:cubicBezTo>
                    <a:pt x="8" y="2"/>
                    <a:pt x="8" y="2"/>
                    <a:pt x="8" y="2"/>
                  </a:cubicBezTo>
                  <a:cubicBezTo>
                    <a:pt x="12" y="0"/>
                    <a:pt x="17" y="0"/>
                    <a:pt x="22" y="0"/>
                  </a:cubicBezTo>
                  <a:cubicBezTo>
                    <a:pt x="22" y="0"/>
                    <a:pt x="22" y="0"/>
                    <a:pt x="22" y="0"/>
                  </a:cubicBezTo>
                  <a:cubicBezTo>
                    <a:pt x="41" y="0"/>
                    <a:pt x="67" y="8"/>
                    <a:pt x="70" y="9"/>
                  </a:cubicBezTo>
                  <a:cubicBezTo>
                    <a:pt x="70" y="9"/>
                    <a:pt x="70" y="9"/>
                    <a:pt x="70" y="9"/>
                  </a:cubicBezTo>
                  <a:cubicBezTo>
                    <a:pt x="70" y="9"/>
                    <a:pt x="70" y="9"/>
                    <a:pt x="70" y="9"/>
                  </a:cubicBezTo>
                  <a:cubicBezTo>
                    <a:pt x="71" y="9"/>
                    <a:pt x="71" y="9"/>
                    <a:pt x="71" y="9"/>
                  </a:cubicBezTo>
                  <a:cubicBezTo>
                    <a:pt x="71" y="9"/>
                    <a:pt x="71" y="9"/>
                    <a:pt x="71" y="9"/>
                  </a:cubicBezTo>
                  <a:cubicBezTo>
                    <a:pt x="72" y="10"/>
                    <a:pt x="72" y="10"/>
                    <a:pt x="72" y="10"/>
                  </a:cubicBezTo>
                  <a:cubicBezTo>
                    <a:pt x="70" y="16"/>
                    <a:pt x="70" y="16"/>
                    <a:pt x="70" y="16"/>
                  </a:cubicBezTo>
                  <a:cubicBezTo>
                    <a:pt x="69" y="16"/>
                    <a:pt x="69" y="16"/>
                    <a:pt x="69" y="16"/>
                  </a:cubicBezTo>
                  <a:cubicBezTo>
                    <a:pt x="69" y="16"/>
                    <a:pt x="69" y="16"/>
                    <a:pt x="69" y="16"/>
                  </a:cubicBezTo>
                  <a:cubicBezTo>
                    <a:pt x="69" y="16"/>
                    <a:pt x="69" y="16"/>
                    <a:pt x="69" y="16"/>
                  </a:cubicBezTo>
                  <a:cubicBezTo>
                    <a:pt x="69" y="16"/>
                    <a:pt x="69" y="16"/>
                    <a:pt x="69" y="16"/>
                  </a:cubicBezTo>
                  <a:cubicBezTo>
                    <a:pt x="68" y="16"/>
                    <a:pt x="68" y="16"/>
                    <a:pt x="68" y="16"/>
                  </a:cubicBezTo>
                  <a:cubicBezTo>
                    <a:pt x="68" y="16"/>
                    <a:pt x="68" y="16"/>
                    <a:pt x="68" y="16"/>
                  </a:cubicBezTo>
                  <a:cubicBezTo>
                    <a:pt x="68" y="16"/>
                    <a:pt x="68" y="16"/>
                    <a:pt x="68" y="16"/>
                  </a:cubicBezTo>
                  <a:cubicBezTo>
                    <a:pt x="68" y="16"/>
                    <a:pt x="68" y="16"/>
                    <a:pt x="68" y="16"/>
                  </a:cubicBezTo>
                  <a:cubicBezTo>
                    <a:pt x="68" y="16"/>
                    <a:pt x="68" y="16"/>
                    <a:pt x="68" y="16"/>
                  </a:cubicBezTo>
                  <a:cubicBezTo>
                    <a:pt x="68" y="16"/>
                    <a:pt x="68" y="16"/>
                    <a:pt x="68" y="16"/>
                  </a:cubicBezTo>
                  <a:cubicBezTo>
                    <a:pt x="68" y="16"/>
                    <a:pt x="68" y="16"/>
                    <a:pt x="68" y="16"/>
                  </a:cubicBezTo>
                  <a:cubicBezTo>
                    <a:pt x="68" y="16"/>
                    <a:pt x="67" y="16"/>
                    <a:pt x="67" y="16"/>
                  </a:cubicBezTo>
                  <a:cubicBezTo>
                    <a:pt x="67" y="16"/>
                    <a:pt x="67" y="16"/>
                    <a:pt x="67" y="16"/>
                  </a:cubicBezTo>
                  <a:cubicBezTo>
                    <a:pt x="66" y="16"/>
                    <a:pt x="65" y="15"/>
                    <a:pt x="64" y="15"/>
                  </a:cubicBezTo>
                  <a:cubicBezTo>
                    <a:pt x="64" y="15"/>
                    <a:pt x="64" y="15"/>
                    <a:pt x="64" y="15"/>
                  </a:cubicBezTo>
                  <a:cubicBezTo>
                    <a:pt x="61" y="14"/>
                    <a:pt x="57" y="13"/>
                    <a:pt x="52" y="12"/>
                  </a:cubicBezTo>
                  <a:cubicBezTo>
                    <a:pt x="52" y="12"/>
                    <a:pt x="52" y="12"/>
                    <a:pt x="52" y="12"/>
                  </a:cubicBezTo>
                  <a:cubicBezTo>
                    <a:pt x="43" y="10"/>
                    <a:pt x="32" y="8"/>
                    <a:pt x="23" y="8"/>
                  </a:cubicBezTo>
                  <a:cubicBezTo>
                    <a:pt x="23" y="8"/>
                    <a:pt x="23" y="8"/>
                    <a:pt x="23" y="8"/>
                  </a:cubicBezTo>
                  <a:cubicBezTo>
                    <a:pt x="23" y="8"/>
                    <a:pt x="23" y="8"/>
                    <a:pt x="23" y="8"/>
                  </a:cubicBezTo>
                  <a:cubicBezTo>
                    <a:pt x="22" y="8"/>
                    <a:pt x="22" y="8"/>
                    <a:pt x="22" y="8"/>
                  </a:cubicBezTo>
                  <a:cubicBezTo>
                    <a:pt x="18" y="8"/>
                    <a:pt x="14" y="8"/>
                    <a:pt x="12" y="9"/>
                  </a:cubicBezTo>
                  <a:cubicBezTo>
                    <a:pt x="12" y="9"/>
                    <a:pt x="12" y="9"/>
                    <a:pt x="12" y="9"/>
                  </a:cubicBezTo>
                  <a:cubicBezTo>
                    <a:pt x="9" y="11"/>
                    <a:pt x="9" y="11"/>
                    <a:pt x="9" y="13"/>
                  </a:cubicBezTo>
                  <a:cubicBezTo>
                    <a:pt x="9" y="13"/>
                    <a:pt x="9" y="13"/>
                    <a:pt x="9" y="13"/>
                  </a:cubicBezTo>
                  <a:cubicBezTo>
                    <a:pt x="8" y="14"/>
                    <a:pt x="8" y="14"/>
                    <a:pt x="8" y="15"/>
                  </a:cubicBezTo>
                  <a:cubicBezTo>
                    <a:pt x="8" y="15"/>
                    <a:pt x="8" y="15"/>
                    <a:pt x="8" y="15"/>
                  </a:cubicBezTo>
                  <a:cubicBezTo>
                    <a:pt x="8" y="15"/>
                    <a:pt x="8" y="15"/>
                    <a:pt x="8" y="15"/>
                  </a:cubicBezTo>
                  <a:cubicBezTo>
                    <a:pt x="8" y="15"/>
                    <a:pt x="8" y="15"/>
                    <a:pt x="8" y="15"/>
                  </a:cubicBezTo>
                  <a:cubicBezTo>
                    <a:pt x="8" y="26"/>
                    <a:pt x="14" y="49"/>
                    <a:pt x="19" y="69"/>
                  </a:cubicBezTo>
                  <a:cubicBezTo>
                    <a:pt x="19" y="69"/>
                    <a:pt x="19" y="69"/>
                    <a:pt x="19" y="69"/>
                  </a:cubicBezTo>
                  <a:cubicBezTo>
                    <a:pt x="24" y="87"/>
                    <a:pt x="29" y="104"/>
                    <a:pt x="30" y="106"/>
                  </a:cubicBezTo>
                  <a:cubicBezTo>
                    <a:pt x="30" y="106"/>
                    <a:pt x="30" y="106"/>
                    <a:pt x="30" y="106"/>
                  </a:cubicBezTo>
                  <a:cubicBezTo>
                    <a:pt x="30" y="106"/>
                    <a:pt x="30" y="106"/>
                    <a:pt x="30" y="106"/>
                  </a:cubicBezTo>
                  <a:cubicBezTo>
                    <a:pt x="30" y="106"/>
                    <a:pt x="30" y="106"/>
                    <a:pt x="30" y="106"/>
                  </a:cubicBezTo>
                  <a:cubicBezTo>
                    <a:pt x="32" y="111"/>
                    <a:pt x="32" y="111"/>
                    <a:pt x="32" y="111"/>
                  </a:cubicBezTo>
                  <a:cubicBezTo>
                    <a:pt x="7" y="111"/>
                    <a:pt x="7" y="111"/>
                    <a:pt x="7" y="111"/>
                  </a:cubicBezTo>
                  <a:cubicBezTo>
                    <a:pt x="7" y="109"/>
                    <a:pt x="7" y="109"/>
                    <a:pt x="7" y="109"/>
                  </a:cubicBezTo>
                  <a:close/>
                  <a:moveTo>
                    <a:pt x="23" y="96"/>
                  </a:moveTo>
                  <a:cubicBezTo>
                    <a:pt x="21" y="90"/>
                    <a:pt x="19" y="84"/>
                    <a:pt x="17" y="76"/>
                  </a:cubicBezTo>
                  <a:cubicBezTo>
                    <a:pt x="17" y="76"/>
                    <a:pt x="17" y="76"/>
                    <a:pt x="17" y="76"/>
                  </a:cubicBezTo>
                  <a:cubicBezTo>
                    <a:pt x="19" y="84"/>
                    <a:pt x="21" y="90"/>
                    <a:pt x="23" y="96"/>
                  </a:cubicBezTo>
                  <a:close/>
                  <a:moveTo>
                    <a:pt x="4" y="15"/>
                  </a:moveTo>
                  <a:cubicBezTo>
                    <a:pt x="4" y="15"/>
                    <a:pt x="4" y="15"/>
                    <a:pt x="4" y="15"/>
                  </a:cubicBezTo>
                  <a:cubicBezTo>
                    <a:pt x="4" y="15"/>
                    <a:pt x="4" y="15"/>
                    <a:pt x="4" y="15"/>
                  </a:cubicBezTo>
                  <a:cubicBezTo>
                    <a:pt x="4" y="15"/>
                    <a:pt x="4" y="14"/>
                    <a:pt x="4" y="14"/>
                  </a:cubicBezTo>
                  <a:cubicBezTo>
                    <a:pt x="4" y="14"/>
                    <a:pt x="4" y="14"/>
                    <a:pt x="4" y="14"/>
                  </a:cubicBezTo>
                  <a:cubicBezTo>
                    <a:pt x="4" y="14"/>
                    <a:pt x="4" y="15"/>
                    <a:pt x="4" y="15"/>
                  </a:cubicBezTo>
                  <a:close/>
                  <a:moveTo>
                    <a:pt x="4" y="14"/>
                  </a:moveTo>
                  <a:cubicBezTo>
                    <a:pt x="4" y="14"/>
                    <a:pt x="4" y="14"/>
                    <a:pt x="4" y="14"/>
                  </a:cubicBezTo>
                  <a:cubicBezTo>
                    <a:pt x="4" y="14"/>
                    <a:pt x="4" y="14"/>
                    <a:pt x="4" y="14"/>
                  </a:cubicBezTo>
                  <a:cubicBezTo>
                    <a:pt x="4" y="14"/>
                    <a:pt x="4" y="14"/>
                    <a:pt x="4" y="14"/>
                  </a:cubicBezTo>
                  <a:close/>
                  <a:moveTo>
                    <a:pt x="53" y="8"/>
                  </a:moveTo>
                  <a:cubicBezTo>
                    <a:pt x="59" y="10"/>
                    <a:pt x="65" y="11"/>
                    <a:pt x="67" y="12"/>
                  </a:cubicBezTo>
                  <a:cubicBezTo>
                    <a:pt x="67" y="12"/>
                    <a:pt x="67" y="12"/>
                    <a:pt x="67" y="12"/>
                  </a:cubicBezTo>
                  <a:cubicBezTo>
                    <a:pt x="67" y="12"/>
                    <a:pt x="67" y="12"/>
                    <a:pt x="67" y="12"/>
                  </a:cubicBezTo>
                  <a:cubicBezTo>
                    <a:pt x="67" y="12"/>
                    <a:pt x="66" y="11"/>
                    <a:pt x="65" y="11"/>
                  </a:cubicBezTo>
                  <a:cubicBezTo>
                    <a:pt x="65" y="11"/>
                    <a:pt x="65" y="11"/>
                    <a:pt x="65" y="11"/>
                  </a:cubicBezTo>
                  <a:cubicBezTo>
                    <a:pt x="62" y="10"/>
                    <a:pt x="58" y="9"/>
                    <a:pt x="53" y="8"/>
                  </a:cubicBezTo>
                  <a:cubicBezTo>
                    <a:pt x="53" y="8"/>
                    <a:pt x="53" y="8"/>
                    <a:pt x="53" y="8"/>
                  </a:cubicBezTo>
                  <a:cubicBezTo>
                    <a:pt x="49" y="7"/>
                    <a:pt x="45" y="7"/>
                    <a:pt x="41" y="6"/>
                  </a:cubicBezTo>
                  <a:cubicBezTo>
                    <a:pt x="41" y="6"/>
                    <a:pt x="41" y="6"/>
                    <a:pt x="41" y="6"/>
                  </a:cubicBezTo>
                  <a:cubicBezTo>
                    <a:pt x="45" y="7"/>
                    <a:pt x="49" y="7"/>
                    <a:pt x="53" y="8"/>
                  </a:cubicBezTo>
                  <a:close/>
                  <a:moveTo>
                    <a:pt x="6" y="8"/>
                  </a:moveTo>
                  <a:cubicBezTo>
                    <a:pt x="6" y="8"/>
                    <a:pt x="6" y="8"/>
                    <a:pt x="6" y="8"/>
                  </a:cubicBezTo>
                  <a:cubicBezTo>
                    <a:pt x="6" y="8"/>
                    <a:pt x="6" y="8"/>
                    <a:pt x="6" y="8"/>
                  </a:cubicBezTo>
                  <a:cubicBezTo>
                    <a:pt x="6" y="8"/>
                    <a:pt x="6" y="8"/>
                    <a:pt x="6" y="8"/>
                  </a:cubicBezTo>
                  <a:close/>
                  <a:moveTo>
                    <a:pt x="6" y="8"/>
                  </a:moveTo>
                  <a:cubicBezTo>
                    <a:pt x="7" y="8"/>
                    <a:pt x="7" y="8"/>
                    <a:pt x="8" y="7"/>
                  </a:cubicBezTo>
                  <a:cubicBezTo>
                    <a:pt x="8" y="7"/>
                    <a:pt x="8" y="7"/>
                    <a:pt x="8" y="7"/>
                  </a:cubicBezTo>
                  <a:cubicBezTo>
                    <a:pt x="7" y="8"/>
                    <a:pt x="7" y="8"/>
                    <a:pt x="6" y="8"/>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6" name="Google Shape;356;p17"/>
            <p:cNvSpPr/>
            <p:nvPr/>
          </p:nvSpPr>
          <p:spPr>
            <a:xfrm>
              <a:off x="7496177" y="5892801"/>
              <a:ext cx="176213" cy="133350"/>
            </a:xfrm>
            <a:custGeom>
              <a:rect b="b" l="l" r="r" t="t"/>
              <a:pathLst>
                <a:path extrusionOk="0" h="76" w="101">
                  <a:moveTo>
                    <a:pt x="30" y="72"/>
                  </a:moveTo>
                  <a:cubicBezTo>
                    <a:pt x="29" y="70"/>
                    <a:pt x="27" y="67"/>
                    <a:pt x="25" y="64"/>
                  </a:cubicBezTo>
                  <a:cubicBezTo>
                    <a:pt x="25" y="64"/>
                    <a:pt x="25" y="64"/>
                    <a:pt x="25" y="64"/>
                  </a:cubicBezTo>
                  <a:cubicBezTo>
                    <a:pt x="21" y="57"/>
                    <a:pt x="17" y="47"/>
                    <a:pt x="13" y="38"/>
                  </a:cubicBezTo>
                  <a:cubicBezTo>
                    <a:pt x="13" y="38"/>
                    <a:pt x="13" y="38"/>
                    <a:pt x="13" y="38"/>
                  </a:cubicBezTo>
                  <a:cubicBezTo>
                    <a:pt x="6" y="20"/>
                    <a:pt x="0" y="2"/>
                    <a:pt x="0" y="1"/>
                  </a:cubicBezTo>
                  <a:cubicBezTo>
                    <a:pt x="0" y="1"/>
                    <a:pt x="0" y="1"/>
                    <a:pt x="0" y="1"/>
                  </a:cubicBezTo>
                  <a:cubicBezTo>
                    <a:pt x="4" y="0"/>
                    <a:pt x="4" y="0"/>
                    <a:pt x="4" y="0"/>
                  </a:cubicBezTo>
                  <a:cubicBezTo>
                    <a:pt x="4" y="0"/>
                    <a:pt x="9" y="16"/>
                    <a:pt x="16" y="33"/>
                  </a:cubicBezTo>
                  <a:cubicBezTo>
                    <a:pt x="16" y="33"/>
                    <a:pt x="16" y="33"/>
                    <a:pt x="16" y="33"/>
                  </a:cubicBezTo>
                  <a:cubicBezTo>
                    <a:pt x="22" y="50"/>
                    <a:pt x="31" y="69"/>
                    <a:pt x="35" y="72"/>
                  </a:cubicBezTo>
                  <a:cubicBezTo>
                    <a:pt x="35" y="72"/>
                    <a:pt x="35" y="72"/>
                    <a:pt x="35" y="72"/>
                  </a:cubicBezTo>
                  <a:cubicBezTo>
                    <a:pt x="36" y="72"/>
                    <a:pt x="36" y="72"/>
                    <a:pt x="36" y="72"/>
                  </a:cubicBezTo>
                  <a:cubicBezTo>
                    <a:pt x="36" y="72"/>
                    <a:pt x="36" y="72"/>
                    <a:pt x="36" y="72"/>
                  </a:cubicBezTo>
                  <a:cubicBezTo>
                    <a:pt x="40" y="69"/>
                    <a:pt x="50" y="60"/>
                    <a:pt x="59" y="52"/>
                  </a:cubicBezTo>
                  <a:cubicBezTo>
                    <a:pt x="59" y="52"/>
                    <a:pt x="59" y="52"/>
                    <a:pt x="59" y="52"/>
                  </a:cubicBezTo>
                  <a:cubicBezTo>
                    <a:pt x="68" y="44"/>
                    <a:pt x="76" y="36"/>
                    <a:pt x="76" y="36"/>
                  </a:cubicBezTo>
                  <a:cubicBezTo>
                    <a:pt x="76" y="36"/>
                    <a:pt x="76" y="36"/>
                    <a:pt x="76" y="36"/>
                  </a:cubicBezTo>
                  <a:cubicBezTo>
                    <a:pt x="78" y="34"/>
                    <a:pt x="78" y="34"/>
                    <a:pt x="78" y="34"/>
                  </a:cubicBezTo>
                  <a:cubicBezTo>
                    <a:pt x="101" y="63"/>
                    <a:pt x="101" y="63"/>
                    <a:pt x="101" y="63"/>
                  </a:cubicBezTo>
                  <a:cubicBezTo>
                    <a:pt x="98" y="66"/>
                    <a:pt x="98" y="66"/>
                    <a:pt x="98" y="66"/>
                  </a:cubicBezTo>
                  <a:cubicBezTo>
                    <a:pt x="77" y="40"/>
                    <a:pt x="77" y="40"/>
                    <a:pt x="77" y="40"/>
                  </a:cubicBezTo>
                  <a:cubicBezTo>
                    <a:pt x="71" y="46"/>
                    <a:pt x="46" y="70"/>
                    <a:pt x="38" y="76"/>
                  </a:cubicBezTo>
                  <a:cubicBezTo>
                    <a:pt x="38" y="76"/>
                    <a:pt x="38" y="76"/>
                    <a:pt x="38" y="76"/>
                  </a:cubicBezTo>
                  <a:cubicBezTo>
                    <a:pt x="37" y="76"/>
                    <a:pt x="37" y="76"/>
                    <a:pt x="36" y="76"/>
                  </a:cubicBezTo>
                  <a:cubicBezTo>
                    <a:pt x="36" y="76"/>
                    <a:pt x="36" y="76"/>
                    <a:pt x="36" y="76"/>
                  </a:cubicBezTo>
                  <a:cubicBezTo>
                    <a:pt x="33" y="76"/>
                    <a:pt x="32" y="74"/>
                    <a:pt x="30" y="72"/>
                  </a:cubicBezTo>
                  <a:close/>
                  <a:moveTo>
                    <a:pt x="0" y="1"/>
                  </a:moveTo>
                  <a:cubicBezTo>
                    <a:pt x="0" y="1"/>
                    <a:pt x="0" y="1"/>
                    <a:pt x="0" y="1"/>
                  </a:cubicBezTo>
                  <a:cubicBezTo>
                    <a:pt x="0" y="1"/>
                    <a:pt x="0" y="1"/>
                    <a:pt x="0" y="1"/>
                  </a:cubicBezTo>
                  <a:cubicBezTo>
                    <a:pt x="0" y="1"/>
                    <a:pt x="0" y="1"/>
                    <a:pt x="0" y="1"/>
                  </a:cubicBezTo>
                  <a:cubicBezTo>
                    <a:pt x="0" y="1"/>
                    <a:pt x="0" y="1"/>
                    <a:pt x="0" y="1"/>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sp>
          <p:nvSpPr>
            <p:cNvPr id="357" name="Google Shape;357;p17"/>
            <p:cNvSpPr/>
            <p:nvPr/>
          </p:nvSpPr>
          <p:spPr>
            <a:xfrm>
              <a:off x="7491414" y="5888038"/>
              <a:ext cx="185738" cy="141288"/>
            </a:xfrm>
            <a:custGeom>
              <a:rect b="b" l="l" r="r" t="t"/>
              <a:pathLst>
                <a:path extrusionOk="0" h="81" w="107">
                  <a:moveTo>
                    <a:pt x="32" y="76"/>
                  </a:moveTo>
                  <a:cubicBezTo>
                    <a:pt x="33" y="75"/>
                    <a:pt x="33" y="75"/>
                    <a:pt x="33" y="75"/>
                  </a:cubicBezTo>
                  <a:cubicBezTo>
                    <a:pt x="32" y="76"/>
                    <a:pt x="32" y="76"/>
                    <a:pt x="32" y="76"/>
                  </a:cubicBezTo>
                  <a:cubicBezTo>
                    <a:pt x="30" y="74"/>
                    <a:pt x="28" y="71"/>
                    <a:pt x="26" y="67"/>
                  </a:cubicBezTo>
                  <a:cubicBezTo>
                    <a:pt x="26" y="67"/>
                    <a:pt x="26" y="67"/>
                    <a:pt x="26" y="67"/>
                  </a:cubicBezTo>
                  <a:cubicBezTo>
                    <a:pt x="22" y="60"/>
                    <a:pt x="18" y="51"/>
                    <a:pt x="15" y="42"/>
                  </a:cubicBezTo>
                  <a:cubicBezTo>
                    <a:pt x="15" y="42"/>
                    <a:pt x="15" y="42"/>
                    <a:pt x="15" y="42"/>
                  </a:cubicBezTo>
                  <a:cubicBezTo>
                    <a:pt x="7" y="23"/>
                    <a:pt x="1" y="5"/>
                    <a:pt x="1" y="5"/>
                  </a:cubicBezTo>
                  <a:cubicBezTo>
                    <a:pt x="1" y="5"/>
                    <a:pt x="1" y="5"/>
                    <a:pt x="1" y="5"/>
                  </a:cubicBezTo>
                  <a:cubicBezTo>
                    <a:pt x="0" y="3"/>
                    <a:pt x="0" y="3"/>
                    <a:pt x="0" y="3"/>
                  </a:cubicBezTo>
                  <a:cubicBezTo>
                    <a:pt x="8" y="0"/>
                    <a:pt x="8" y="0"/>
                    <a:pt x="8" y="0"/>
                  </a:cubicBezTo>
                  <a:cubicBezTo>
                    <a:pt x="8" y="2"/>
                    <a:pt x="8" y="2"/>
                    <a:pt x="8" y="2"/>
                  </a:cubicBezTo>
                  <a:cubicBezTo>
                    <a:pt x="9" y="2"/>
                    <a:pt x="14" y="18"/>
                    <a:pt x="21" y="35"/>
                  </a:cubicBezTo>
                  <a:cubicBezTo>
                    <a:pt x="21" y="35"/>
                    <a:pt x="21" y="35"/>
                    <a:pt x="21" y="35"/>
                  </a:cubicBezTo>
                  <a:cubicBezTo>
                    <a:pt x="24" y="44"/>
                    <a:pt x="28" y="53"/>
                    <a:pt x="31" y="60"/>
                  </a:cubicBezTo>
                  <a:cubicBezTo>
                    <a:pt x="31" y="60"/>
                    <a:pt x="31" y="60"/>
                    <a:pt x="31" y="60"/>
                  </a:cubicBezTo>
                  <a:cubicBezTo>
                    <a:pt x="34" y="66"/>
                    <a:pt x="37" y="71"/>
                    <a:pt x="39" y="73"/>
                  </a:cubicBezTo>
                  <a:cubicBezTo>
                    <a:pt x="39" y="73"/>
                    <a:pt x="39" y="73"/>
                    <a:pt x="39" y="73"/>
                  </a:cubicBezTo>
                  <a:cubicBezTo>
                    <a:pt x="43" y="69"/>
                    <a:pt x="52" y="61"/>
                    <a:pt x="61" y="54"/>
                  </a:cubicBezTo>
                  <a:cubicBezTo>
                    <a:pt x="61" y="54"/>
                    <a:pt x="61" y="54"/>
                    <a:pt x="61" y="54"/>
                  </a:cubicBezTo>
                  <a:cubicBezTo>
                    <a:pt x="69" y="46"/>
                    <a:pt x="76" y="39"/>
                    <a:pt x="77" y="38"/>
                  </a:cubicBezTo>
                  <a:cubicBezTo>
                    <a:pt x="77" y="38"/>
                    <a:pt x="77" y="38"/>
                    <a:pt x="77" y="38"/>
                  </a:cubicBezTo>
                  <a:cubicBezTo>
                    <a:pt x="77" y="38"/>
                    <a:pt x="77" y="38"/>
                    <a:pt x="77" y="38"/>
                  </a:cubicBezTo>
                  <a:cubicBezTo>
                    <a:pt x="81" y="34"/>
                    <a:pt x="81" y="34"/>
                    <a:pt x="81" y="34"/>
                  </a:cubicBezTo>
                  <a:cubicBezTo>
                    <a:pt x="107" y="66"/>
                    <a:pt x="107" y="66"/>
                    <a:pt x="107" y="66"/>
                  </a:cubicBezTo>
                  <a:cubicBezTo>
                    <a:pt x="101" y="71"/>
                    <a:pt x="101" y="71"/>
                    <a:pt x="101" y="71"/>
                  </a:cubicBezTo>
                  <a:cubicBezTo>
                    <a:pt x="80" y="46"/>
                    <a:pt x="80" y="46"/>
                    <a:pt x="80" y="46"/>
                  </a:cubicBezTo>
                  <a:cubicBezTo>
                    <a:pt x="72" y="54"/>
                    <a:pt x="50" y="75"/>
                    <a:pt x="42" y="80"/>
                  </a:cubicBezTo>
                  <a:cubicBezTo>
                    <a:pt x="42" y="80"/>
                    <a:pt x="42" y="80"/>
                    <a:pt x="42" y="80"/>
                  </a:cubicBezTo>
                  <a:cubicBezTo>
                    <a:pt x="41" y="81"/>
                    <a:pt x="40" y="81"/>
                    <a:pt x="39" y="81"/>
                  </a:cubicBezTo>
                  <a:cubicBezTo>
                    <a:pt x="39" y="81"/>
                    <a:pt x="39" y="81"/>
                    <a:pt x="39" y="81"/>
                  </a:cubicBezTo>
                  <a:cubicBezTo>
                    <a:pt x="35" y="81"/>
                    <a:pt x="33" y="78"/>
                    <a:pt x="32" y="76"/>
                  </a:cubicBezTo>
                  <a:close/>
                  <a:moveTo>
                    <a:pt x="38" y="77"/>
                  </a:moveTo>
                  <a:cubicBezTo>
                    <a:pt x="38" y="77"/>
                    <a:pt x="37" y="77"/>
                    <a:pt x="37" y="76"/>
                  </a:cubicBezTo>
                  <a:cubicBezTo>
                    <a:pt x="37" y="76"/>
                    <a:pt x="37" y="76"/>
                    <a:pt x="37" y="76"/>
                  </a:cubicBezTo>
                  <a:cubicBezTo>
                    <a:pt x="37" y="76"/>
                    <a:pt x="37" y="76"/>
                    <a:pt x="36" y="76"/>
                  </a:cubicBezTo>
                  <a:cubicBezTo>
                    <a:pt x="36" y="76"/>
                    <a:pt x="36" y="76"/>
                    <a:pt x="36" y="76"/>
                  </a:cubicBezTo>
                  <a:cubicBezTo>
                    <a:pt x="37" y="76"/>
                    <a:pt x="37" y="77"/>
                    <a:pt x="38" y="77"/>
                  </a:cubicBezTo>
                  <a:close/>
                  <a:moveTo>
                    <a:pt x="30" y="66"/>
                  </a:moveTo>
                  <a:cubicBezTo>
                    <a:pt x="30" y="67"/>
                    <a:pt x="31" y="68"/>
                    <a:pt x="32" y="69"/>
                  </a:cubicBezTo>
                  <a:cubicBezTo>
                    <a:pt x="32" y="69"/>
                    <a:pt x="32" y="69"/>
                    <a:pt x="32" y="69"/>
                  </a:cubicBezTo>
                  <a:cubicBezTo>
                    <a:pt x="30" y="67"/>
                    <a:pt x="29" y="65"/>
                    <a:pt x="28" y="61"/>
                  </a:cubicBezTo>
                  <a:cubicBezTo>
                    <a:pt x="28" y="61"/>
                    <a:pt x="28" y="61"/>
                    <a:pt x="28" y="61"/>
                  </a:cubicBezTo>
                  <a:cubicBezTo>
                    <a:pt x="27" y="60"/>
                    <a:pt x="26" y="58"/>
                    <a:pt x="25" y="56"/>
                  </a:cubicBezTo>
                  <a:cubicBezTo>
                    <a:pt x="25" y="56"/>
                    <a:pt x="25" y="56"/>
                    <a:pt x="25" y="56"/>
                  </a:cubicBezTo>
                  <a:cubicBezTo>
                    <a:pt x="26" y="59"/>
                    <a:pt x="28" y="63"/>
                    <a:pt x="30" y="66"/>
                  </a:cubicBezTo>
                  <a:close/>
                  <a:moveTo>
                    <a:pt x="99" y="63"/>
                  </a:moveTo>
                  <a:cubicBezTo>
                    <a:pt x="80" y="40"/>
                    <a:pt x="80" y="40"/>
                    <a:pt x="80" y="40"/>
                  </a:cubicBezTo>
                  <a:cubicBezTo>
                    <a:pt x="80" y="40"/>
                    <a:pt x="80" y="40"/>
                    <a:pt x="80" y="40"/>
                  </a:cubicBezTo>
                  <a:cubicBezTo>
                    <a:pt x="99" y="63"/>
                    <a:pt x="99" y="63"/>
                    <a:pt x="99" y="63"/>
                  </a:cubicBezTo>
                  <a:close/>
                  <a:moveTo>
                    <a:pt x="57" y="63"/>
                  </a:moveTo>
                  <a:cubicBezTo>
                    <a:pt x="57" y="63"/>
                    <a:pt x="57" y="62"/>
                    <a:pt x="57" y="62"/>
                  </a:cubicBezTo>
                  <a:cubicBezTo>
                    <a:pt x="57" y="62"/>
                    <a:pt x="57" y="62"/>
                    <a:pt x="57" y="62"/>
                  </a:cubicBezTo>
                  <a:cubicBezTo>
                    <a:pt x="57" y="62"/>
                    <a:pt x="57" y="63"/>
                    <a:pt x="57" y="63"/>
                  </a:cubicBezTo>
                  <a:close/>
                  <a:moveTo>
                    <a:pt x="57" y="62"/>
                  </a:moveTo>
                  <a:cubicBezTo>
                    <a:pt x="59" y="61"/>
                    <a:pt x="61" y="59"/>
                    <a:pt x="62" y="57"/>
                  </a:cubicBezTo>
                  <a:cubicBezTo>
                    <a:pt x="62" y="57"/>
                    <a:pt x="62" y="57"/>
                    <a:pt x="62" y="57"/>
                  </a:cubicBezTo>
                  <a:cubicBezTo>
                    <a:pt x="61" y="59"/>
                    <a:pt x="59" y="61"/>
                    <a:pt x="57" y="62"/>
                  </a:cubicBezTo>
                  <a:close/>
                  <a:moveTo>
                    <a:pt x="14" y="29"/>
                  </a:moveTo>
                  <a:cubicBezTo>
                    <a:pt x="10" y="18"/>
                    <a:pt x="7" y="9"/>
                    <a:pt x="5" y="5"/>
                  </a:cubicBezTo>
                  <a:cubicBezTo>
                    <a:pt x="5" y="5"/>
                    <a:pt x="5" y="5"/>
                    <a:pt x="5" y="5"/>
                  </a:cubicBezTo>
                  <a:cubicBezTo>
                    <a:pt x="5" y="5"/>
                    <a:pt x="5" y="5"/>
                    <a:pt x="5" y="5"/>
                  </a:cubicBezTo>
                  <a:cubicBezTo>
                    <a:pt x="7" y="9"/>
                    <a:pt x="10" y="18"/>
                    <a:pt x="14" y="29"/>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icrosoft Yahei"/>
                <a:ea typeface="Microsoft Yahei"/>
                <a:cs typeface="Microsoft Yahei"/>
                <a:sym typeface="Microsoft Yahei"/>
              </a:endParaRPr>
            </a:p>
          </p:txBody>
        </p:sp>
      </p:grpSp>
      <p:sp>
        <p:nvSpPr>
          <p:cNvPr id="358" name="Google Shape;358;p17"/>
          <p:cNvSpPr/>
          <p:nvPr/>
        </p:nvSpPr>
        <p:spPr>
          <a:xfrm>
            <a:off x="1259374" y="3819311"/>
            <a:ext cx="8505371" cy="638728"/>
          </a:xfrm>
          <a:custGeom>
            <a:rect b="b" l="l" r="r" t="t"/>
            <a:pathLst>
              <a:path extrusionOk="0" h="638728" w="8505371">
                <a:moveTo>
                  <a:pt x="0" y="566124"/>
                </a:moveTo>
                <a:cubicBezTo>
                  <a:pt x="474133" y="338733"/>
                  <a:pt x="948267" y="111343"/>
                  <a:pt x="1436914" y="116181"/>
                </a:cubicBezTo>
                <a:cubicBezTo>
                  <a:pt x="1925561" y="121019"/>
                  <a:pt x="2404533" y="614505"/>
                  <a:pt x="2931885" y="595153"/>
                </a:cubicBezTo>
                <a:cubicBezTo>
                  <a:pt x="3459237" y="575801"/>
                  <a:pt x="4044647" y="-7190"/>
                  <a:pt x="4601028" y="67"/>
                </a:cubicBezTo>
                <a:cubicBezTo>
                  <a:pt x="5157409" y="7324"/>
                  <a:pt x="5747657" y="633858"/>
                  <a:pt x="6270171" y="638696"/>
                </a:cubicBezTo>
                <a:cubicBezTo>
                  <a:pt x="6792685" y="643534"/>
                  <a:pt x="7363581" y="99248"/>
                  <a:pt x="7736114" y="29096"/>
                </a:cubicBezTo>
                <a:cubicBezTo>
                  <a:pt x="8108647" y="-41056"/>
                  <a:pt x="8362647" y="271000"/>
                  <a:pt x="8505371" y="217781"/>
                </a:cubicBezTo>
              </a:path>
            </a:pathLst>
          </a:custGeom>
          <a:noFill/>
          <a:ln cap="flat" cmpd="sng" w="34925">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icrosoft Yahei"/>
              <a:ea typeface="Microsoft Yahei"/>
              <a:cs typeface="Microsoft Yahei"/>
              <a:sym typeface="Microsoft Yahei"/>
            </a:endParaRPr>
          </a:p>
        </p:txBody>
      </p:sp>
      <p:grpSp>
        <p:nvGrpSpPr>
          <p:cNvPr id="359" name="Google Shape;359;p17"/>
          <p:cNvGrpSpPr/>
          <p:nvPr/>
        </p:nvGrpSpPr>
        <p:grpSpPr>
          <a:xfrm>
            <a:off x="2166261" y="3627481"/>
            <a:ext cx="615625" cy="585000"/>
            <a:chOff x="2166261" y="3682901"/>
            <a:chExt cx="615625" cy="585000"/>
          </a:xfrm>
        </p:grpSpPr>
        <p:sp>
          <p:nvSpPr>
            <p:cNvPr id="360" name="Google Shape;360;p17"/>
            <p:cNvSpPr/>
            <p:nvPr/>
          </p:nvSpPr>
          <p:spPr>
            <a:xfrm>
              <a:off x="2166261" y="3682901"/>
              <a:ext cx="585000" cy="585000"/>
            </a:xfrm>
            <a:prstGeom prst="ellipse">
              <a:avLst/>
            </a:prstGeom>
            <a:solidFill>
              <a:srgbClr val="FFC000"/>
            </a:solidFill>
            <a:ln cap="flat" cmpd="sng" w="254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Microsoft Yahei"/>
                <a:ea typeface="Microsoft Yahei"/>
                <a:cs typeface="Microsoft Yahei"/>
                <a:sym typeface="Microsoft Yahei"/>
              </a:endParaRPr>
            </a:p>
          </p:txBody>
        </p:sp>
        <p:sp>
          <p:nvSpPr>
            <p:cNvPr id="361" name="Google Shape;361;p17"/>
            <p:cNvSpPr txBox="1"/>
            <p:nvPr/>
          </p:nvSpPr>
          <p:spPr>
            <a:xfrm>
              <a:off x="2189986" y="3768247"/>
              <a:ext cx="5919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2400">
                  <a:solidFill>
                    <a:srgbClr val="2E2E2E"/>
                  </a:solidFill>
                  <a:latin typeface="Microsoft Yahei"/>
                  <a:ea typeface="Microsoft Yahei"/>
                  <a:cs typeface="Microsoft Yahei"/>
                  <a:sym typeface="Microsoft Yahei"/>
                </a:rPr>
                <a:t>01</a:t>
              </a:r>
              <a:endParaRPr sz="2400">
                <a:solidFill>
                  <a:srgbClr val="2E2E2E"/>
                </a:solidFill>
                <a:latin typeface="Microsoft Yahei"/>
                <a:ea typeface="Microsoft Yahei"/>
                <a:cs typeface="Microsoft Yahei"/>
                <a:sym typeface="Microsoft Yahei"/>
              </a:endParaRPr>
            </a:p>
          </p:txBody>
        </p:sp>
      </p:grpSp>
      <p:grpSp>
        <p:nvGrpSpPr>
          <p:cNvPr id="362" name="Google Shape;362;p17"/>
          <p:cNvGrpSpPr/>
          <p:nvPr/>
        </p:nvGrpSpPr>
        <p:grpSpPr>
          <a:xfrm>
            <a:off x="3791861" y="4086226"/>
            <a:ext cx="626067" cy="585000"/>
            <a:chOff x="3791861" y="4141646"/>
            <a:chExt cx="626067" cy="585000"/>
          </a:xfrm>
        </p:grpSpPr>
        <p:sp>
          <p:nvSpPr>
            <p:cNvPr id="363" name="Google Shape;363;p17"/>
            <p:cNvSpPr/>
            <p:nvPr/>
          </p:nvSpPr>
          <p:spPr>
            <a:xfrm>
              <a:off x="3791861" y="4141646"/>
              <a:ext cx="585000" cy="585000"/>
            </a:xfrm>
            <a:prstGeom prst="ellipse">
              <a:avLst/>
            </a:prstGeom>
            <a:solidFill>
              <a:srgbClr val="FFC000"/>
            </a:solidFill>
            <a:ln cap="flat" cmpd="sng" w="254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Microsoft Yahei"/>
                <a:ea typeface="Microsoft Yahei"/>
                <a:cs typeface="Microsoft Yahei"/>
                <a:sym typeface="Microsoft Yahei"/>
              </a:endParaRPr>
            </a:p>
          </p:txBody>
        </p:sp>
        <p:sp>
          <p:nvSpPr>
            <p:cNvPr id="364" name="Google Shape;364;p17"/>
            <p:cNvSpPr txBox="1"/>
            <p:nvPr/>
          </p:nvSpPr>
          <p:spPr>
            <a:xfrm>
              <a:off x="3826028" y="4236568"/>
              <a:ext cx="5919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2400">
                  <a:solidFill>
                    <a:srgbClr val="2E2E2E"/>
                  </a:solidFill>
                  <a:latin typeface="Microsoft Yahei"/>
                  <a:ea typeface="Microsoft Yahei"/>
                  <a:cs typeface="Microsoft Yahei"/>
                  <a:sym typeface="Microsoft Yahei"/>
                </a:rPr>
                <a:t>02</a:t>
              </a:r>
              <a:endParaRPr sz="2400">
                <a:solidFill>
                  <a:srgbClr val="2E2E2E"/>
                </a:solidFill>
                <a:latin typeface="Microsoft Yahei"/>
                <a:ea typeface="Microsoft Yahei"/>
                <a:cs typeface="Microsoft Yahei"/>
                <a:sym typeface="Microsoft Yahei"/>
              </a:endParaRPr>
            </a:p>
          </p:txBody>
        </p:sp>
      </p:grpSp>
      <p:grpSp>
        <p:nvGrpSpPr>
          <p:cNvPr id="365" name="Google Shape;365;p17"/>
          <p:cNvGrpSpPr/>
          <p:nvPr/>
        </p:nvGrpSpPr>
        <p:grpSpPr>
          <a:xfrm>
            <a:off x="5437285" y="3514142"/>
            <a:ext cx="622535" cy="585000"/>
            <a:chOff x="5437285" y="3569562"/>
            <a:chExt cx="622535" cy="585000"/>
          </a:xfrm>
        </p:grpSpPr>
        <p:sp>
          <p:nvSpPr>
            <p:cNvPr id="366" name="Google Shape;366;p17"/>
            <p:cNvSpPr/>
            <p:nvPr/>
          </p:nvSpPr>
          <p:spPr>
            <a:xfrm>
              <a:off x="5437285" y="3569562"/>
              <a:ext cx="585000" cy="585000"/>
            </a:xfrm>
            <a:prstGeom prst="ellipse">
              <a:avLst/>
            </a:prstGeom>
            <a:solidFill>
              <a:srgbClr val="FFC000"/>
            </a:solidFill>
            <a:ln cap="flat" cmpd="sng" w="254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Microsoft Yahei"/>
                <a:ea typeface="Microsoft Yahei"/>
                <a:cs typeface="Microsoft Yahei"/>
                <a:sym typeface="Microsoft Yahei"/>
              </a:endParaRPr>
            </a:p>
          </p:txBody>
        </p:sp>
        <p:sp>
          <p:nvSpPr>
            <p:cNvPr id="367" name="Google Shape;367;p17"/>
            <p:cNvSpPr txBox="1"/>
            <p:nvPr/>
          </p:nvSpPr>
          <p:spPr>
            <a:xfrm>
              <a:off x="5467920" y="3682901"/>
              <a:ext cx="5919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2400">
                  <a:solidFill>
                    <a:srgbClr val="2E2E2E"/>
                  </a:solidFill>
                  <a:latin typeface="Microsoft Yahei"/>
                  <a:ea typeface="Microsoft Yahei"/>
                  <a:cs typeface="Microsoft Yahei"/>
                  <a:sym typeface="Microsoft Yahei"/>
                </a:rPr>
                <a:t>03</a:t>
              </a:r>
              <a:endParaRPr sz="2400">
                <a:solidFill>
                  <a:srgbClr val="2E2E2E"/>
                </a:solidFill>
                <a:latin typeface="Microsoft Yahei"/>
                <a:ea typeface="Microsoft Yahei"/>
                <a:cs typeface="Microsoft Yahei"/>
                <a:sym typeface="Microsoft Yahei"/>
              </a:endParaRPr>
            </a:p>
          </p:txBody>
        </p:sp>
      </p:grpSp>
      <p:grpSp>
        <p:nvGrpSpPr>
          <p:cNvPr id="368" name="Google Shape;368;p17"/>
          <p:cNvGrpSpPr/>
          <p:nvPr/>
        </p:nvGrpSpPr>
        <p:grpSpPr>
          <a:xfrm>
            <a:off x="7227985" y="4137022"/>
            <a:ext cx="632977" cy="585000"/>
            <a:chOff x="7227985" y="4192442"/>
            <a:chExt cx="632977" cy="585000"/>
          </a:xfrm>
        </p:grpSpPr>
        <p:sp>
          <p:nvSpPr>
            <p:cNvPr id="369" name="Google Shape;369;p17"/>
            <p:cNvSpPr/>
            <p:nvPr/>
          </p:nvSpPr>
          <p:spPr>
            <a:xfrm>
              <a:off x="7227985" y="4192442"/>
              <a:ext cx="585000" cy="585000"/>
            </a:xfrm>
            <a:prstGeom prst="ellipse">
              <a:avLst/>
            </a:prstGeom>
            <a:solidFill>
              <a:srgbClr val="FFC000"/>
            </a:solidFill>
            <a:ln cap="flat" cmpd="sng" w="254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Microsoft Yahei"/>
                <a:ea typeface="Microsoft Yahei"/>
                <a:cs typeface="Microsoft Yahei"/>
                <a:sym typeface="Microsoft Yahei"/>
              </a:endParaRPr>
            </a:p>
          </p:txBody>
        </p:sp>
        <p:sp>
          <p:nvSpPr>
            <p:cNvPr id="370" name="Google Shape;370;p17"/>
            <p:cNvSpPr txBox="1"/>
            <p:nvPr/>
          </p:nvSpPr>
          <p:spPr>
            <a:xfrm>
              <a:off x="7269062" y="4291779"/>
              <a:ext cx="5919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CN" sz="2400">
                  <a:solidFill>
                    <a:srgbClr val="2E2E2E"/>
                  </a:solidFill>
                  <a:latin typeface="Microsoft Yahei"/>
                  <a:ea typeface="Microsoft Yahei"/>
                  <a:cs typeface="Microsoft Yahei"/>
                  <a:sym typeface="Microsoft Yahei"/>
                </a:rPr>
                <a:t>04</a:t>
              </a:r>
              <a:endParaRPr sz="2400">
                <a:solidFill>
                  <a:srgbClr val="2E2E2E"/>
                </a:solidFill>
                <a:latin typeface="Microsoft Yahei"/>
                <a:ea typeface="Microsoft Yahei"/>
                <a:cs typeface="Microsoft Yahei"/>
                <a:sym typeface="Microsoft Yahei"/>
              </a:endParaRPr>
            </a:p>
          </p:txBody>
        </p:sp>
      </p:grpSp>
      <p:sp>
        <p:nvSpPr>
          <p:cNvPr id="371" name="Google Shape;371;p17"/>
          <p:cNvSpPr txBox="1"/>
          <p:nvPr/>
        </p:nvSpPr>
        <p:spPr>
          <a:xfrm>
            <a:off x="1540836" y="4845223"/>
            <a:ext cx="19611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zh-CN" sz="1600">
                <a:solidFill>
                  <a:srgbClr val="434343"/>
                </a:solidFill>
                <a:latin typeface="Microsoft Yahei"/>
                <a:ea typeface="Microsoft Yahei"/>
                <a:cs typeface="Microsoft Yahei"/>
                <a:sym typeface="Microsoft Yahei"/>
              </a:rPr>
              <a:t>在草稿紙上先行劃分動態元素再行決定整個動畫需要多少頁</a:t>
            </a:r>
            <a:endParaRPr sz="1600">
              <a:solidFill>
                <a:srgbClr val="434343"/>
              </a:solidFill>
              <a:latin typeface="Microsoft Yahei"/>
              <a:ea typeface="Microsoft Yahei"/>
              <a:cs typeface="Microsoft Yahei"/>
              <a:sym typeface="Microsoft Yahei"/>
            </a:endParaRPr>
          </a:p>
        </p:txBody>
      </p:sp>
      <p:sp>
        <p:nvSpPr>
          <p:cNvPr id="372" name="Google Shape;372;p17"/>
          <p:cNvSpPr txBox="1"/>
          <p:nvPr/>
        </p:nvSpPr>
        <p:spPr>
          <a:xfrm>
            <a:off x="1359381" y="4473794"/>
            <a:ext cx="22638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zh-CN" sz="2000">
                <a:latin typeface="Microsoft Yahei"/>
                <a:ea typeface="Microsoft Yahei"/>
                <a:cs typeface="Microsoft Yahei"/>
                <a:sym typeface="Microsoft Yahei"/>
              </a:rPr>
              <a:t>劃分翻頁區域</a:t>
            </a:r>
            <a:endParaRPr b="1" sz="2000">
              <a:latin typeface="Microsoft Yahei"/>
              <a:ea typeface="Microsoft Yahei"/>
              <a:cs typeface="Microsoft Yahei"/>
              <a:sym typeface="Microsoft Yahei"/>
            </a:endParaRPr>
          </a:p>
        </p:txBody>
      </p:sp>
      <p:sp>
        <p:nvSpPr>
          <p:cNvPr id="373" name="Google Shape;373;p17"/>
          <p:cNvSpPr txBox="1"/>
          <p:nvPr/>
        </p:nvSpPr>
        <p:spPr>
          <a:xfrm>
            <a:off x="3157100" y="2559675"/>
            <a:ext cx="19611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zh-CN" sz="1600">
                <a:solidFill>
                  <a:srgbClr val="434343"/>
                </a:solidFill>
                <a:latin typeface="Microsoft Yahei"/>
                <a:ea typeface="Microsoft Yahei"/>
                <a:cs typeface="Microsoft Yahei"/>
                <a:sym typeface="Microsoft Yahei"/>
              </a:rPr>
              <a:t>繪製基礎結構的輪廓，如場景的邊界、人物的位置或數字的形狀</a:t>
            </a:r>
            <a:endParaRPr sz="1600">
              <a:solidFill>
                <a:srgbClr val="434343"/>
              </a:solidFill>
              <a:latin typeface="Microsoft Yahei"/>
              <a:ea typeface="Microsoft Yahei"/>
              <a:cs typeface="Microsoft Yahei"/>
              <a:sym typeface="Microsoft Yahei"/>
            </a:endParaRPr>
          </a:p>
        </p:txBody>
      </p:sp>
      <p:sp>
        <p:nvSpPr>
          <p:cNvPr id="374" name="Google Shape;374;p17"/>
          <p:cNvSpPr txBox="1"/>
          <p:nvPr/>
        </p:nvSpPr>
        <p:spPr>
          <a:xfrm>
            <a:off x="3020990" y="2179718"/>
            <a:ext cx="22638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zh-CN" sz="2000">
                <a:latin typeface="Microsoft Yahei"/>
                <a:ea typeface="Microsoft Yahei"/>
                <a:cs typeface="Microsoft Yahei"/>
                <a:sym typeface="Microsoft Yahei"/>
              </a:rPr>
              <a:t>建立基礎結構</a:t>
            </a:r>
            <a:endParaRPr b="1" sz="2000">
              <a:latin typeface="Microsoft Yahei"/>
              <a:ea typeface="Microsoft Yahei"/>
              <a:cs typeface="Microsoft Yahei"/>
              <a:sym typeface="Microsoft Yahei"/>
            </a:endParaRPr>
          </a:p>
        </p:txBody>
      </p:sp>
      <p:sp>
        <p:nvSpPr>
          <p:cNvPr id="375" name="Google Shape;375;p17"/>
          <p:cNvSpPr txBox="1"/>
          <p:nvPr/>
        </p:nvSpPr>
        <p:spPr>
          <a:xfrm>
            <a:off x="4737972" y="4769023"/>
            <a:ext cx="19611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zh-CN" sz="1600">
                <a:solidFill>
                  <a:srgbClr val="434343"/>
                </a:solidFill>
                <a:latin typeface="Microsoft Yahei"/>
                <a:ea typeface="Microsoft Yahei"/>
                <a:cs typeface="Microsoft Yahei"/>
                <a:sym typeface="Microsoft Yahei"/>
              </a:rPr>
              <a:t>可重點表示動態元素確保它們能夠在動畫中引起注意</a:t>
            </a:r>
            <a:endParaRPr sz="1600">
              <a:solidFill>
                <a:srgbClr val="434343"/>
              </a:solidFill>
              <a:latin typeface="Microsoft Yahei"/>
              <a:ea typeface="Microsoft Yahei"/>
              <a:cs typeface="Microsoft Yahei"/>
              <a:sym typeface="Microsoft Yahei"/>
            </a:endParaRPr>
          </a:p>
        </p:txBody>
      </p:sp>
      <p:sp>
        <p:nvSpPr>
          <p:cNvPr id="376" name="Google Shape;376;p17"/>
          <p:cNvSpPr txBox="1"/>
          <p:nvPr/>
        </p:nvSpPr>
        <p:spPr>
          <a:xfrm>
            <a:off x="4586592" y="4331669"/>
            <a:ext cx="22638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zh-CN" sz="2000">
                <a:latin typeface="Microsoft Yahei"/>
                <a:ea typeface="Microsoft Yahei"/>
                <a:cs typeface="Microsoft Yahei"/>
                <a:sym typeface="Microsoft Yahei"/>
              </a:rPr>
              <a:t>考慮動態元素</a:t>
            </a:r>
            <a:endParaRPr b="1" sz="2000">
              <a:latin typeface="Microsoft Yahei"/>
              <a:ea typeface="Microsoft Yahei"/>
              <a:cs typeface="Microsoft Yahei"/>
              <a:sym typeface="Microsoft Yahei"/>
            </a:endParaRPr>
          </a:p>
        </p:txBody>
      </p:sp>
      <p:sp>
        <p:nvSpPr>
          <p:cNvPr id="377" name="Google Shape;377;p17"/>
          <p:cNvSpPr txBox="1"/>
          <p:nvPr/>
        </p:nvSpPr>
        <p:spPr>
          <a:xfrm>
            <a:off x="6526325" y="2556575"/>
            <a:ext cx="21966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zh-CN" sz="1600">
                <a:solidFill>
                  <a:srgbClr val="434343"/>
                </a:solidFill>
                <a:latin typeface="Microsoft Yahei"/>
                <a:ea typeface="Microsoft Yahei"/>
                <a:cs typeface="Microsoft Yahei"/>
                <a:sym typeface="Microsoft Yahei"/>
              </a:rPr>
              <a:t>確保確它們在連續翻頁中形成合理的過渡每一頁呈現主題的哪個部分</a:t>
            </a:r>
            <a:endParaRPr sz="1600">
              <a:solidFill>
                <a:srgbClr val="434343"/>
              </a:solidFill>
              <a:latin typeface="Microsoft Yahei"/>
              <a:ea typeface="Microsoft Yahei"/>
              <a:cs typeface="Microsoft Yahei"/>
              <a:sym typeface="Microsoft Yahei"/>
            </a:endParaRPr>
          </a:p>
        </p:txBody>
      </p:sp>
      <p:sp>
        <p:nvSpPr>
          <p:cNvPr id="378" name="Google Shape;378;p17"/>
          <p:cNvSpPr txBox="1"/>
          <p:nvPr/>
        </p:nvSpPr>
        <p:spPr>
          <a:xfrm>
            <a:off x="6535406" y="2195428"/>
            <a:ext cx="22638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zh-CN" sz="2000">
                <a:latin typeface="Microsoft Yahei"/>
                <a:ea typeface="Microsoft Yahei"/>
                <a:cs typeface="Microsoft Yahei"/>
                <a:sym typeface="Microsoft Yahei"/>
              </a:rPr>
              <a:t>設計及確保連貫性</a:t>
            </a:r>
            <a:endParaRPr b="1" sz="2000">
              <a:latin typeface="Microsoft Yahei"/>
              <a:ea typeface="Microsoft Yahei"/>
              <a:cs typeface="Microsoft Yahei"/>
              <a:sym typeface="Microsoft Yahei"/>
            </a:endParaRPr>
          </a:p>
        </p:txBody>
      </p:sp>
      <p:sp>
        <p:nvSpPr>
          <p:cNvPr id="379" name="Google Shape;379;p17"/>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繪製草稿圖</a:t>
            </a:r>
            <a:endParaRPr>
              <a:latin typeface="Yusei Magic"/>
              <a:ea typeface="Yusei Magic"/>
              <a:cs typeface="Yusei Magic"/>
              <a:sym typeface="Yusei Magic"/>
            </a:endParaRPr>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8"/>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繪製草稿圖</a:t>
            </a:r>
            <a:endParaRPr>
              <a:latin typeface="Yusei Magic"/>
              <a:ea typeface="Yusei Magic"/>
              <a:cs typeface="Yusei Magic"/>
              <a:sym typeface="Yusei Magic"/>
            </a:endParaRPr>
          </a:p>
        </p:txBody>
      </p:sp>
      <p:pic>
        <p:nvPicPr>
          <p:cNvPr id="385" name="Google Shape;385;p18"/>
          <p:cNvPicPr preferRelativeResize="0"/>
          <p:nvPr/>
        </p:nvPicPr>
        <p:blipFill rotWithShape="1">
          <a:blip r:embed="rId3">
            <a:alphaModFix/>
          </a:blip>
          <a:srcRect b="0" l="0" r="15067" t="0"/>
          <a:stretch/>
        </p:blipFill>
        <p:spPr>
          <a:xfrm>
            <a:off x="2125175" y="2140813"/>
            <a:ext cx="3881112" cy="3236700"/>
          </a:xfrm>
          <a:prstGeom prst="rect">
            <a:avLst/>
          </a:prstGeom>
          <a:noFill/>
          <a:ln>
            <a:noFill/>
          </a:ln>
        </p:spPr>
      </p:pic>
      <p:pic>
        <p:nvPicPr>
          <p:cNvPr id="386" name="Google Shape;386;p18"/>
          <p:cNvPicPr preferRelativeResize="0"/>
          <p:nvPr/>
        </p:nvPicPr>
        <p:blipFill rotWithShape="1">
          <a:blip r:embed="rId4">
            <a:alphaModFix/>
          </a:blip>
          <a:srcRect b="0" l="7357" r="14785" t="0"/>
          <a:stretch/>
        </p:blipFill>
        <p:spPr>
          <a:xfrm>
            <a:off x="6168325" y="1993661"/>
            <a:ext cx="3881099" cy="3531014"/>
          </a:xfrm>
          <a:prstGeom prst="rect">
            <a:avLst/>
          </a:prstGeom>
          <a:noFill/>
          <a:ln>
            <a:noFill/>
          </a:ln>
        </p:spPr>
      </p:pic>
      <p:pic>
        <p:nvPicPr>
          <p:cNvPr id="387" name="Google Shape;387;p18"/>
          <p:cNvPicPr preferRelativeResize="0"/>
          <p:nvPr/>
        </p:nvPicPr>
        <p:blipFill rotWithShape="1">
          <a:blip r:embed="rId5">
            <a:alphaModFix/>
          </a:blip>
          <a:srcRect b="0" l="0" r="0" t="0"/>
          <a:stretch/>
        </p:blipFill>
        <p:spPr>
          <a:xfrm>
            <a:off x="860575" y="1076525"/>
            <a:ext cx="1788374" cy="1788374"/>
          </a:xfrm>
          <a:prstGeom prst="rect">
            <a:avLst/>
          </a:prstGeom>
          <a:noFill/>
          <a:ln>
            <a:noFill/>
          </a:ln>
        </p:spPr>
      </p:pic>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9"/>
          <p:cNvSpPr/>
          <p:nvPr/>
        </p:nvSpPr>
        <p:spPr>
          <a:xfrm>
            <a:off x="5157805" y="1739081"/>
            <a:ext cx="1492500" cy="993900"/>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6600">
                <a:solidFill>
                  <a:schemeClr val="dk1"/>
                </a:solidFill>
                <a:latin typeface="Microsoft Yahei"/>
                <a:ea typeface="Microsoft Yahei"/>
                <a:cs typeface="Microsoft Yahei"/>
                <a:sym typeface="Microsoft Yahei"/>
              </a:rPr>
              <a:t>03</a:t>
            </a:r>
            <a:endParaRPr sz="6600">
              <a:solidFill>
                <a:schemeClr val="dk1"/>
              </a:solidFill>
              <a:latin typeface="Microsoft Yahei"/>
              <a:ea typeface="Microsoft Yahei"/>
              <a:cs typeface="Microsoft Yahei"/>
              <a:sym typeface="Microsoft Yahei"/>
            </a:endParaRPr>
          </a:p>
        </p:txBody>
      </p:sp>
      <p:sp>
        <p:nvSpPr>
          <p:cNvPr id="393" name="Google Shape;393;p19"/>
          <p:cNvSpPr txBox="1"/>
          <p:nvPr/>
        </p:nvSpPr>
        <p:spPr>
          <a:xfrm>
            <a:off x="1958934" y="3167243"/>
            <a:ext cx="7890300" cy="1862400"/>
          </a:xfrm>
          <a:prstGeom prst="rect">
            <a:avLst/>
          </a:prstGeom>
          <a:noFill/>
          <a:ln>
            <a:noFill/>
          </a:ln>
          <a:effectLst>
            <a:outerShdw blurRad="71438" rotWithShape="0" algn="bl" dir="7500000" dist="47625">
              <a:srgbClr val="434343"/>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zh-CN" sz="11500">
                <a:solidFill>
                  <a:srgbClr val="FFC000"/>
                </a:solidFill>
                <a:latin typeface="Yusei Magic"/>
                <a:ea typeface="Yusei Magic"/>
                <a:cs typeface="Yusei Magic"/>
                <a:sym typeface="Yusei Magic"/>
              </a:rPr>
              <a:t>作品美化</a:t>
            </a:r>
            <a:endParaRPr>
              <a:latin typeface="Yusei Magic"/>
              <a:ea typeface="Yusei Magic"/>
              <a:cs typeface="Yusei Magic"/>
              <a:sym typeface="Yusei Magic"/>
            </a:endParaRPr>
          </a:p>
        </p:txBody>
      </p:sp>
      <p:pic>
        <p:nvPicPr>
          <p:cNvPr id="394" name="Google Shape;394;p19"/>
          <p:cNvPicPr preferRelativeResize="0"/>
          <p:nvPr/>
        </p:nvPicPr>
        <p:blipFill rotWithShape="1">
          <a:blip r:embed="rId3">
            <a:alphaModFix/>
          </a:blip>
          <a:srcRect b="0" l="0" r="0" t="0"/>
          <a:stretch/>
        </p:blipFill>
        <p:spPr>
          <a:xfrm>
            <a:off x="819349" y="1455600"/>
            <a:ext cx="2900262" cy="1243277"/>
          </a:xfrm>
          <a:prstGeom prst="rect">
            <a:avLst/>
          </a:prstGeom>
          <a:noFill/>
          <a:ln>
            <a:noFill/>
          </a:ln>
        </p:spPr>
      </p:pic>
      <p:pic>
        <p:nvPicPr>
          <p:cNvPr id="395" name="Google Shape;395;p19"/>
          <p:cNvPicPr preferRelativeResize="0"/>
          <p:nvPr/>
        </p:nvPicPr>
        <p:blipFill rotWithShape="1">
          <a:blip r:embed="rId4">
            <a:alphaModFix/>
          </a:blip>
          <a:srcRect b="0" l="0" r="0" t="0"/>
          <a:stretch/>
        </p:blipFill>
        <p:spPr>
          <a:xfrm>
            <a:off x="7783078" y="560270"/>
            <a:ext cx="3351395" cy="3351395"/>
          </a:xfrm>
          <a:prstGeom prst="rect">
            <a:avLst/>
          </a:prstGeom>
          <a:noFill/>
          <a:ln>
            <a:noFill/>
          </a:ln>
        </p:spPr>
      </p:pic>
      <p:pic>
        <p:nvPicPr>
          <p:cNvPr id="396" name="Google Shape;396;p19"/>
          <p:cNvPicPr preferRelativeResize="0"/>
          <p:nvPr/>
        </p:nvPicPr>
        <p:blipFill rotWithShape="1">
          <a:blip r:embed="rId5">
            <a:alphaModFix/>
          </a:blip>
          <a:srcRect b="0" l="0" r="0" t="0"/>
          <a:stretch/>
        </p:blipFill>
        <p:spPr>
          <a:xfrm>
            <a:off x="5592936" y="1375698"/>
            <a:ext cx="834903" cy="615741"/>
          </a:xfrm>
          <a:prstGeom prst="rect">
            <a:avLst/>
          </a:prstGeom>
          <a:noFill/>
          <a:ln>
            <a:noFill/>
          </a:ln>
        </p:spPr>
      </p:pic>
      <p:pic>
        <p:nvPicPr>
          <p:cNvPr id="397" name="Google Shape;397;p19"/>
          <p:cNvPicPr preferRelativeResize="0"/>
          <p:nvPr/>
        </p:nvPicPr>
        <p:blipFill rotWithShape="1">
          <a:blip r:embed="rId6">
            <a:alphaModFix/>
          </a:blip>
          <a:srcRect b="0" l="0" r="0" t="0"/>
          <a:stretch/>
        </p:blipFill>
        <p:spPr>
          <a:xfrm>
            <a:off x="5000433" y="5275324"/>
            <a:ext cx="463845" cy="495467"/>
          </a:xfrm>
          <a:prstGeom prst="rect">
            <a:avLst/>
          </a:prstGeom>
          <a:noFill/>
          <a:ln>
            <a:noFill/>
          </a:ln>
        </p:spPr>
      </p:pic>
      <p:sp>
        <p:nvSpPr>
          <p:cNvPr id="398" name="Google Shape;398;p19"/>
          <p:cNvSpPr/>
          <p:nvPr/>
        </p:nvSpPr>
        <p:spPr>
          <a:xfrm>
            <a:off x="5592936" y="5353848"/>
            <a:ext cx="26466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2000">
                <a:solidFill>
                  <a:srgbClr val="666666"/>
                </a:solidFill>
                <a:latin typeface="Mochiy Pop One"/>
                <a:ea typeface="Mochiy Pop One"/>
                <a:cs typeface="Mochiy Pop One"/>
                <a:sym typeface="Mochiy Pop One"/>
              </a:rPr>
              <a:t>The part three</a:t>
            </a:r>
            <a:endParaRPr sz="2000">
              <a:solidFill>
                <a:srgbClr val="666666"/>
              </a:solidFill>
              <a:latin typeface="Mochiy Pop One"/>
              <a:ea typeface="Mochiy Pop One"/>
              <a:cs typeface="Mochiy Pop One"/>
              <a:sym typeface="Mochiy Pop One"/>
            </a:endParaRP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0"/>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作品美化</a:t>
            </a:r>
            <a:endParaRPr>
              <a:latin typeface="Yusei Magic"/>
              <a:ea typeface="Yusei Magic"/>
              <a:cs typeface="Yusei Magic"/>
              <a:sym typeface="Yusei Magic"/>
            </a:endParaRPr>
          </a:p>
        </p:txBody>
      </p:sp>
      <p:pic>
        <p:nvPicPr>
          <p:cNvPr id="404" name="Google Shape;404;p20"/>
          <p:cNvPicPr preferRelativeResize="0"/>
          <p:nvPr/>
        </p:nvPicPr>
        <p:blipFill>
          <a:blip r:embed="rId3">
            <a:alphaModFix/>
          </a:blip>
          <a:stretch>
            <a:fillRect/>
          </a:stretch>
        </p:blipFill>
        <p:spPr>
          <a:xfrm>
            <a:off x="6794250" y="3771850"/>
            <a:ext cx="2235600" cy="1583550"/>
          </a:xfrm>
          <a:prstGeom prst="rect">
            <a:avLst/>
          </a:prstGeom>
          <a:noFill/>
          <a:ln>
            <a:noFill/>
          </a:ln>
        </p:spPr>
      </p:pic>
      <p:pic>
        <p:nvPicPr>
          <p:cNvPr id="405" name="Google Shape;405;p20"/>
          <p:cNvPicPr preferRelativeResize="0"/>
          <p:nvPr/>
        </p:nvPicPr>
        <p:blipFill>
          <a:blip r:embed="rId4">
            <a:alphaModFix/>
          </a:blip>
          <a:stretch>
            <a:fillRect/>
          </a:stretch>
        </p:blipFill>
        <p:spPr>
          <a:xfrm>
            <a:off x="6791313" y="2072025"/>
            <a:ext cx="2241481" cy="1583549"/>
          </a:xfrm>
          <a:prstGeom prst="rect">
            <a:avLst/>
          </a:prstGeom>
          <a:noFill/>
          <a:ln>
            <a:noFill/>
          </a:ln>
        </p:spPr>
      </p:pic>
      <p:pic>
        <p:nvPicPr>
          <p:cNvPr id="406" name="Google Shape;406;p20"/>
          <p:cNvPicPr preferRelativeResize="0"/>
          <p:nvPr/>
        </p:nvPicPr>
        <p:blipFill>
          <a:blip r:embed="rId5">
            <a:alphaModFix/>
          </a:blip>
          <a:stretch>
            <a:fillRect/>
          </a:stretch>
        </p:blipFill>
        <p:spPr>
          <a:xfrm>
            <a:off x="3269125" y="2072025"/>
            <a:ext cx="3283401" cy="3283374"/>
          </a:xfrm>
          <a:prstGeom prst="rect">
            <a:avLst/>
          </a:prstGeom>
          <a:noFill/>
          <a:ln>
            <a:noFill/>
          </a:ln>
        </p:spPr>
      </p:pic>
      <p:grpSp>
        <p:nvGrpSpPr>
          <p:cNvPr id="407" name="Google Shape;407;p20"/>
          <p:cNvGrpSpPr/>
          <p:nvPr/>
        </p:nvGrpSpPr>
        <p:grpSpPr>
          <a:xfrm>
            <a:off x="8800401" y="1036283"/>
            <a:ext cx="1907103" cy="2619294"/>
            <a:chOff x="3803466" y="1160742"/>
            <a:chExt cx="4338268" cy="5957002"/>
          </a:xfrm>
        </p:grpSpPr>
        <p:pic>
          <p:nvPicPr>
            <p:cNvPr id="408" name="Google Shape;408;p20"/>
            <p:cNvPicPr preferRelativeResize="0"/>
            <p:nvPr/>
          </p:nvPicPr>
          <p:blipFill rotWithShape="1">
            <a:blip r:embed="rId6">
              <a:alphaModFix/>
            </a:blip>
            <a:srcRect b="0" l="0" r="0" t="0"/>
            <a:stretch/>
          </p:blipFill>
          <p:spPr>
            <a:xfrm>
              <a:off x="3803466" y="2779477"/>
              <a:ext cx="4338268" cy="4338268"/>
            </a:xfrm>
            <a:prstGeom prst="rect">
              <a:avLst/>
            </a:prstGeom>
            <a:noFill/>
            <a:ln>
              <a:noFill/>
            </a:ln>
          </p:spPr>
        </p:pic>
        <p:pic>
          <p:nvPicPr>
            <p:cNvPr id="409" name="Google Shape;409;p20"/>
            <p:cNvPicPr preferRelativeResize="0"/>
            <p:nvPr/>
          </p:nvPicPr>
          <p:blipFill rotWithShape="1">
            <a:blip r:embed="rId7">
              <a:alphaModFix/>
            </a:blip>
            <a:srcRect b="0" l="0" r="0" t="0"/>
            <a:stretch/>
          </p:blipFill>
          <p:spPr>
            <a:xfrm rot="-1129368">
              <a:off x="4791236" y="1511937"/>
              <a:ext cx="2609528" cy="2609528"/>
            </a:xfrm>
            <a:prstGeom prst="rect">
              <a:avLst/>
            </a:prstGeom>
            <a:noFill/>
            <a:ln>
              <a:noFill/>
            </a:ln>
          </p:spPr>
        </p:pic>
      </p:grp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1"/>
          <p:cNvSpPr/>
          <p:nvPr/>
        </p:nvSpPr>
        <p:spPr>
          <a:xfrm>
            <a:off x="5157805" y="1739081"/>
            <a:ext cx="1492500" cy="993900"/>
          </a:xfrm>
          <a:prstGeom prst="snip1Rect">
            <a:avLst>
              <a:gd fmla="val 16667"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6600">
                <a:solidFill>
                  <a:schemeClr val="dk1"/>
                </a:solidFill>
                <a:latin typeface="Microsoft Yahei"/>
                <a:ea typeface="Microsoft Yahei"/>
                <a:cs typeface="Microsoft Yahei"/>
                <a:sym typeface="Microsoft Yahei"/>
              </a:rPr>
              <a:t>04</a:t>
            </a:r>
            <a:endParaRPr sz="6600">
              <a:solidFill>
                <a:schemeClr val="dk1"/>
              </a:solidFill>
              <a:latin typeface="Microsoft Yahei"/>
              <a:ea typeface="Microsoft Yahei"/>
              <a:cs typeface="Microsoft Yahei"/>
              <a:sym typeface="Microsoft Yahei"/>
            </a:endParaRPr>
          </a:p>
        </p:txBody>
      </p:sp>
      <p:sp>
        <p:nvSpPr>
          <p:cNvPr id="415" name="Google Shape;415;p21"/>
          <p:cNvSpPr txBox="1"/>
          <p:nvPr/>
        </p:nvSpPr>
        <p:spPr>
          <a:xfrm>
            <a:off x="1958934" y="3091043"/>
            <a:ext cx="7890300" cy="1862400"/>
          </a:xfrm>
          <a:prstGeom prst="rect">
            <a:avLst/>
          </a:prstGeom>
          <a:noFill/>
          <a:ln>
            <a:noFill/>
          </a:ln>
          <a:effectLst>
            <a:outerShdw blurRad="71438" rotWithShape="0" algn="bl" dir="7500000" dist="47625">
              <a:srgbClr val="434343"/>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zh-CN" sz="11500">
                <a:solidFill>
                  <a:srgbClr val="FFC000"/>
                </a:solidFill>
                <a:latin typeface="Yusei Magic"/>
                <a:ea typeface="Yusei Magic"/>
                <a:cs typeface="Yusei Magic"/>
                <a:sym typeface="Yusei Magic"/>
              </a:rPr>
              <a:t>展示分享</a:t>
            </a:r>
            <a:endParaRPr>
              <a:latin typeface="Yusei Magic"/>
              <a:ea typeface="Yusei Magic"/>
              <a:cs typeface="Yusei Magic"/>
              <a:sym typeface="Yusei Magic"/>
            </a:endParaRPr>
          </a:p>
        </p:txBody>
      </p:sp>
      <p:pic>
        <p:nvPicPr>
          <p:cNvPr id="416" name="Google Shape;416;p21"/>
          <p:cNvPicPr preferRelativeResize="0"/>
          <p:nvPr/>
        </p:nvPicPr>
        <p:blipFill rotWithShape="1">
          <a:blip r:embed="rId3">
            <a:alphaModFix/>
          </a:blip>
          <a:srcRect b="0" l="0" r="0" t="0"/>
          <a:stretch/>
        </p:blipFill>
        <p:spPr>
          <a:xfrm>
            <a:off x="819349" y="1455600"/>
            <a:ext cx="2900262" cy="1243277"/>
          </a:xfrm>
          <a:prstGeom prst="rect">
            <a:avLst/>
          </a:prstGeom>
          <a:noFill/>
          <a:ln>
            <a:noFill/>
          </a:ln>
        </p:spPr>
      </p:pic>
      <p:pic>
        <p:nvPicPr>
          <p:cNvPr id="417" name="Google Shape;417;p21"/>
          <p:cNvPicPr preferRelativeResize="0"/>
          <p:nvPr/>
        </p:nvPicPr>
        <p:blipFill rotWithShape="1">
          <a:blip r:embed="rId4">
            <a:alphaModFix/>
          </a:blip>
          <a:srcRect b="0" l="0" r="0" t="0"/>
          <a:stretch/>
        </p:blipFill>
        <p:spPr>
          <a:xfrm>
            <a:off x="7783078" y="560270"/>
            <a:ext cx="3351395" cy="3351395"/>
          </a:xfrm>
          <a:prstGeom prst="rect">
            <a:avLst/>
          </a:prstGeom>
          <a:noFill/>
          <a:ln>
            <a:noFill/>
          </a:ln>
        </p:spPr>
      </p:pic>
      <p:pic>
        <p:nvPicPr>
          <p:cNvPr id="418" name="Google Shape;418;p21"/>
          <p:cNvPicPr preferRelativeResize="0"/>
          <p:nvPr/>
        </p:nvPicPr>
        <p:blipFill rotWithShape="1">
          <a:blip r:embed="rId5">
            <a:alphaModFix/>
          </a:blip>
          <a:srcRect b="0" l="0" r="0" t="0"/>
          <a:stretch/>
        </p:blipFill>
        <p:spPr>
          <a:xfrm>
            <a:off x="5592936" y="1375698"/>
            <a:ext cx="834903" cy="615741"/>
          </a:xfrm>
          <a:prstGeom prst="rect">
            <a:avLst/>
          </a:prstGeom>
          <a:noFill/>
          <a:ln>
            <a:noFill/>
          </a:ln>
        </p:spPr>
      </p:pic>
      <p:pic>
        <p:nvPicPr>
          <p:cNvPr id="419" name="Google Shape;419;p21"/>
          <p:cNvPicPr preferRelativeResize="0"/>
          <p:nvPr/>
        </p:nvPicPr>
        <p:blipFill rotWithShape="1">
          <a:blip r:embed="rId6">
            <a:alphaModFix/>
          </a:blip>
          <a:srcRect b="0" l="0" r="0" t="0"/>
          <a:stretch/>
        </p:blipFill>
        <p:spPr>
          <a:xfrm>
            <a:off x="5000433" y="5275324"/>
            <a:ext cx="463845" cy="495467"/>
          </a:xfrm>
          <a:prstGeom prst="rect">
            <a:avLst/>
          </a:prstGeom>
          <a:noFill/>
          <a:ln>
            <a:noFill/>
          </a:ln>
        </p:spPr>
      </p:pic>
      <p:sp>
        <p:nvSpPr>
          <p:cNvPr id="420" name="Google Shape;420;p21"/>
          <p:cNvSpPr/>
          <p:nvPr/>
        </p:nvSpPr>
        <p:spPr>
          <a:xfrm>
            <a:off x="5592936" y="5353848"/>
            <a:ext cx="26466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2000">
                <a:solidFill>
                  <a:srgbClr val="666666"/>
                </a:solidFill>
                <a:latin typeface="Mochiy Pop One"/>
                <a:ea typeface="Mochiy Pop One"/>
                <a:cs typeface="Mochiy Pop One"/>
                <a:sym typeface="Mochiy Pop One"/>
              </a:rPr>
              <a:t>The part four</a:t>
            </a:r>
            <a:endParaRPr sz="2000">
              <a:solidFill>
                <a:srgbClr val="666666"/>
              </a:solidFill>
              <a:latin typeface="Mochiy Pop One"/>
              <a:ea typeface="Mochiy Pop One"/>
              <a:cs typeface="Mochiy Pop One"/>
              <a:sym typeface="Mochiy Pop One"/>
            </a:endParaRPr>
          </a:p>
        </p:txBody>
      </p:sp>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2"/>
          <p:cNvSpPr/>
          <p:nvPr/>
        </p:nvSpPr>
        <p:spPr>
          <a:xfrm>
            <a:off x="4565112" y="1213382"/>
            <a:ext cx="3061800" cy="507000"/>
          </a:xfrm>
          <a:prstGeom prst="roundRect">
            <a:avLst>
              <a:gd fmla="val 0" name="adj"/>
            </a:avLst>
          </a:prstGeom>
          <a:solidFill>
            <a:srgbClr val="FFC000"/>
          </a:solidFill>
          <a:ln cap="flat" cmpd="sng" w="28575">
            <a:solidFill>
              <a:srgbClr val="6B4C0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lang="zh-CN" sz="3600">
                <a:solidFill>
                  <a:schemeClr val="dk1"/>
                </a:solidFill>
                <a:latin typeface="Yusei Magic"/>
                <a:ea typeface="Yusei Magic"/>
                <a:cs typeface="Yusei Magic"/>
                <a:sym typeface="Yusei Magic"/>
              </a:rPr>
              <a:t>展示分享</a:t>
            </a:r>
            <a:endParaRPr>
              <a:latin typeface="Yusei Magic"/>
              <a:ea typeface="Yusei Magic"/>
              <a:cs typeface="Yusei Magic"/>
              <a:sym typeface="Yusei Magic"/>
            </a:endParaRPr>
          </a:p>
        </p:txBody>
      </p:sp>
      <p:grpSp>
        <p:nvGrpSpPr>
          <p:cNvPr id="426" name="Google Shape;426;p22"/>
          <p:cNvGrpSpPr/>
          <p:nvPr/>
        </p:nvGrpSpPr>
        <p:grpSpPr>
          <a:xfrm>
            <a:off x="1614882" y="2303164"/>
            <a:ext cx="3936398" cy="3287574"/>
            <a:chOff x="473951" y="1563312"/>
            <a:chExt cx="5275258" cy="4405754"/>
          </a:xfrm>
        </p:grpSpPr>
        <p:pic>
          <p:nvPicPr>
            <p:cNvPr id="427" name="Google Shape;427;p22"/>
            <p:cNvPicPr preferRelativeResize="0"/>
            <p:nvPr/>
          </p:nvPicPr>
          <p:blipFill rotWithShape="1">
            <a:blip r:embed="rId3">
              <a:alphaModFix/>
            </a:blip>
            <a:srcRect b="0" l="0" r="0" t="0"/>
            <a:stretch/>
          </p:blipFill>
          <p:spPr>
            <a:xfrm>
              <a:off x="473951" y="1563312"/>
              <a:ext cx="5275258" cy="2648805"/>
            </a:xfrm>
            <a:prstGeom prst="rect">
              <a:avLst/>
            </a:prstGeom>
            <a:noFill/>
            <a:ln>
              <a:noFill/>
            </a:ln>
          </p:spPr>
        </p:pic>
        <p:pic>
          <p:nvPicPr>
            <p:cNvPr id="428" name="Google Shape;428;p22"/>
            <p:cNvPicPr preferRelativeResize="0"/>
            <p:nvPr/>
          </p:nvPicPr>
          <p:blipFill rotWithShape="1">
            <a:blip r:embed="rId4">
              <a:alphaModFix/>
            </a:blip>
            <a:srcRect b="0" l="0" r="0" t="0"/>
            <a:stretch/>
          </p:blipFill>
          <p:spPr>
            <a:xfrm flipH="1">
              <a:off x="1536600" y="1939281"/>
              <a:ext cx="2830840" cy="4029785"/>
            </a:xfrm>
            <a:prstGeom prst="rect">
              <a:avLst/>
            </a:prstGeom>
            <a:noFill/>
            <a:ln>
              <a:noFill/>
            </a:ln>
          </p:spPr>
        </p:pic>
      </p:grpSp>
      <p:pic>
        <p:nvPicPr>
          <p:cNvPr id="429" name="Google Shape;429;p22"/>
          <p:cNvPicPr preferRelativeResize="0"/>
          <p:nvPr/>
        </p:nvPicPr>
        <p:blipFill>
          <a:blip r:embed="rId5">
            <a:alphaModFix/>
          </a:blip>
          <a:stretch>
            <a:fillRect/>
          </a:stretch>
        </p:blipFill>
        <p:spPr>
          <a:xfrm>
            <a:off x="5842225" y="2001900"/>
            <a:ext cx="3512651" cy="3512651"/>
          </a:xfrm>
          <a:prstGeom prst="rect">
            <a:avLst/>
          </a:prstGeom>
          <a:noFill/>
          <a:ln>
            <a:noFill/>
          </a:ln>
        </p:spPr>
      </p:pic>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3"/>
          <p:cNvSpPr txBox="1"/>
          <p:nvPr/>
        </p:nvSpPr>
        <p:spPr>
          <a:xfrm>
            <a:off x="2372002" y="2401237"/>
            <a:ext cx="7629900" cy="1477500"/>
          </a:xfrm>
          <a:prstGeom prst="rect">
            <a:avLst/>
          </a:prstGeom>
          <a:noFill/>
          <a:ln>
            <a:noFill/>
          </a:ln>
          <a:effectLst>
            <a:outerShdw blurRad="114300" rotWithShape="0" algn="bl" dir="5580000" dist="76200">
              <a:srgbClr val="000000"/>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zh-CN" sz="9000">
                <a:solidFill>
                  <a:srgbClr val="FFC000"/>
                </a:solidFill>
                <a:latin typeface="Yusei Magic"/>
                <a:ea typeface="Yusei Magic"/>
                <a:cs typeface="Yusei Magic"/>
                <a:sym typeface="Yusei Magic"/>
              </a:rPr>
              <a:t>謝謝觀看</a:t>
            </a:r>
            <a:endParaRPr sz="1600">
              <a:latin typeface="Yusei Magic"/>
              <a:ea typeface="Yusei Magic"/>
              <a:cs typeface="Yusei Magic"/>
              <a:sym typeface="Yusei Magic"/>
            </a:endParaRPr>
          </a:p>
        </p:txBody>
      </p:sp>
      <p:sp>
        <p:nvSpPr>
          <p:cNvPr id="435" name="Google Shape;435;p23"/>
          <p:cNvSpPr/>
          <p:nvPr/>
        </p:nvSpPr>
        <p:spPr>
          <a:xfrm>
            <a:off x="5072824" y="4145800"/>
            <a:ext cx="4373400" cy="46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zh-CN" sz="2400">
                <a:solidFill>
                  <a:srgbClr val="666666"/>
                </a:solidFill>
                <a:latin typeface="Mochiy Pop One"/>
                <a:ea typeface="Mochiy Pop One"/>
                <a:cs typeface="Mochiy Pop One"/>
                <a:sym typeface="Mochiy Pop One"/>
              </a:rPr>
              <a:t>教課時間</a:t>
            </a:r>
            <a:r>
              <a:rPr lang="zh-CN" sz="2400">
                <a:solidFill>
                  <a:srgbClr val="666666"/>
                </a:solidFill>
                <a:latin typeface="Mochiy Pop One"/>
                <a:ea typeface="Mochiy Pop One"/>
                <a:cs typeface="Mochiy Pop One"/>
                <a:sym typeface="Mochiy Pop One"/>
              </a:rPr>
              <a:t>：2024年1月18日</a:t>
            </a:r>
            <a:endParaRPr>
              <a:solidFill>
                <a:srgbClr val="666666"/>
              </a:solidFill>
              <a:latin typeface="Mochiy Pop One"/>
              <a:ea typeface="Mochiy Pop One"/>
              <a:cs typeface="Mochiy Pop One"/>
              <a:sym typeface="Mochiy Pop One"/>
            </a:endParaRPr>
          </a:p>
        </p:txBody>
      </p:sp>
      <p:pic>
        <p:nvPicPr>
          <p:cNvPr id="436" name="Google Shape;436;p23"/>
          <p:cNvPicPr preferRelativeResize="0"/>
          <p:nvPr/>
        </p:nvPicPr>
        <p:blipFill rotWithShape="1">
          <a:blip r:embed="rId3">
            <a:alphaModFix/>
          </a:blip>
          <a:srcRect b="0" l="0" r="0" t="0"/>
          <a:stretch/>
        </p:blipFill>
        <p:spPr>
          <a:xfrm>
            <a:off x="4326074" y="4038856"/>
            <a:ext cx="670807" cy="675531"/>
          </a:xfrm>
          <a:prstGeom prst="rect">
            <a:avLst/>
          </a:prstGeom>
          <a:noFill/>
          <a:ln>
            <a:noFill/>
          </a:ln>
        </p:spPr>
      </p:pic>
      <p:grpSp>
        <p:nvGrpSpPr>
          <p:cNvPr id="437" name="Google Shape;437;p23"/>
          <p:cNvGrpSpPr/>
          <p:nvPr/>
        </p:nvGrpSpPr>
        <p:grpSpPr>
          <a:xfrm>
            <a:off x="8685223" y="1603612"/>
            <a:ext cx="882960" cy="884113"/>
            <a:chOff x="9407171" y="3074670"/>
            <a:chExt cx="769526" cy="731450"/>
          </a:xfrm>
        </p:grpSpPr>
        <p:pic>
          <p:nvPicPr>
            <p:cNvPr id="438" name="Google Shape;438;p23"/>
            <p:cNvPicPr preferRelativeResize="0"/>
            <p:nvPr/>
          </p:nvPicPr>
          <p:blipFill rotWithShape="1">
            <a:blip r:embed="rId4">
              <a:alphaModFix/>
            </a:blip>
            <a:srcRect b="0" l="0" r="0" t="0"/>
            <a:stretch/>
          </p:blipFill>
          <p:spPr>
            <a:xfrm flipH="1">
              <a:off x="9407171" y="3078626"/>
              <a:ext cx="769526" cy="727494"/>
            </a:xfrm>
            <a:prstGeom prst="rect">
              <a:avLst/>
            </a:prstGeom>
            <a:noFill/>
            <a:ln>
              <a:noFill/>
            </a:ln>
          </p:spPr>
        </p:pic>
        <p:pic>
          <p:nvPicPr>
            <p:cNvPr id="439" name="Google Shape;439;p23"/>
            <p:cNvPicPr preferRelativeResize="0"/>
            <p:nvPr/>
          </p:nvPicPr>
          <p:blipFill rotWithShape="1">
            <a:blip r:embed="rId4">
              <a:alphaModFix/>
            </a:blip>
            <a:srcRect b="0" l="0" r="0" t="0"/>
            <a:stretch/>
          </p:blipFill>
          <p:spPr>
            <a:xfrm flipH="1">
              <a:off x="9407171" y="3074670"/>
              <a:ext cx="769526" cy="727494"/>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第一PPT，www.1ppt.com">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